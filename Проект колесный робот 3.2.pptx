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3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6858000" cy="9144000"/>
  <p:embeddedFontLst>
    <p:embeddedFont>
      <p:font typeface="Actor" panose="020B0604020202020204" charset="-52"/>
      <p:regular r:id="rId18"/>
    </p:embeddedFont>
    <p:embeddedFont>
      <p:font typeface="ALS Sector Bold" panose="02000000000000000000" pitchFamily="50" charset="0"/>
      <p:bold r:id="rId19"/>
    </p:embeddedFont>
    <p:embeddedFont>
      <p:font typeface="ALS Sector Regular" panose="02000000000000000000" pitchFamily="50" charset="0"/>
      <p:regular r:id="rId20"/>
    </p:embeddedFont>
    <p:embeddedFont>
      <p:font typeface="ALS Sector Stencil" panose="02000000000000000000" pitchFamily="50" charset="0"/>
      <p:bold r:id="rId21"/>
    </p:embeddedFont>
    <p:embeddedFont>
      <p:font typeface="Anaheim" panose="020B0604020202020204" charset="0"/>
      <p:regular r:id="rId22"/>
      <p:bold r:id="rId23"/>
    </p:embeddedFont>
    <p:embeddedFont>
      <p:font typeface="Calibri" panose="020F0502020204030204" pitchFamily="34" charset="0"/>
      <p:regular r:id="rId24"/>
      <p:bold r:id="rId25"/>
      <p:italic r:id="rId26"/>
      <p:boldItalic r:id="rId27"/>
    </p:embeddedFont>
    <p:embeddedFont>
      <p:font typeface="Impact" panose="020B0806030902050204" pitchFamily="34" charset="0"/>
      <p:regular r:id="rId28"/>
    </p:embeddedFont>
    <p:embeddedFont>
      <p:font typeface="Nunito Light" pitchFamily="2" charset="-52"/>
      <p:regular r:id="rId29"/>
      <p:italic r:id="rId30"/>
    </p:embeddedFont>
    <p:embeddedFont>
      <p:font typeface="PT Sans" panose="020B0503020203020204" pitchFamily="34" charset="-52"/>
      <p:regular r:id="rId31"/>
      <p:bold r:id="rId32"/>
      <p:italic r:id="rId33"/>
      <p:boldItalic r:id="rId34"/>
    </p:embeddedFont>
    <p:embeddedFont>
      <p:font typeface="Raleway" pitchFamily="2" charset="-52"/>
      <p:regular r:id="rId35"/>
      <p:bold r:id="rId36"/>
      <p:italic r:id="rId37"/>
      <p:boldItalic r:id="rId3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5C98E47-0700-42AC-8D49-10342DED8F5A}">
  <a:tblStyle styleId="{E5C98E47-0700-42AC-8D49-10342DED8F5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CA019276-9737-4C36-B53D-B88E75DCEE0D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2" d="100"/>
          <a:sy n="142" d="100"/>
        </p:scale>
        <p:origin x="7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9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34" Type="http://schemas.openxmlformats.org/officeDocument/2006/relationships/font" Target="fonts/font17.fntdata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33" Type="http://schemas.openxmlformats.org/officeDocument/2006/relationships/font" Target="fonts/font16.fntdata"/><Relationship Id="rId38" Type="http://schemas.openxmlformats.org/officeDocument/2006/relationships/font" Target="fonts/font21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font" Target="fonts/font12.fntdata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32" Type="http://schemas.openxmlformats.org/officeDocument/2006/relationships/font" Target="fonts/font15.fntdata"/><Relationship Id="rId37" Type="http://schemas.openxmlformats.org/officeDocument/2006/relationships/font" Target="fonts/font20.fntdata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36" Type="http://schemas.openxmlformats.org/officeDocument/2006/relationships/font" Target="fonts/font19.fntdata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font" Target="fonts/font1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font" Target="fonts/font13.fntdata"/><Relationship Id="rId35" Type="http://schemas.openxmlformats.org/officeDocument/2006/relationships/font" Target="fonts/font1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2" name="Google Shape;1122;g29c79cf4c0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3" name="Google Shape;1123;g29c79cf4c0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9" name="Google Shape;1149;g29c4a1e8a5a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0" name="Google Shape;1150;g29c4a1e8a5a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8" name="Google Shape;1158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9" name="Google Shape;1159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5" name="Google Shape;1235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6" name="Google Shape;1236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2" name="Google Shape;1272;g29d198f1ee2_0_1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3" name="Google Shape;1273;g29d198f1ee2_0_1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8" name="Google Shape;1318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9" name="Google Shape;1319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5" name="Google Shape;1335;g29d198f1ee2_0_1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6" name="Google Shape;1336;g29d198f1ee2_0_1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6" name="Google Shape;1346;g29d198f1ee2_0_1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7" name="Google Shape;1347;g29d198f1ee2_0_1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9" name="Google Shape;1359;g29d198f1ee2_0_2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0" name="Google Shape;1360;g29d198f1ee2_0_2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6" name="Google Shape;1376;g29d198f1ee2_0_2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7" name="Google Shape;1377;g29d198f1ee2_0_2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6" name="Google Shape;1396;g29d198f1ee2_0_2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7" name="Google Shape;1397;g29d198f1ee2_0_2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" name="Google Shape;1433;g29d198f1ee2_0_2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4" name="Google Shape;1434;g29d198f1ee2_0_2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2" name="Google Shape;1442;g29d198f1ee2_0_2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3" name="Google Shape;1443;g29d198f1ee2_0_2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8" name="Google Shape;1448;g29d198f1ee2_0_2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9" name="Google Shape;1449;g29d198f1ee2_0_2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9" name="Google Shape;1459;g29d198f1ee2_0_2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0" name="Google Shape;1460;g29d198f1ee2_0_2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13225" y="1209088"/>
            <a:ext cx="4156200" cy="2249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3000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713341" y="3458513"/>
            <a:ext cx="41562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"/>
          <p:cNvSpPr>
            <a:spLocks noGrp="1"/>
          </p:cNvSpPr>
          <p:nvPr>
            <p:ph type="pic" idx="2"/>
          </p:nvPr>
        </p:nvSpPr>
        <p:spPr>
          <a:xfrm>
            <a:off x="5183575" y="539500"/>
            <a:ext cx="3960300" cy="4064400"/>
          </a:xfrm>
          <a:prstGeom prst="snip2DiagRect">
            <a:avLst>
              <a:gd name="adj1" fmla="val 0"/>
              <a:gd name="adj2" fmla="val 16667"/>
            </a:avLst>
          </a:prstGeom>
          <a:noFill/>
          <a:ln>
            <a:noFill/>
          </a:ln>
        </p:spPr>
      </p:sp>
      <p:grpSp>
        <p:nvGrpSpPr>
          <p:cNvPr id="12" name="Google Shape;12;p2"/>
          <p:cNvGrpSpPr/>
          <p:nvPr/>
        </p:nvGrpSpPr>
        <p:grpSpPr>
          <a:xfrm>
            <a:off x="-320100" y="118"/>
            <a:ext cx="4891350" cy="5119819"/>
            <a:chOff x="-320100" y="118"/>
            <a:chExt cx="4891350" cy="5119819"/>
          </a:xfrm>
        </p:grpSpPr>
        <p:grpSp>
          <p:nvGrpSpPr>
            <p:cNvPr id="13" name="Google Shape;13;p2"/>
            <p:cNvGrpSpPr/>
            <p:nvPr/>
          </p:nvGrpSpPr>
          <p:grpSpPr>
            <a:xfrm>
              <a:off x="-320100" y="4088063"/>
              <a:ext cx="1033462" cy="1031875"/>
              <a:chOff x="422275" y="2508250"/>
              <a:chExt cx="1033462" cy="1031875"/>
            </a:xfrm>
          </p:grpSpPr>
          <p:sp>
            <p:nvSpPr>
              <p:cNvPr id="14" name="Google Shape;14;p2"/>
              <p:cNvSpPr/>
              <p:nvPr/>
            </p:nvSpPr>
            <p:spPr>
              <a:xfrm>
                <a:off x="422275" y="3025775"/>
                <a:ext cx="84138" cy="217488"/>
              </a:xfrm>
              <a:custGeom>
                <a:avLst/>
                <a:gdLst/>
                <a:ahLst/>
                <a:cxnLst/>
                <a:rect l="l" t="t" r="r" b="b"/>
                <a:pathLst>
                  <a:path w="49" h="129" extrusionOk="0">
                    <a:moveTo>
                      <a:pt x="29" y="129"/>
                    </a:moveTo>
                    <a:cubicBezTo>
                      <a:pt x="10" y="88"/>
                      <a:pt x="0" y="45"/>
                      <a:pt x="0" y="0"/>
                    </a:cubicBezTo>
                    <a:cubicBezTo>
                      <a:pt x="23" y="0"/>
                      <a:pt x="23" y="0"/>
                      <a:pt x="23" y="0"/>
                    </a:cubicBezTo>
                    <a:cubicBezTo>
                      <a:pt x="23" y="41"/>
                      <a:pt x="32" y="82"/>
                      <a:pt x="49" y="119"/>
                    </a:cubicBezTo>
                    <a:lnTo>
                      <a:pt x="29" y="129"/>
                    </a:lnTo>
                    <a:close/>
                  </a:path>
                </a:pathLst>
              </a:custGeom>
              <a:solidFill>
                <a:srgbClr val="746C6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" name="Google Shape;15;p2"/>
              <p:cNvSpPr/>
              <p:nvPr/>
            </p:nvSpPr>
            <p:spPr>
              <a:xfrm>
                <a:off x="509588" y="3287713"/>
                <a:ext cx="176213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105" h="103" extrusionOk="0">
                    <a:moveTo>
                      <a:pt x="93" y="103"/>
                    </a:moveTo>
                    <a:cubicBezTo>
                      <a:pt x="56" y="80"/>
                      <a:pt x="24" y="49"/>
                      <a:pt x="0" y="13"/>
                    </a:cubicBezTo>
                    <a:cubicBezTo>
                      <a:pt x="19" y="0"/>
                      <a:pt x="19" y="0"/>
                      <a:pt x="19" y="0"/>
                    </a:cubicBezTo>
                    <a:cubicBezTo>
                      <a:pt x="41" y="34"/>
                      <a:pt x="71" y="63"/>
                      <a:pt x="105" y="84"/>
                    </a:cubicBezTo>
                    <a:lnTo>
                      <a:pt x="93" y="103"/>
                    </a:lnTo>
                    <a:close/>
                  </a:path>
                </a:pathLst>
              </a:custGeom>
              <a:solidFill>
                <a:srgbClr val="746C6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728663" y="3460750"/>
                <a:ext cx="96838" cy="65087"/>
              </a:xfrm>
              <a:custGeom>
                <a:avLst/>
                <a:gdLst/>
                <a:ahLst/>
                <a:cxnLst/>
                <a:rect l="l" t="t" r="r" b="b"/>
                <a:pathLst>
                  <a:path w="58" h="39" extrusionOk="0">
                    <a:moveTo>
                      <a:pt x="52" y="39"/>
                    </a:moveTo>
                    <a:cubicBezTo>
                      <a:pt x="34" y="34"/>
                      <a:pt x="17" y="28"/>
                      <a:pt x="0" y="21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25" y="7"/>
                      <a:pt x="41" y="12"/>
                      <a:pt x="58" y="16"/>
                    </a:cubicBezTo>
                    <a:lnTo>
                      <a:pt x="52" y="39"/>
                    </a:lnTo>
                    <a:close/>
                  </a:path>
                </a:pathLst>
              </a:custGeom>
              <a:solidFill>
                <a:srgbClr val="746C6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874713" y="3465513"/>
                <a:ext cx="260350" cy="74612"/>
              </a:xfrm>
              <a:custGeom>
                <a:avLst/>
                <a:gdLst/>
                <a:ahLst/>
                <a:cxnLst/>
                <a:rect l="l" t="t" r="r" b="b"/>
                <a:pathLst>
                  <a:path w="154" h="44" extrusionOk="0">
                    <a:moveTo>
                      <a:pt x="38" y="44"/>
                    </a:moveTo>
                    <a:cubicBezTo>
                      <a:pt x="25" y="44"/>
                      <a:pt x="13" y="44"/>
                      <a:pt x="0" y="42"/>
                    </a:cubicBezTo>
                    <a:cubicBezTo>
                      <a:pt x="3" y="19"/>
                      <a:pt x="3" y="19"/>
                      <a:pt x="3" y="19"/>
                    </a:cubicBezTo>
                    <a:cubicBezTo>
                      <a:pt x="15" y="21"/>
                      <a:pt x="26" y="22"/>
                      <a:pt x="38" y="22"/>
                    </a:cubicBezTo>
                    <a:cubicBezTo>
                      <a:pt x="75" y="22"/>
                      <a:pt x="111" y="14"/>
                      <a:pt x="145" y="0"/>
                    </a:cubicBezTo>
                    <a:cubicBezTo>
                      <a:pt x="154" y="22"/>
                      <a:pt x="154" y="22"/>
                      <a:pt x="154" y="22"/>
                    </a:cubicBezTo>
                    <a:cubicBezTo>
                      <a:pt x="117" y="37"/>
                      <a:pt x="78" y="44"/>
                      <a:pt x="38" y="44"/>
                    </a:cubicBezTo>
                    <a:close/>
                  </a:path>
                </a:pathLst>
              </a:custGeom>
              <a:solidFill>
                <a:srgbClr val="746C6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" name="Google Shape;18;p2"/>
              <p:cNvSpPr/>
              <p:nvPr/>
            </p:nvSpPr>
            <p:spPr>
              <a:xfrm>
                <a:off x="1198563" y="3281363"/>
                <a:ext cx="174625" cy="176212"/>
              </a:xfrm>
              <a:custGeom>
                <a:avLst/>
                <a:gdLst/>
                <a:ahLst/>
                <a:cxnLst/>
                <a:rect l="l" t="t" r="r" b="b"/>
                <a:pathLst>
                  <a:path w="103" h="104" extrusionOk="0">
                    <a:moveTo>
                      <a:pt x="12" y="104"/>
                    </a:moveTo>
                    <a:cubicBezTo>
                      <a:pt x="0" y="85"/>
                      <a:pt x="0" y="85"/>
                      <a:pt x="0" y="85"/>
                    </a:cubicBezTo>
                    <a:cubicBezTo>
                      <a:pt x="33" y="63"/>
                      <a:pt x="63" y="34"/>
                      <a:pt x="84" y="0"/>
                    </a:cubicBezTo>
                    <a:cubicBezTo>
                      <a:pt x="103" y="12"/>
                      <a:pt x="103" y="12"/>
                      <a:pt x="103" y="12"/>
                    </a:cubicBezTo>
                    <a:cubicBezTo>
                      <a:pt x="80" y="49"/>
                      <a:pt x="49" y="81"/>
                      <a:pt x="12" y="104"/>
                    </a:cubicBezTo>
                    <a:close/>
                  </a:path>
                </a:pathLst>
              </a:custGeom>
              <a:solidFill>
                <a:srgbClr val="746C6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" name="Google Shape;19;p2"/>
              <p:cNvSpPr/>
              <p:nvPr/>
            </p:nvSpPr>
            <p:spPr>
              <a:xfrm>
                <a:off x="1406525" y="2925763"/>
                <a:ext cx="49212" cy="198437"/>
              </a:xfrm>
              <a:custGeom>
                <a:avLst/>
                <a:gdLst/>
                <a:ahLst/>
                <a:cxnLst/>
                <a:rect l="l" t="t" r="r" b="b"/>
                <a:pathLst>
                  <a:path w="29" h="118" extrusionOk="0">
                    <a:moveTo>
                      <a:pt x="23" y="118"/>
                    </a:moveTo>
                    <a:cubicBezTo>
                      <a:pt x="0" y="113"/>
                      <a:pt x="0" y="113"/>
                      <a:pt x="0" y="113"/>
                    </a:cubicBezTo>
                    <a:cubicBezTo>
                      <a:pt x="4" y="95"/>
                      <a:pt x="6" y="77"/>
                      <a:pt x="6" y="59"/>
                    </a:cubicBezTo>
                    <a:cubicBezTo>
                      <a:pt x="6" y="40"/>
                      <a:pt x="4" y="22"/>
                      <a:pt x="0" y="4"/>
                    </a:cubicBezTo>
                    <a:cubicBezTo>
                      <a:pt x="23" y="0"/>
                      <a:pt x="23" y="0"/>
                      <a:pt x="23" y="0"/>
                    </a:cubicBezTo>
                    <a:cubicBezTo>
                      <a:pt x="27" y="19"/>
                      <a:pt x="29" y="39"/>
                      <a:pt x="29" y="59"/>
                    </a:cubicBezTo>
                    <a:cubicBezTo>
                      <a:pt x="29" y="78"/>
                      <a:pt x="27" y="98"/>
                      <a:pt x="23" y="118"/>
                    </a:cubicBezTo>
                    <a:close/>
                  </a:path>
                </a:pathLst>
              </a:custGeom>
              <a:solidFill>
                <a:srgbClr val="746C6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1219200" y="2606675"/>
                <a:ext cx="198437" cy="242888"/>
              </a:xfrm>
              <a:custGeom>
                <a:avLst/>
                <a:gdLst/>
                <a:ahLst/>
                <a:cxnLst/>
                <a:rect l="l" t="t" r="r" b="b"/>
                <a:pathLst>
                  <a:path w="118" h="144" extrusionOk="0">
                    <a:moveTo>
                      <a:pt x="97" y="144"/>
                    </a:moveTo>
                    <a:cubicBezTo>
                      <a:pt x="77" y="94"/>
                      <a:pt x="44" y="51"/>
                      <a:pt x="0" y="19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61" y="35"/>
                      <a:pt x="97" y="81"/>
                      <a:pt x="118" y="135"/>
                    </a:cubicBezTo>
                    <a:lnTo>
                      <a:pt x="97" y="144"/>
                    </a:lnTo>
                    <a:close/>
                  </a:path>
                </a:pathLst>
              </a:custGeom>
              <a:solidFill>
                <a:srgbClr val="746C6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77888" y="2508250"/>
                <a:ext cx="315913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187" h="60" extrusionOk="0">
                    <a:moveTo>
                      <a:pt x="176" y="60"/>
                    </a:moveTo>
                    <a:cubicBezTo>
                      <a:pt x="134" y="36"/>
                      <a:pt x="85" y="23"/>
                      <a:pt x="36" y="23"/>
                    </a:cubicBezTo>
                    <a:cubicBezTo>
                      <a:pt x="25" y="23"/>
                      <a:pt x="14" y="23"/>
                      <a:pt x="3" y="25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12" y="0"/>
                      <a:pt x="24" y="0"/>
                      <a:pt x="36" y="0"/>
                    </a:cubicBezTo>
                    <a:cubicBezTo>
                      <a:pt x="89" y="0"/>
                      <a:pt x="142" y="14"/>
                      <a:pt x="187" y="40"/>
                    </a:cubicBezTo>
                    <a:lnTo>
                      <a:pt x="176" y="60"/>
                    </a:lnTo>
                    <a:close/>
                  </a:path>
                </a:pathLst>
              </a:custGeom>
              <a:solidFill>
                <a:srgbClr val="746C6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665163" y="2522538"/>
                <a:ext cx="160337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" h="57" extrusionOk="0">
                    <a:moveTo>
                      <a:pt x="12" y="57"/>
                    </a:moveTo>
                    <a:cubicBezTo>
                      <a:pt x="0" y="38"/>
                      <a:pt x="0" y="38"/>
                      <a:pt x="0" y="38"/>
                    </a:cubicBezTo>
                    <a:cubicBezTo>
                      <a:pt x="28" y="21"/>
                      <a:pt x="58" y="8"/>
                      <a:pt x="89" y="0"/>
                    </a:cubicBezTo>
                    <a:cubicBezTo>
                      <a:pt x="95" y="23"/>
                      <a:pt x="95" y="23"/>
                      <a:pt x="95" y="23"/>
                    </a:cubicBezTo>
                    <a:cubicBezTo>
                      <a:pt x="65" y="30"/>
                      <a:pt x="38" y="41"/>
                      <a:pt x="12" y="57"/>
                    </a:cubicBezTo>
                    <a:close/>
                  </a:path>
                </a:pathLst>
              </a:custGeom>
              <a:solidFill>
                <a:srgbClr val="746C6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" name="Google Shape;23;p2"/>
              <p:cNvSpPr/>
              <p:nvPr/>
            </p:nvSpPr>
            <p:spPr>
              <a:xfrm>
                <a:off x="431800" y="2651125"/>
                <a:ext cx="177800" cy="284163"/>
              </a:xfrm>
              <a:custGeom>
                <a:avLst/>
                <a:gdLst/>
                <a:ahLst/>
                <a:cxnLst/>
                <a:rect l="l" t="t" r="r" b="b"/>
                <a:pathLst>
                  <a:path w="106" h="169" extrusionOk="0">
                    <a:moveTo>
                      <a:pt x="23" y="169"/>
                    </a:moveTo>
                    <a:cubicBezTo>
                      <a:pt x="0" y="165"/>
                      <a:pt x="0" y="165"/>
                      <a:pt x="0" y="165"/>
                    </a:cubicBezTo>
                    <a:cubicBezTo>
                      <a:pt x="12" y="101"/>
                      <a:pt x="43" y="44"/>
                      <a:pt x="90" y="0"/>
                    </a:cubicBezTo>
                    <a:cubicBezTo>
                      <a:pt x="106" y="16"/>
                      <a:pt x="106" y="16"/>
                      <a:pt x="106" y="16"/>
                    </a:cubicBezTo>
                    <a:cubicBezTo>
                      <a:pt x="63" y="57"/>
                      <a:pt x="34" y="110"/>
                      <a:pt x="23" y="169"/>
                    </a:cubicBezTo>
                    <a:close/>
                  </a:path>
                </a:pathLst>
              </a:custGeom>
              <a:solidFill>
                <a:srgbClr val="746C6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" name="Google Shape;24;p2"/>
              <p:cNvSpPr/>
              <p:nvPr/>
            </p:nvSpPr>
            <p:spPr>
              <a:xfrm>
                <a:off x="520700" y="3173413"/>
                <a:ext cx="111125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66" h="90" extrusionOk="0">
                    <a:moveTo>
                      <a:pt x="52" y="90"/>
                    </a:moveTo>
                    <a:cubicBezTo>
                      <a:pt x="29" y="66"/>
                      <a:pt x="12" y="38"/>
                      <a:pt x="0" y="7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29" y="28"/>
                      <a:pt x="45" y="55"/>
                      <a:pt x="66" y="77"/>
                    </a:cubicBezTo>
                    <a:lnTo>
                      <a:pt x="52" y="90"/>
                    </a:lnTo>
                    <a:close/>
                  </a:path>
                </a:pathLst>
              </a:custGeom>
              <a:solidFill>
                <a:srgbClr val="324E73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649288" y="3340100"/>
                <a:ext cx="290512" cy="131762"/>
              </a:xfrm>
              <a:custGeom>
                <a:avLst/>
                <a:gdLst/>
                <a:ahLst/>
                <a:cxnLst/>
                <a:rect l="l" t="t" r="r" b="b"/>
                <a:pathLst>
                  <a:path w="172" h="78" extrusionOk="0">
                    <a:moveTo>
                      <a:pt x="172" y="78"/>
                    </a:moveTo>
                    <a:cubicBezTo>
                      <a:pt x="109" y="78"/>
                      <a:pt x="48" y="55"/>
                      <a:pt x="0" y="15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57" y="38"/>
                      <a:pt x="113" y="59"/>
                      <a:pt x="172" y="59"/>
                    </a:cubicBezTo>
                    <a:lnTo>
                      <a:pt x="172" y="78"/>
                    </a:lnTo>
                    <a:close/>
                  </a:path>
                </a:pathLst>
              </a:custGeom>
              <a:solidFill>
                <a:srgbClr val="324E73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1025525" y="3335338"/>
                <a:ext cx="207963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124" h="75" extrusionOk="0">
                    <a:moveTo>
                      <a:pt x="4" y="75"/>
                    </a:moveTo>
                    <a:cubicBezTo>
                      <a:pt x="0" y="56"/>
                      <a:pt x="0" y="56"/>
                      <a:pt x="0" y="56"/>
                    </a:cubicBezTo>
                    <a:cubicBezTo>
                      <a:pt x="41" y="48"/>
                      <a:pt x="80" y="28"/>
                      <a:pt x="112" y="0"/>
                    </a:cubicBezTo>
                    <a:cubicBezTo>
                      <a:pt x="124" y="14"/>
                      <a:pt x="124" y="14"/>
                      <a:pt x="124" y="14"/>
                    </a:cubicBezTo>
                    <a:cubicBezTo>
                      <a:pt x="90" y="45"/>
                      <a:pt x="49" y="66"/>
                      <a:pt x="4" y="75"/>
                    </a:cubicBezTo>
                    <a:close/>
                  </a:path>
                </a:pathLst>
              </a:custGeom>
              <a:solidFill>
                <a:srgbClr val="324E73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1246188" y="3165475"/>
                <a:ext cx="112712" cy="160337"/>
              </a:xfrm>
              <a:custGeom>
                <a:avLst/>
                <a:gdLst/>
                <a:ahLst/>
                <a:cxnLst/>
                <a:rect l="l" t="t" r="r" b="b"/>
                <a:pathLst>
                  <a:path w="67" h="95" extrusionOk="0">
                    <a:moveTo>
                      <a:pt x="14" y="95"/>
                    </a:moveTo>
                    <a:cubicBezTo>
                      <a:pt x="0" y="82"/>
                      <a:pt x="0" y="82"/>
                      <a:pt x="0" y="82"/>
                    </a:cubicBezTo>
                    <a:cubicBezTo>
                      <a:pt x="22" y="58"/>
                      <a:pt x="38" y="30"/>
                      <a:pt x="49" y="0"/>
                    </a:cubicBezTo>
                    <a:cubicBezTo>
                      <a:pt x="67" y="6"/>
                      <a:pt x="67" y="6"/>
                      <a:pt x="67" y="6"/>
                    </a:cubicBezTo>
                    <a:cubicBezTo>
                      <a:pt x="56" y="39"/>
                      <a:pt x="37" y="69"/>
                      <a:pt x="14" y="95"/>
                    </a:cubicBezTo>
                    <a:close/>
                  </a:path>
                </a:pathLst>
              </a:custGeom>
              <a:solidFill>
                <a:srgbClr val="324E73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1341438" y="2919413"/>
                <a:ext cx="44450" cy="182562"/>
              </a:xfrm>
              <a:custGeom>
                <a:avLst/>
                <a:gdLst/>
                <a:ahLst/>
                <a:cxnLst/>
                <a:rect l="l" t="t" r="r" b="b"/>
                <a:pathLst>
                  <a:path w="26" h="109" extrusionOk="0">
                    <a:moveTo>
                      <a:pt x="22" y="109"/>
                    </a:moveTo>
                    <a:cubicBezTo>
                      <a:pt x="3" y="106"/>
                      <a:pt x="3" y="106"/>
                      <a:pt x="3" y="106"/>
                    </a:cubicBezTo>
                    <a:cubicBezTo>
                      <a:pt x="6" y="92"/>
                      <a:pt x="7" y="77"/>
                      <a:pt x="7" y="63"/>
                    </a:cubicBezTo>
                    <a:cubicBezTo>
                      <a:pt x="7" y="43"/>
                      <a:pt x="5" y="23"/>
                      <a:pt x="0" y="4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23" y="20"/>
                      <a:pt x="26" y="41"/>
                      <a:pt x="26" y="63"/>
                    </a:cubicBezTo>
                    <a:cubicBezTo>
                      <a:pt x="26" y="78"/>
                      <a:pt x="25" y="94"/>
                      <a:pt x="22" y="109"/>
                    </a:cubicBezTo>
                    <a:close/>
                  </a:path>
                </a:pathLst>
              </a:custGeom>
              <a:solidFill>
                <a:srgbClr val="324E73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" name="Google Shape;29;p2"/>
              <p:cNvSpPr/>
              <p:nvPr/>
            </p:nvSpPr>
            <p:spPr>
              <a:xfrm>
                <a:off x="1244600" y="2720975"/>
                <a:ext cx="112712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67" h="92" extrusionOk="0">
                    <a:moveTo>
                      <a:pt x="49" y="92"/>
                    </a:moveTo>
                    <a:cubicBezTo>
                      <a:pt x="38" y="63"/>
                      <a:pt x="21" y="36"/>
                      <a:pt x="0" y="13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37" y="25"/>
                      <a:pt x="55" y="54"/>
                      <a:pt x="67" y="85"/>
                    </a:cubicBezTo>
                    <a:lnTo>
                      <a:pt x="49" y="92"/>
                    </a:lnTo>
                    <a:close/>
                  </a:path>
                </a:pathLst>
              </a:custGeom>
              <a:solidFill>
                <a:srgbClr val="324E73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" name="Google Shape;30;p2"/>
              <p:cNvSpPr/>
              <p:nvPr/>
            </p:nvSpPr>
            <p:spPr>
              <a:xfrm>
                <a:off x="1030288" y="2587625"/>
                <a:ext cx="192087" cy="115887"/>
              </a:xfrm>
              <a:custGeom>
                <a:avLst/>
                <a:gdLst/>
                <a:ahLst/>
                <a:cxnLst/>
                <a:rect l="l" t="t" r="r" b="b"/>
                <a:pathLst>
                  <a:path w="114" h="68" extrusionOk="0">
                    <a:moveTo>
                      <a:pt x="102" y="68"/>
                    </a:moveTo>
                    <a:cubicBezTo>
                      <a:pt x="72" y="44"/>
                      <a:pt x="37" y="27"/>
                      <a:pt x="0" y="19"/>
                    </a:cubicBezTo>
                    <a:cubicBezTo>
                      <a:pt x="5" y="0"/>
                      <a:pt x="5" y="0"/>
                      <a:pt x="5" y="0"/>
                    </a:cubicBezTo>
                    <a:cubicBezTo>
                      <a:pt x="44" y="9"/>
                      <a:pt x="82" y="27"/>
                      <a:pt x="114" y="53"/>
                    </a:cubicBezTo>
                    <a:lnTo>
                      <a:pt x="102" y="68"/>
                    </a:lnTo>
                    <a:close/>
                  </a:path>
                </a:pathLst>
              </a:custGeom>
              <a:solidFill>
                <a:srgbClr val="324E73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" name="Google Shape;31;p2"/>
              <p:cNvSpPr/>
              <p:nvPr/>
            </p:nvSpPr>
            <p:spPr>
              <a:xfrm>
                <a:off x="706438" y="2576513"/>
                <a:ext cx="276225" cy="92075"/>
              </a:xfrm>
              <a:custGeom>
                <a:avLst/>
                <a:gdLst/>
                <a:ahLst/>
                <a:cxnLst/>
                <a:rect l="l" t="t" r="r" b="b"/>
                <a:pathLst>
                  <a:path w="164" h="55" extrusionOk="0">
                    <a:moveTo>
                      <a:pt x="10" y="55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42" y="14"/>
                      <a:pt x="89" y="0"/>
                      <a:pt x="138" y="0"/>
                    </a:cubicBezTo>
                    <a:cubicBezTo>
                      <a:pt x="146" y="0"/>
                      <a:pt x="155" y="1"/>
                      <a:pt x="164" y="2"/>
                    </a:cubicBezTo>
                    <a:cubicBezTo>
                      <a:pt x="162" y="21"/>
                      <a:pt x="162" y="21"/>
                      <a:pt x="162" y="21"/>
                    </a:cubicBezTo>
                    <a:cubicBezTo>
                      <a:pt x="154" y="20"/>
                      <a:pt x="146" y="20"/>
                      <a:pt x="138" y="20"/>
                    </a:cubicBezTo>
                    <a:cubicBezTo>
                      <a:pt x="93" y="20"/>
                      <a:pt x="49" y="32"/>
                      <a:pt x="10" y="55"/>
                    </a:cubicBezTo>
                    <a:close/>
                  </a:path>
                </a:pathLst>
              </a:custGeom>
              <a:solidFill>
                <a:srgbClr val="324E73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" name="Google Shape;32;p2"/>
              <p:cNvSpPr/>
              <p:nvPr/>
            </p:nvSpPr>
            <p:spPr>
              <a:xfrm>
                <a:off x="523875" y="2673350"/>
                <a:ext cx="155575" cy="195263"/>
              </a:xfrm>
              <a:custGeom>
                <a:avLst/>
                <a:gdLst/>
                <a:ahLst/>
                <a:cxnLst/>
                <a:rect l="l" t="t" r="r" b="b"/>
                <a:pathLst>
                  <a:path w="92" h="115" extrusionOk="0">
                    <a:moveTo>
                      <a:pt x="18" y="115"/>
                    </a:moveTo>
                    <a:cubicBezTo>
                      <a:pt x="0" y="108"/>
                      <a:pt x="0" y="108"/>
                      <a:pt x="0" y="108"/>
                    </a:cubicBezTo>
                    <a:cubicBezTo>
                      <a:pt x="17" y="66"/>
                      <a:pt x="45" y="29"/>
                      <a:pt x="81" y="0"/>
                    </a:cubicBezTo>
                    <a:cubicBezTo>
                      <a:pt x="92" y="15"/>
                      <a:pt x="92" y="15"/>
                      <a:pt x="92" y="15"/>
                    </a:cubicBezTo>
                    <a:cubicBezTo>
                      <a:pt x="59" y="41"/>
                      <a:pt x="34" y="76"/>
                      <a:pt x="18" y="115"/>
                    </a:cubicBezTo>
                    <a:close/>
                  </a:path>
                </a:pathLst>
              </a:custGeom>
              <a:solidFill>
                <a:srgbClr val="324E73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" name="Google Shape;33;p2"/>
              <p:cNvSpPr/>
              <p:nvPr/>
            </p:nvSpPr>
            <p:spPr>
              <a:xfrm>
                <a:off x="492125" y="2916238"/>
                <a:ext cx="44450" cy="211138"/>
              </a:xfrm>
              <a:custGeom>
                <a:avLst/>
                <a:gdLst/>
                <a:ahLst/>
                <a:cxnLst/>
                <a:rect l="l" t="t" r="r" b="b"/>
                <a:pathLst>
                  <a:path w="26" h="125" extrusionOk="0">
                    <a:moveTo>
                      <a:pt x="7" y="125"/>
                    </a:moveTo>
                    <a:cubicBezTo>
                      <a:pt x="2" y="105"/>
                      <a:pt x="0" y="84"/>
                      <a:pt x="0" y="64"/>
                    </a:cubicBezTo>
                    <a:cubicBezTo>
                      <a:pt x="0" y="42"/>
                      <a:pt x="2" y="21"/>
                      <a:pt x="7" y="0"/>
                    </a:cubicBezTo>
                    <a:cubicBezTo>
                      <a:pt x="26" y="4"/>
                      <a:pt x="26" y="4"/>
                      <a:pt x="26" y="4"/>
                    </a:cubicBezTo>
                    <a:cubicBezTo>
                      <a:pt x="21" y="24"/>
                      <a:pt x="19" y="44"/>
                      <a:pt x="19" y="64"/>
                    </a:cubicBezTo>
                    <a:cubicBezTo>
                      <a:pt x="19" y="83"/>
                      <a:pt x="21" y="102"/>
                      <a:pt x="25" y="121"/>
                    </a:cubicBezTo>
                    <a:lnTo>
                      <a:pt x="7" y="125"/>
                    </a:lnTo>
                    <a:close/>
                  </a:path>
                </a:pathLst>
              </a:custGeom>
              <a:solidFill>
                <a:srgbClr val="324E73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>
                <a:off x="939800" y="3117850"/>
                <a:ext cx="366713" cy="287337"/>
              </a:xfrm>
              <a:custGeom>
                <a:avLst/>
                <a:gdLst/>
                <a:ahLst/>
                <a:cxnLst/>
                <a:rect l="l" t="t" r="r" b="b"/>
                <a:pathLst>
                  <a:path w="218" h="170" extrusionOk="0">
                    <a:moveTo>
                      <a:pt x="0" y="170"/>
                    </a:moveTo>
                    <a:cubicBezTo>
                      <a:pt x="0" y="161"/>
                      <a:pt x="0" y="161"/>
                      <a:pt x="0" y="161"/>
                    </a:cubicBezTo>
                    <a:cubicBezTo>
                      <a:pt x="98" y="161"/>
                      <a:pt x="183" y="95"/>
                      <a:pt x="209" y="0"/>
                    </a:cubicBezTo>
                    <a:cubicBezTo>
                      <a:pt x="218" y="3"/>
                      <a:pt x="218" y="3"/>
                      <a:pt x="218" y="3"/>
                    </a:cubicBezTo>
                    <a:cubicBezTo>
                      <a:pt x="192" y="101"/>
                      <a:pt x="102" y="170"/>
                      <a:pt x="0" y="17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>
                <a:off x="1298575" y="2960688"/>
                <a:ext cx="20638" cy="65088"/>
              </a:xfrm>
              <a:custGeom>
                <a:avLst/>
                <a:gdLst/>
                <a:ahLst/>
                <a:cxnLst/>
                <a:rect l="l" t="t" r="r" b="b"/>
                <a:pathLst>
                  <a:path w="12" h="38" extrusionOk="0">
                    <a:moveTo>
                      <a:pt x="12" y="38"/>
                    </a:moveTo>
                    <a:cubicBezTo>
                      <a:pt x="3" y="38"/>
                      <a:pt x="3" y="38"/>
                      <a:pt x="3" y="38"/>
                    </a:cubicBezTo>
                    <a:cubicBezTo>
                      <a:pt x="3" y="26"/>
                      <a:pt x="2" y="13"/>
                      <a:pt x="0" y="2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11" y="12"/>
                      <a:pt x="12" y="25"/>
                      <a:pt x="12" y="38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" name="Google Shape;36;p2"/>
              <p:cNvSpPr/>
              <p:nvPr/>
            </p:nvSpPr>
            <p:spPr>
              <a:xfrm>
                <a:off x="1169988" y="2730500"/>
                <a:ext cx="603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36" h="36" extrusionOk="0">
                    <a:moveTo>
                      <a:pt x="29" y="36"/>
                    </a:moveTo>
                    <a:cubicBezTo>
                      <a:pt x="20" y="26"/>
                      <a:pt x="10" y="16"/>
                      <a:pt x="0" y="7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17" y="9"/>
                      <a:pt x="27" y="19"/>
                      <a:pt x="36" y="30"/>
                    </a:cubicBezTo>
                    <a:lnTo>
                      <a:pt x="29" y="3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" name="Google Shape;37;p2"/>
              <p:cNvSpPr/>
              <p:nvPr/>
            </p:nvSpPr>
            <p:spPr>
              <a:xfrm>
                <a:off x="979488" y="2646363"/>
                <a:ext cx="173037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03" h="45" extrusionOk="0">
                    <a:moveTo>
                      <a:pt x="97" y="45"/>
                    </a:moveTo>
                    <a:cubicBezTo>
                      <a:pt x="69" y="25"/>
                      <a:pt x="35" y="13"/>
                      <a:pt x="0" y="9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38" y="4"/>
                      <a:pt x="73" y="17"/>
                      <a:pt x="103" y="37"/>
                    </a:cubicBezTo>
                    <a:lnTo>
                      <a:pt x="97" y="45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" name="Google Shape;38;p2"/>
              <p:cNvSpPr/>
              <p:nvPr/>
            </p:nvSpPr>
            <p:spPr>
              <a:xfrm>
                <a:off x="860425" y="2643188"/>
                <a:ext cx="79375" cy="23812"/>
              </a:xfrm>
              <a:custGeom>
                <a:avLst/>
                <a:gdLst/>
                <a:ahLst/>
                <a:cxnLst/>
                <a:rect l="l" t="t" r="r" b="b"/>
                <a:pathLst>
                  <a:path w="47" h="14" extrusionOk="0">
                    <a:moveTo>
                      <a:pt x="2" y="14"/>
                    </a:moveTo>
                    <a:cubicBezTo>
                      <a:pt x="0" y="5"/>
                      <a:pt x="0" y="5"/>
                      <a:pt x="0" y="5"/>
                    </a:cubicBezTo>
                    <a:cubicBezTo>
                      <a:pt x="15" y="2"/>
                      <a:pt x="31" y="0"/>
                      <a:pt x="47" y="0"/>
                    </a:cubicBezTo>
                    <a:cubicBezTo>
                      <a:pt x="47" y="10"/>
                      <a:pt x="47" y="10"/>
                      <a:pt x="47" y="10"/>
                    </a:cubicBezTo>
                    <a:cubicBezTo>
                      <a:pt x="32" y="10"/>
                      <a:pt x="16" y="11"/>
                      <a:pt x="2" y="14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>
                <a:off x="576263" y="2673350"/>
                <a:ext cx="219075" cy="239712"/>
              </a:xfrm>
              <a:custGeom>
                <a:avLst/>
                <a:gdLst/>
                <a:ahLst/>
                <a:cxnLst/>
                <a:rect l="l" t="t" r="r" b="b"/>
                <a:pathLst>
                  <a:path w="130" h="142" extrusionOk="0">
                    <a:moveTo>
                      <a:pt x="9" y="142"/>
                    </a:moveTo>
                    <a:cubicBezTo>
                      <a:pt x="0" y="139"/>
                      <a:pt x="0" y="139"/>
                      <a:pt x="0" y="139"/>
                    </a:cubicBezTo>
                    <a:cubicBezTo>
                      <a:pt x="20" y="77"/>
                      <a:pt x="66" y="26"/>
                      <a:pt x="126" y="0"/>
                    </a:cubicBezTo>
                    <a:cubicBezTo>
                      <a:pt x="130" y="9"/>
                      <a:pt x="130" y="9"/>
                      <a:pt x="130" y="9"/>
                    </a:cubicBezTo>
                    <a:cubicBezTo>
                      <a:pt x="72" y="34"/>
                      <a:pt x="28" y="82"/>
                      <a:pt x="9" y="142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" name="Google Shape;40;p2"/>
              <p:cNvSpPr/>
              <p:nvPr/>
            </p:nvSpPr>
            <p:spPr>
              <a:xfrm>
                <a:off x="557213" y="2947988"/>
                <a:ext cx="23812" cy="77787"/>
              </a:xfrm>
              <a:custGeom>
                <a:avLst/>
                <a:gdLst/>
                <a:ahLst/>
                <a:cxnLst/>
                <a:rect l="l" t="t" r="r" b="b"/>
                <a:pathLst>
                  <a:path w="14" h="46" extrusionOk="0">
                    <a:moveTo>
                      <a:pt x="10" y="46"/>
                    </a:moveTo>
                    <a:cubicBezTo>
                      <a:pt x="0" y="46"/>
                      <a:pt x="0" y="46"/>
                      <a:pt x="0" y="46"/>
                    </a:cubicBezTo>
                    <a:cubicBezTo>
                      <a:pt x="0" y="30"/>
                      <a:pt x="2" y="15"/>
                      <a:pt x="5" y="0"/>
                    </a:cubicBezTo>
                    <a:cubicBezTo>
                      <a:pt x="14" y="2"/>
                      <a:pt x="14" y="2"/>
                      <a:pt x="14" y="2"/>
                    </a:cubicBezTo>
                    <a:cubicBezTo>
                      <a:pt x="11" y="16"/>
                      <a:pt x="10" y="31"/>
                      <a:pt x="10" y="46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" name="Google Shape;41;p2"/>
              <p:cNvSpPr/>
              <p:nvPr/>
            </p:nvSpPr>
            <p:spPr>
              <a:xfrm>
                <a:off x="576263" y="3135313"/>
                <a:ext cx="155575" cy="201613"/>
              </a:xfrm>
              <a:custGeom>
                <a:avLst/>
                <a:gdLst/>
                <a:ahLst/>
                <a:cxnLst/>
                <a:rect l="l" t="t" r="r" b="b"/>
                <a:pathLst>
                  <a:path w="92" h="120" extrusionOk="0">
                    <a:moveTo>
                      <a:pt x="87" y="120"/>
                    </a:moveTo>
                    <a:cubicBezTo>
                      <a:pt x="46" y="92"/>
                      <a:pt x="15" y="50"/>
                      <a:pt x="0" y="3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23" y="46"/>
                      <a:pt x="53" y="85"/>
                      <a:pt x="92" y="112"/>
                    </a:cubicBezTo>
                    <a:lnTo>
                      <a:pt x="87" y="12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" name="Google Shape;42;p2"/>
              <p:cNvSpPr/>
              <p:nvPr/>
            </p:nvSpPr>
            <p:spPr>
              <a:xfrm>
                <a:off x="777875" y="3354388"/>
                <a:ext cx="53975" cy="33338"/>
              </a:xfrm>
              <a:custGeom>
                <a:avLst/>
                <a:gdLst/>
                <a:ahLst/>
                <a:cxnLst/>
                <a:rect l="l" t="t" r="r" b="b"/>
                <a:pathLst>
                  <a:path w="32" h="20" extrusionOk="0">
                    <a:moveTo>
                      <a:pt x="29" y="20"/>
                    </a:moveTo>
                    <a:cubicBezTo>
                      <a:pt x="19" y="17"/>
                      <a:pt x="9" y="13"/>
                      <a:pt x="0" y="9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13" y="4"/>
                      <a:pt x="22" y="8"/>
                      <a:pt x="32" y="11"/>
                    </a:cubicBezTo>
                    <a:lnTo>
                      <a:pt x="29" y="2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3" name="Google Shape;43;p2"/>
            <p:cNvGrpSpPr/>
            <p:nvPr/>
          </p:nvGrpSpPr>
          <p:grpSpPr>
            <a:xfrm rot="10800000">
              <a:off x="168" y="118"/>
              <a:ext cx="1787985" cy="1790153"/>
              <a:chOff x="4087813" y="1714500"/>
              <a:chExt cx="1309688" cy="1311275"/>
            </a:xfrm>
          </p:grpSpPr>
          <p:sp>
            <p:nvSpPr>
              <p:cNvPr id="44" name="Google Shape;44;p2"/>
              <p:cNvSpPr/>
              <p:nvPr/>
            </p:nvSpPr>
            <p:spPr>
              <a:xfrm>
                <a:off x="5318125" y="2239963"/>
                <a:ext cx="79375" cy="785813"/>
              </a:xfrm>
              <a:custGeom>
                <a:avLst/>
                <a:gdLst/>
                <a:ahLst/>
                <a:cxnLst/>
                <a:rect l="l" t="t" r="r" b="b"/>
                <a:pathLst>
                  <a:path w="50" h="495" extrusionOk="0">
                    <a:moveTo>
                      <a:pt x="50" y="495"/>
                    </a:moveTo>
                    <a:lnTo>
                      <a:pt x="0" y="495"/>
                    </a:lnTo>
                    <a:lnTo>
                      <a:pt x="0" y="50"/>
                    </a:lnTo>
                    <a:lnTo>
                      <a:pt x="50" y="0"/>
                    </a:lnTo>
                    <a:lnTo>
                      <a:pt x="50" y="49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" name="Google Shape;45;p2"/>
              <p:cNvSpPr/>
              <p:nvPr/>
            </p:nvSpPr>
            <p:spPr>
              <a:xfrm>
                <a:off x="5318125" y="2065338"/>
                <a:ext cx="79375" cy="166688"/>
              </a:xfrm>
              <a:custGeom>
                <a:avLst/>
                <a:gdLst/>
                <a:ahLst/>
                <a:cxnLst/>
                <a:rect l="l" t="t" r="r" b="b"/>
                <a:pathLst>
                  <a:path w="50" h="105" extrusionOk="0">
                    <a:moveTo>
                      <a:pt x="50" y="55"/>
                    </a:moveTo>
                    <a:lnTo>
                      <a:pt x="0" y="105"/>
                    </a:lnTo>
                    <a:lnTo>
                      <a:pt x="0" y="50"/>
                    </a:lnTo>
                    <a:lnTo>
                      <a:pt x="50" y="0"/>
                    </a:lnTo>
                    <a:lnTo>
                      <a:pt x="50" y="5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" name="Google Shape;46;p2"/>
              <p:cNvSpPr/>
              <p:nvPr/>
            </p:nvSpPr>
            <p:spPr>
              <a:xfrm>
                <a:off x="5318125" y="1889125"/>
                <a:ext cx="79375" cy="166688"/>
              </a:xfrm>
              <a:custGeom>
                <a:avLst/>
                <a:gdLst/>
                <a:ahLst/>
                <a:cxnLst/>
                <a:rect l="l" t="t" r="r" b="b"/>
                <a:pathLst>
                  <a:path w="50" h="105" extrusionOk="0">
                    <a:moveTo>
                      <a:pt x="50" y="56"/>
                    </a:moveTo>
                    <a:lnTo>
                      <a:pt x="0" y="105"/>
                    </a:lnTo>
                    <a:lnTo>
                      <a:pt x="0" y="50"/>
                    </a:lnTo>
                    <a:lnTo>
                      <a:pt x="50" y="0"/>
                    </a:lnTo>
                    <a:lnTo>
                      <a:pt x="50" y="56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" name="Google Shape;47;p2"/>
              <p:cNvSpPr/>
              <p:nvPr/>
            </p:nvSpPr>
            <p:spPr>
              <a:xfrm>
                <a:off x="5318125" y="1714500"/>
                <a:ext cx="79375" cy="166688"/>
              </a:xfrm>
              <a:custGeom>
                <a:avLst/>
                <a:gdLst/>
                <a:ahLst/>
                <a:cxnLst/>
                <a:rect l="l" t="t" r="r" b="b"/>
                <a:pathLst>
                  <a:path w="50" h="105" extrusionOk="0">
                    <a:moveTo>
                      <a:pt x="0" y="50"/>
                    </a:moveTo>
                    <a:lnTo>
                      <a:pt x="50" y="0"/>
                    </a:lnTo>
                    <a:lnTo>
                      <a:pt x="50" y="55"/>
                    </a:lnTo>
                    <a:lnTo>
                      <a:pt x="0" y="105"/>
                    </a:lnTo>
                    <a:lnTo>
                      <a:pt x="0" y="5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" name="Google Shape;48;p2"/>
              <p:cNvSpPr/>
              <p:nvPr/>
            </p:nvSpPr>
            <p:spPr>
              <a:xfrm>
                <a:off x="4613275" y="2943225"/>
                <a:ext cx="784225" cy="82550"/>
              </a:xfrm>
              <a:custGeom>
                <a:avLst/>
                <a:gdLst/>
                <a:ahLst/>
                <a:cxnLst/>
                <a:rect l="l" t="t" r="r" b="b"/>
                <a:pathLst>
                  <a:path w="494" h="52" extrusionOk="0">
                    <a:moveTo>
                      <a:pt x="494" y="52"/>
                    </a:moveTo>
                    <a:lnTo>
                      <a:pt x="494" y="0"/>
                    </a:lnTo>
                    <a:lnTo>
                      <a:pt x="51" y="0"/>
                    </a:lnTo>
                    <a:lnTo>
                      <a:pt x="0" y="52"/>
                    </a:lnTo>
                    <a:lnTo>
                      <a:pt x="494" y="5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" name="Google Shape;49;p2"/>
              <p:cNvSpPr/>
              <p:nvPr/>
            </p:nvSpPr>
            <p:spPr>
              <a:xfrm>
                <a:off x="4438650" y="2943225"/>
                <a:ext cx="168275" cy="82550"/>
              </a:xfrm>
              <a:custGeom>
                <a:avLst/>
                <a:gdLst/>
                <a:ahLst/>
                <a:cxnLst/>
                <a:rect l="l" t="t" r="r" b="b"/>
                <a:pathLst>
                  <a:path w="106" h="52" extrusionOk="0">
                    <a:moveTo>
                      <a:pt x="55" y="52"/>
                    </a:moveTo>
                    <a:lnTo>
                      <a:pt x="106" y="0"/>
                    </a:lnTo>
                    <a:lnTo>
                      <a:pt x="50" y="0"/>
                    </a:lnTo>
                    <a:lnTo>
                      <a:pt x="0" y="52"/>
                    </a:lnTo>
                    <a:lnTo>
                      <a:pt x="55" y="5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" name="Google Shape;50;p2"/>
              <p:cNvSpPr/>
              <p:nvPr/>
            </p:nvSpPr>
            <p:spPr>
              <a:xfrm>
                <a:off x="4262438" y="2943225"/>
                <a:ext cx="166688" cy="82550"/>
              </a:xfrm>
              <a:custGeom>
                <a:avLst/>
                <a:gdLst/>
                <a:ahLst/>
                <a:cxnLst/>
                <a:rect l="l" t="t" r="r" b="b"/>
                <a:pathLst>
                  <a:path w="105" h="52" extrusionOk="0">
                    <a:moveTo>
                      <a:pt x="56" y="52"/>
                    </a:moveTo>
                    <a:lnTo>
                      <a:pt x="105" y="0"/>
                    </a:lnTo>
                    <a:lnTo>
                      <a:pt x="50" y="0"/>
                    </a:lnTo>
                    <a:lnTo>
                      <a:pt x="0" y="52"/>
                    </a:lnTo>
                    <a:lnTo>
                      <a:pt x="56" y="5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" name="Google Shape;51;p2"/>
              <p:cNvSpPr/>
              <p:nvPr/>
            </p:nvSpPr>
            <p:spPr>
              <a:xfrm>
                <a:off x="4087813" y="2943225"/>
                <a:ext cx="166688" cy="82550"/>
              </a:xfrm>
              <a:custGeom>
                <a:avLst/>
                <a:gdLst/>
                <a:ahLst/>
                <a:cxnLst/>
                <a:rect l="l" t="t" r="r" b="b"/>
                <a:pathLst>
                  <a:path w="105" h="52" extrusionOk="0">
                    <a:moveTo>
                      <a:pt x="50" y="0"/>
                    </a:moveTo>
                    <a:lnTo>
                      <a:pt x="0" y="52"/>
                    </a:lnTo>
                    <a:lnTo>
                      <a:pt x="55" y="52"/>
                    </a:lnTo>
                    <a:lnTo>
                      <a:pt x="105" y="0"/>
                    </a:lnTo>
                    <a:lnTo>
                      <a:pt x="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52" name="Google Shape;52;p2"/>
            <p:cNvCxnSpPr/>
            <p:nvPr/>
          </p:nvCxnSpPr>
          <p:spPr>
            <a:xfrm>
              <a:off x="1788150" y="4604000"/>
              <a:ext cx="2783100" cy="0"/>
            </a:xfrm>
            <a:prstGeom prst="straightConnector1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"/>
          <p:cNvSpPr txBox="1">
            <a:spLocks noGrp="1"/>
          </p:cNvSpPr>
          <p:nvPr>
            <p:ph type="title"/>
          </p:nvPr>
        </p:nvSpPr>
        <p:spPr>
          <a:xfrm>
            <a:off x="4722775" y="2192750"/>
            <a:ext cx="3708000" cy="162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48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55" name="Google Shape;55;p3"/>
          <p:cNvSpPr txBox="1">
            <a:spLocks noGrp="1"/>
          </p:cNvSpPr>
          <p:nvPr>
            <p:ph type="title" idx="2" hasCustomPrompt="1"/>
          </p:nvPr>
        </p:nvSpPr>
        <p:spPr>
          <a:xfrm>
            <a:off x="4722775" y="1324063"/>
            <a:ext cx="1474500" cy="841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6" name="Google Shape;56;p3"/>
          <p:cNvSpPr>
            <a:spLocks noGrp="1"/>
          </p:cNvSpPr>
          <p:nvPr>
            <p:ph type="pic" idx="3"/>
          </p:nvPr>
        </p:nvSpPr>
        <p:spPr>
          <a:xfrm>
            <a:off x="0" y="539500"/>
            <a:ext cx="3473700" cy="4064400"/>
          </a:xfrm>
          <a:prstGeom prst="snip2DiagRect">
            <a:avLst>
              <a:gd name="adj1" fmla="val 0"/>
              <a:gd name="adj2" fmla="val 16667"/>
            </a:avLst>
          </a:prstGeom>
          <a:noFill/>
          <a:ln>
            <a:noFill/>
          </a:ln>
        </p:spPr>
      </p:sp>
      <p:grpSp>
        <p:nvGrpSpPr>
          <p:cNvPr id="57" name="Google Shape;57;p3"/>
          <p:cNvGrpSpPr/>
          <p:nvPr/>
        </p:nvGrpSpPr>
        <p:grpSpPr>
          <a:xfrm>
            <a:off x="7356018" y="145611"/>
            <a:ext cx="1787985" cy="4997885"/>
            <a:chOff x="7356018" y="145611"/>
            <a:chExt cx="1787985" cy="4997885"/>
          </a:xfrm>
        </p:grpSpPr>
        <p:grpSp>
          <p:nvGrpSpPr>
            <p:cNvPr id="58" name="Google Shape;58;p3"/>
            <p:cNvGrpSpPr/>
            <p:nvPr/>
          </p:nvGrpSpPr>
          <p:grpSpPr>
            <a:xfrm>
              <a:off x="7356018" y="3353343"/>
              <a:ext cx="1787985" cy="1790153"/>
              <a:chOff x="4087813" y="1714500"/>
              <a:chExt cx="1309688" cy="1311275"/>
            </a:xfrm>
          </p:grpSpPr>
          <p:sp>
            <p:nvSpPr>
              <p:cNvPr id="59" name="Google Shape;59;p3"/>
              <p:cNvSpPr/>
              <p:nvPr/>
            </p:nvSpPr>
            <p:spPr>
              <a:xfrm>
                <a:off x="5318125" y="2239963"/>
                <a:ext cx="79375" cy="785813"/>
              </a:xfrm>
              <a:custGeom>
                <a:avLst/>
                <a:gdLst/>
                <a:ahLst/>
                <a:cxnLst/>
                <a:rect l="l" t="t" r="r" b="b"/>
                <a:pathLst>
                  <a:path w="50" h="495" extrusionOk="0">
                    <a:moveTo>
                      <a:pt x="50" y="495"/>
                    </a:moveTo>
                    <a:lnTo>
                      <a:pt x="0" y="495"/>
                    </a:lnTo>
                    <a:lnTo>
                      <a:pt x="0" y="50"/>
                    </a:lnTo>
                    <a:lnTo>
                      <a:pt x="50" y="0"/>
                    </a:lnTo>
                    <a:lnTo>
                      <a:pt x="50" y="49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>
                <a:off x="5318125" y="2065338"/>
                <a:ext cx="79375" cy="166688"/>
              </a:xfrm>
              <a:custGeom>
                <a:avLst/>
                <a:gdLst/>
                <a:ahLst/>
                <a:cxnLst/>
                <a:rect l="l" t="t" r="r" b="b"/>
                <a:pathLst>
                  <a:path w="50" h="105" extrusionOk="0">
                    <a:moveTo>
                      <a:pt x="50" y="55"/>
                    </a:moveTo>
                    <a:lnTo>
                      <a:pt x="0" y="105"/>
                    </a:lnTo>
                    <a:lnTo>
                      <a:pt x="0" y="50"/>
                    </a:lnTo>
                    <a:lnTo>
                      <a:pt x="50" y="0"/>
                    </a:lnTo>
                    <a:lnTo>
                      <a:pt x="50" y="5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>
                <a:off x="5318125" y="1889125"/>
                <a:ext cx="79375" cy="166688"/>
              </a:xfrm>
              <a:custGeom>
                <a:avLst/>
                <a:gdLst/>
                <a:ahLst/>
                <a:cxnLst/>
                <a:rect l="l" t="t" r="r" b="b"/>
                <a:pathLst>
                  <a:path w="50" h="105" extrusionOk="0">
                    <a:moveTo>
                      <a:pt x="50" y="56"/>
                    </a:moveTo>
                    <a:lnTo>
                      <a:pt x="0" y="105"/>
                    </a:lnTo>
                    <a:lnTo>
                      <a:pt x="0" y="50"/>
                    </a:lnTo>
                    <a:lnTo>
                      <a:pt x="50" y="0"/>
                    </a:lnTo>
                    <a:lnTo>
                      <a:pt x="50" y="56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>
                <a:off x="5318125" y="1714500"/>
                <a:ext cx="79375" cy="166688"/>
              </a:xfrm>
              <a:custGeom>
                <a:avLst/>
                <a:gdLst/>
                <a:ahLst/>
                <a:cxnLst/>
                <a:rect l="l" t="t" r="r" b="b"/>
                <a:pathLst>
                  <a:path w="50" h="105" extrusionOk="0">
                    <a:moveTo>
                      <a:pt x="0" y="50"/>
                    </a:moveTo>
                    <a:lnTo>
                      <a:pt x="50" y="0"/>
                    </a:lnTo>
                    <a:lnTo>
                      <a:pt x="50" y="55"/>
                    </a:lnTo>
                    <a:lnTo>
                      <a:pt x="0" y="105"/>
                    </a:lnTo>
                    <a:lnTo>
                      <a:pt x="0" y="5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" name="Google Shape;63;p3"/>
              <p:cNvSpPr/>
              <p:nvPr/>
            </p:nvSpPr>
            <p:spPr>
              <a:xfrm>
                <a:off x="4613275" y="2943225"/>
                <a:ext cx="784225" cy="82550"/>
              </a:xfrm>
              <a:custGeom>
                <a:avLst/>
                <a:gdLst/>
                <a:ahLst/>
                <a:cxnLst/>
                <a:rect l="l" t="t" r="r" b="b"/>
                <a:pathLst>
                  <a:path w="494" h="52" extrusionOk="0">
                    <a:moveTo>
                      <a:pt x="494" y="52"/>
                    </a:moveTo>
                    <a:lnTo>
                      <a:pt x="494" y="0"/>
                    </a:lnTo>
                    <a:lnTo>
                      <a:pt x="51" y="0"/>
                    </a:lnTo>
                    <a:lnTo>
                      <a:pt x="0" y="52"/>
                    </a:lnTo>
                    <a:lnTo>
                      <a:pt x="494" y="5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" name="Google Shape;64;p3"/>
              <p:cNvSpPr/>
              <p:nvPr/>
            </p:nvSpPr>
            <p:spPr>
              <a:xfrm>
                <a:off x="4438650" y="2943225"/>
                <a:ext cx="168275" cy="82550"/>
              </a:xfrm>
              <a:custGeom>
                <a:avLst/>
                <a:gdLst/>
                <a:ahLst/>
                <a:cxnLst/>
                <a:rect l="l" t="t" r="r" b="b"/>
                <a:pathLst>
                  <a:path w="106" h="52" extrusionOk="0">
                    <a:moveTo>
                      <a:pt x="55" y="52"/>
                    </a:moveTo>
                    <a:lnTo>
                      <a:pt x="106" y="0"/>
                    </a:lnTo>
                    <a:lnTo>
                      <a:pt x="50" y="0"/>
                    </a:lnTo>
                    <a:lnTo>
                      <a:pt x="0" y="52"/>
                    </a:lnTo>
                    <a:lnTo>
                      <a:pt x="55" y="5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" name="Google Shape;65;p3"/>
              <p:cNvSpPr/>
              <p:nvPr/>
            </p:nvSpPr>
            <p:spPr>
              <a:xfrm>
                <a:off x="4262438" y="2943225"/>
                <a:ext cx="166688" cy="82550"/>
              </a:xfrm>
              <a:custGeom>
                <a:avLst/>
                <a:gdLst/>
                <a:ahLst/>
                <a:cxnLst/>
                <a:rect l="l" t="t" r="r" b="b"/>
                <a:pathLst>
                  <a:path w="105" h="52" extrusionOk="0">
                    <a:moveTo>
                      <a:pt x="56" y="52"/>
                    </a:moveTo>
                    <a:lnTo>
                      <a:pt x="105" y="0"/>
                    </a:lnTo>
                    <a:lnTo>
                      <a:pt x="50" y="0"/>
                    </a:lnTo>
                    <a:lnTo>
                      <a:pt x="0" y="52"/>
                    </a:lnTo>
                    <a:lnTo>
                      <a:pt x="56" y="5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4087813" y="2943225"/>
                <a:ext cx="166688" cy="82550"/>
              </a:xfrm>
              <a:custGeom>
                <a:avLst/>
                <a:gdLst/>
                <a:ahLst/>
                <a:cxnLst/>
                <a:rect l="l" t="t" r="r" b="b"/>
                <a:pathLst>
                  <a:path w="105" h="52" extrusionOk="0">
                    <a:moveTo>
                      <a:pt x="50" y="0"/>
                    </a:moveTo>
                    <a:lnTo>
                      <a:pt x="0" y="52"/>
                    </a:lnTo>
                    <a:lnTo>
                      <a:pt x="55" y="52"/>
                    </a:lnTo>
                    <a:lnTo>
                      <a:pt x="105" y="0"/>
                    </a:lnTo>
                    <a:lnTo>
                      <a:pt x="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7" name="Google Shape;67;p3"/>
            <p:cNvGrpSpPr/>
            <p:nvPr/>
          </p:nvGrpSpPr>
          <p:grpSpPr>
            <a:xfrm>
              <a:off x="7917802" y="145611"/>
              <a:ext cx="1025928" cy="248431"/>
              <a:chOff x="4287838" y="1025525"/>
              <a:chExt cx="708025" cy="171450"/>
            </a:xfrm>
          </p:grpSpPr>
          <p:sp>
            <p:nvSpPr>
              <p:cNvPr id="68" name="Google Shape;68;p3"/>
              <p:cNvSpPr/>
              <p:nvPr/>
            </p:nvSpPr>
            <p:spPr>
              <a:xfrm>
                <a:off x="4914900" y="1025525"/>
                <a:ext cx="80963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51" h="108" extrusionOk="0">
                    <a:moveTo>
                      <a:pt x="38" y="0"/>
                    </a:moveTo>
                    <a:lnTo>
                      <a:pt x="51" y="10"/>
                    </a:lnTo>
                    <a:lnTo>
                      <a:pt x="21" y="54"/>
                    </a:lnTo>
                    <a:lnTo>
                      <a:pt x="51" y="99"/>
                    </a:lnTo>
                    <a:lnTo>
                      <a:pt x="38" y="108"/>
                    </a:lnTo>
                    <a:lnTo>
                      <a:pt x="0" y="54"/>
                    </a:lnTo>
                    <a:lnTo>
                      <a:pt x="38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4846638" y="1025525"/>
                <a:ext cx="80963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51" h="108" extrusionOk="0">
                    <a:moveTo>
                      <a:pt x="37" y="0"/>
                    </a:moveTo>
                    <a:lnTo>
                      <a:pt x="51" y="10"/>
                    </a:lnTo>
                    <a:lnTo>
                      <a:pt x="20" y="54"/>
                    </a:lnTo>
                    <a:lnTo>
                      <a:pt x="51" y="99"/>
                    </a:lnTo>
                    <a:lnTo>
                      <a:pt x="37" y="108"/>
                    </a:lnTo>
                    <a:lnTo>
                      <a:pt x="0" y="54"/>
                    </a:lnTo>
                    <a:lnTo>
                      <a:pt x="3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4776788" y="1025525"/>
                <a:ext cx="79375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50" h="108" extrusionOk="0">
                    <a:moveTo>
                      <a:pt x="37" y="0"/>
                    </a:moveTo>
                    <a:lnTo>
                      <a:pt x="50" y="10"/>
                    </a:lnTo>
                    <a:lnTo>
                      <a:pt x="19" y="54"/>
                    </a:lnTo>
                    <a:lnTo>
                      <a:pt x="50" y="99"/>
                    </a:lnTo>
                    <a:lnTo>
                      <a:pt x="37" y="108"/>
                    </a:lnTo>
                    <a:lnTo>
                      <a:pt x="0" y="54"/>
                    </a:lnTo>
                    <a:lnTo>
                      <a:pt x="3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" name="Google Shape;71;p3"/>
              <p:cNvSpPr/>
              <p:nvPr/>
            </p:nvSpPr>
            <p:spPr>
              <a:xfrm>
                <a:off x="4706938" y="1025525"/>
                <a:ext cx="80963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51" h="108" extrusionOk="0">
                    <a:moveTo>
                      <a:pt x="37" y="0"/>
                    </a:moveTo>
                    <a:lnTo>
                      <a:pt x="51" y="10"/>
                    </a:lnTo>
                    <a:lnTo>
                      <a:pt x="20" y="54"/>
                    </a:lnTo>
                    <a:lnTo>
                      <a:pt x="51" y="99"/>
                    </a:lnTo>
                    <a:lnTo>
                      <a:pt x="37" y="108"/>
                    </a:lnTo>
                    <a:lnTo>
                      <a:pt x="0" y="54"/>
                    </a:lnTo>
                    <a:lnTo>
                      <a:pt x="3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" name="Google Shape;72;p3"/>
              <p:cNvSpPr/>
              <p:nvPr/>
            </p:nvSpPr>
            <p:spPr>
              <a:xfrm>
                <a:off x="4637088" y="1025525"/>
                <a:ext cx="79375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50" h="108" extrusionOk="0">
                    <a:moveTo>
                      <a:pt x="37" y="0"/>
                    </a:moveTo>
                    <a:lnTo>
                      <a:pt x="50" y="10"/>
                    </a:lnTo>
                    <a:lnTo>
                      <a:pt x="19" y="54"/>
                    </a:lnTo>
                    <a:lnTo>
                      <a:pt x="50" y="99"/>
                    </a:lnTo>
                    <a:lnTo>
                      <a:pt x="37" y="108"/>
                    </a:lnTo>
                    <a:lnTo>
                      <a:pt x="0" y="54"/>
                    </a:lnTo>
                    <a:lnTo>
                      <a:pt x="3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4568825" y="1025525"/>
                <a:ext cx="77788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49" h="108" extrusionOk="0">
                    <a:moveTo>
                      <a:pt x="37" y="0"/>
                    </a:moveTo>
                    <a:lnTo>
                      <a:pt x="49" y="10"/>
                    </a:lnTo>
                    <a:lnTo>
                      <a:pt x="19" y="54"/>
                    </a:lnTo>
                    <a:lnTo>
                      <a:pt x="49" y="99"/>
                    </a:lnTo>
                    <a:lnTo>
                      <a:pt x="37" y="108"/>
                    </a:lnTo>
                    <a:lnTo>
                      <a:pt x="0" y="54"/>
                    </a:lnTo>
                    <a:lnTo>
                      <a:pt x="3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4497388" y="1025525"/>
                <a:ext cx="80963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51" h="108" extrusionOk="0">
                    <a:moveTo>
                      <a:pt x="37" y="0"/>
                    </a:moveTo>
                    <a:lnTo>
                      <a:pt x="51" y="10"/>
                    </a:lnTo>
                    <a:lnTo>
                      <a:pt x="20" y="54"/>
                    </a:lnTo>
                    <a:lnTo>
                      <a:pt x="51" y="99"/>
                    </a:lnTo>
                    <a:lnTo>
                      <a:pt x="37" y="108"/>
                    </a:lnTo>
                    <a:lnTo>
                      <a:pt x="0" y="54"/>
                    </a:lnTo>
                    <a:lnTo>
                      <a:pt x="3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4427538" y="1025525"/>
                <a:ext cx="79375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50" h="108" extrusionOk="0">
                    <a:moveTo>
                      <a:pt x="38" y="0"/>
                    </a:moveTo>
                    <a:lnTo>
                      <a:pt x="50" y="10"/>
                    </a:lnTo>
                    <a:lnTo>
                      <a:pt x="20" y="54"/>
                    </a:lnTo>
                    <a:lnTo>
                      <a:pt x="50" y="99"/>
                    </a:lnTo>
                    <a:lnTo>
                      <a:pt x="38" y="108"/>
                    </a:lnTo>
                    <a:lnTo>
                      <a:pt x="0" y="54"/>
                    </a:lnTo>
                    <a:lnTo>
                      <a:pt x="38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" name="Google Shape;76;p3"/>
              <p:cNvSpPr/>
              <p:nvPr/>
            </p:nvSpPr>
            <p:spPr>
              <a:xfrm>
                <a:off x="4359275" y="1025525"/>
                <a:ext cx="79375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50" h="108" extrusionOk="0">
                    <a:moveTo>
                      <a:pt x="37" y="0"/>
                    </a:moveTo>
                    <a:lnTo>
                      <a:pt x="50" y="10"/>
                    </a:lnTo>
                    <a:lnTo>
                      <a:pt x="19" y="54"/>
                    </a:lnTo>
                    <a:lnTo>
                      <a:pt x="50" y="99"/>
                    </a:lnTo>
                    <a:lnTo>
                      <a:pt x="37" y="108"/>
                    </a:lnTo>
                    <a:lnTo>
                      <a:pt x="0" y="54"/>
                    </a:lnTo>
                    <a:lnTo>
                      <a:pt x="3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" name="Google Shape;77;p3"/>
              <p:cNvSpPr/>
              <p:nvPr/>
            </p:nvSpPr>
            <p:spPr>
              <a:xfrm>
                <a:off x="4287838" y="1025525"/>
                <a:ext cx="80963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51" h="108" extrusionOk="0">
                    <a:moveTo>
                      <a:pt x="37" y="0"/>
                    </a:moveTo>
                    <a:lnTo>
                      <a:pt x="51" y="10"/>
                    </a:lnTo>
                    <a:lnTo>
                      <a:pt x="20" y="54"/>
                    </a:lnTo>
                    <a:lnTo>
                      <a:pt x="51" y="99"/>
                    </a:lnTo>
                    <a:lnTo>
                      <a:pt x="37" y="108"/>
                    </a:lnTo>
                    <a:lnTo>
                      <a:pt x="0" y="54"/>
                    </a:lnTo>
                    <a:lnTo>
                      <a:pt x="3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5"/>
          <p:cNvSpPr>
            <a:spLocks noGrp="1"/>
          </p:cNvSpPr>
          <p:nvPr>
            <p:ph type="pic" idx="2"/>
          </p:nvPr>
        </p:nvSpPr>
        <p:spPr>
          <a:xfrm>
            <a:off x="4829575" y="539550"/>
            <a:ext cx="3601200" cy="4064400"/>
          </a:xfrm>
          <a:prstGeom prst="snip2DiagRect">
            <a:avLst>
              <a:gd name="adj1" fmla="val 0"/>
              <a:gd name="adj2" fmla="val 16667"/>
            </a:avLst>
          </a:prstGeom>
          <a:noFill/>
          <a:ln>
            <a:noFill/>
          </a:ln>
        </p:spPr>
      </p:sp>
      <p:sp>
        <p:nvSpPr>
          <p:cNvPr id="165" name="Google Shape;165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66" name="Google Shape;166;p5"/>
          <p:cNvSpPr txBox="1">
            <a:spLocks noGrp="1"/>
          </p:cNvSpPr>
          <p:nvPr>
            <p:ph type="subTitle" idx="1"/>
          </p:nvPr>
        </p:nvSpPr>
        <p:spPr>
          <a:xfrm>
            <a:off x="719994" y="3450799"/>
            <a:ext cx="3246600" cy="115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67" name="Google Shape;167;p5"/>
          <p:cNvSpPr txBox="1">
            <a:spLocks noGrp="1"/>
          </p:cNvSpPr>
          <p:nvPr>
            <p:ph type="subTitle" idx="3"/>
          </p:nvPr>
        </p:nvSpPr>
        <p:spPr>
          <a:xfrm>
            <a:off x="720000" y="1696374"/>
            <a:ext cx="3246600" cy="115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68" name="Google Shape;168;p5"/>
          <p:cNvSpPr txBox="1">
            <a:spLocks noGrp="1"/>
          </p:cNvSpPr>
          <p:nvPr>
            <p:ph type="subTitle" idx="4"/>
          </p:nvPr>
        </p:nvSpPr>
        <p:spPr>
          <a:xfrm>
            <a:off x="720005" y="1322625"/>
            <a:ext cx="32466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lt2"/>
                </a:solidFill>
                <a:latin typeface="Impact"/>
                <a:ea typeface="Impact"/>
                <a:cs typeface="Impact"/>
                <a:sym typeface="Impac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69" name="Google Shape;169;p5"/>
          <p:cNvSpPr txBox="1">
            <a:spLocks noGrp="1"/>
          </p:cNvSpPr>
          <p:nvPr>
            <p:ph type="subTitle" idx="5"/>
          </p:nvPr>
        </p:nvSpPr>
        <p:spPr>
          <a:xfrm>
            <a:off x="719994" y="3077050"/>
            <a:ext cx="32466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lt2"/>
                </a:solidFill>
                <a:latin typeface="Impact"/>
                <a:ea typeface="Impact"/>
                <a:cs typeface="Impact"/>
                <a:sym typeface="Impac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grpSp>
        <p:nvGrpSpPr>
          <p:cNvPr id="170" name="Google Shape;170;p5"/>
          <p:cNvGrpSpPr/>
          <p:nvPr/>
        </p:nvGrpSpPr>
        <p:grpSpPr>
          <a:xfrm>
            <a:off x="200264" y="118"/>
            <a:ext cx="8943739" cy="4997799"/>
            <a:chOff x="200264" y="118"/>
            <a:chExt cx="8943739" cy="4997799"/>
          </a:xfrm>
        </p:grpSpPr>
        <p:grpSp>
          <p:nvGrpSpPr>
            <p:cNvPr id="171" name="Google Shape;171;p5"/>
            <p:cNvGrpSpPr/>
            <p:nvPr/>
          </p:nvGrpSpPr>
          <p:grpSpPr>
            <a:xfrm rot="10800000" flipH="1">
              <a:off x="7356018" y="118"/>
              <a:ext cx="1787985" cy="1790153"/>
              <a:chOff x="4087813" y="1714500"/>
              <a:chExt cx="1309688" cy="1311275"/>
            </a:xfrm>
          </p:grpSpPr>
          <p:sp>
            <p:nvSpPr>
              <p:cNvPr id="172" name="Google Shape;172;p5"/>
              <p:cNvSpPr/>
              <p:nvPr/>
            </p:nvSpPr>
            <p:spPr>
              <a:xfrm>
                <a:off x="5318125" y="2239963"/>
                <a:ext cx="79375" cy="785813"/>
              </a:xfrm>
              <a:custGeom>
                <a:avLst/>
                <a:gdLst/>
                <a:ahLst/>
                <a:cxnLst/>
                <a:rect l="l" t="t" r="r" b="b"/>
                <a:pathLst>
                  <a:path w="50" h="495" extrusionOk="0">
                    <a:moveTo>
                      <a:pt x="50" y="495"/>
                    </a:moveTo>
                    <a:lnTo>
                      <a:pt x="0" y="495"/>
                    </a:lnTo>
                    <a:lnTo>
                      <a:pt x="0" y="50"/>
                    </a:lnTo>
                    <a:lnTo>
                      <a:pt x="50" y="0"/>
                    </a:lnTo>
                    <a:lnTo>
                      <a:pt x="50" y="49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3" name="Google Shape;173;p5"/>
              <p:cNvSpPr/>
              <p:nvPr/>
            </p:nvSpPr>
            <p:spPr>
              <a:xfrm>
                <a:off x="5318125" y="2065338"/>
                <a:ext cx="79375" cy="166688"/>
              </a:xfrm>
              <a:custGeom>
                <a:avLst/>
                <a:gdLst/>
                <a:ahLst/>
                <a:cxnLst/>
                <a:rect l="l" t="t" r="r" b="b"/>
                <a:pathLst>
                  <a:path w="50" h="105" extrusionOk="0">
                    <a:moveTo>
                      <a:pt x="50" y="55"/>
                    </a:moveTo>
                    <a:lnTo>
                      <a:pt x="0" y="105"/>
                    </a:lnTo>
                    <a:lnTo>
                      <a:pt x="0" y="50"/>
                    </a:lnTo>
                    <a:lnTo>
                      <a:pt x="50" y="0"/>
                    </a:lnTo>
                    <a:lnTo>
                      <a:pt x="50" y="5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4" name="Google Shape;174;p5"/>
              <p:cNvSpPr/>
              <p:nvPr/>
            </p:nvSpPr>
            <p:spPr>
              <a:xfrm>
                <a:off x="5318125" y="1889125"/>
                <a:ext cx="79375" cy="166688"/>
              </a:xfrm>
              <a:custGeom>
                <a:avLst/>
                <a:gdLst/>
                <a:ahLst/>
                <a:cxnLst/>
                <a:rect l="l" t="t" r="r" b="b"/>
                <a:pathLst>
                  <a:path w="50" h="105" extrusionOk="0">
                    <a:moveTo>
                      <a:pt x="50" y="56"/>
                    </a:moveTo>
                    <a:lnTo>
                      <a:pt x="0" y="105"/>
                    </a:lnTo>
                    <a:lnTo>
                      <a:pt x="0" y="50"/>
                    </a:lnTo>
                    <a:lnTo>
                      <a:pt x="50" y="0"/>
                    </a:lnTo>
                    <a:lnTo>
                      <a:pt x="50" y="56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5" name="Google Shape;175;p5"/>
              <p:cNvSpPr/>
              <p:nvPr/>
            </p:nvSpPr>
            <p:spPr>
              <a:xfrm>
                <a:off x="5318125" y="1714500"/>
                <a:ext cx="79375" cy="166688"/>
              </a:xfrm>
              <a:custGeom>
                <a:avLst/>
                <a:gdLst/>
                <a:ahLst/>
                <a:cxnLst/>
                <a:rect l="l" t="t" r="r" b="b"/>
                <a:pathLst>
                  <a:path w="50" h="105" extrusionOk="0">
                    <a:moveTo>
                      <a:pt x="0" y="50"/>
                    </a:moveTo>
                    <a:lnTo>
                      <a:pt x="50" y="0"/>
                    </a:lnTo>
                    <a:lnTo>
                      <a:pt x="50" y="55"/>
                    </a:lnTo>
                    <a:lnTo>
                      <a:pt x="0" y="105"/>
                    </a:lnTo>
                    <a:lnTo>
                      <a:pt x="0" y="5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6" name="Google Shape;176;p5"/>
              <p:cNvSpPr/>
              <p:nvPr/>
            </p:nvSpPr>
            <p:spPr>
              <a:xfrm>
                <a:off x="4613275" y="2943225"/>
                <a:ext cx="784225" cy="82550"/>
              </a:xfrm>
              <a:custGeom>
                <a:avLst/>
                <a:gdLst/>
                <a:ahLst/>
                <a:cxnLst/>
                <a:rect l="l" t="t" r="r" b="b"/>
                <a:pathLst>
                  <a:path w="494" h="52" extrusionOk="0">
                    <a:moveTo>
                      <a:pt x="494" y="52"/>
                    </a:moveTo>
                    <a:lnTo>
                      <a:pt x="494" y="0"/>
                    </a:lnTo>
                    <a:lnTo>
                      <a:pt x="51" y="0"/>
                    </a:lnTo>
                    <a:lnTo>
                      <a:pt x="0" y="52"/>
                    </a:lnTo>
                    <a:lnTo>
                      <a:pt x="494" y="5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7" name="Google Shape;177;p5"/>
              <p:cNvSpPr/>
              <p:nvPr/>
            </p:nvSpPr>
            <p:spPr>
              <a:xfrm>
                <a:off x="4438650" y="2943225"/>
                <a:ext cx="168275" cy="82550"/>
              </a:xfrm>
              <a:custGeom>
                <a:avLst/>
                <a:gdLst/>
                <a:ahLst/>
                <a:cxnLst/>
                <a:rect l="l" t="t" r="r" b="b"/>
                <a:pathLst>
                  <a:path w="106" h="52" extrusionOk="0">
                    <a:moveTo>
                      <a:pt x="55" y="52"/>
                    </a:moveTo>
                    <a:lnTo>
                      <a:pt x="106" y="0"/>
                    </a:lnTo>
                    <a:lnTo>
                      <a:pt x="50" y="0"/>
                    </a:lnTo>
                    <a:lnTo>
                      <a:pt x="0" y="52"/>
                    </a:lnTo>
                    <a:lnTo>
                      <a:pt x="55" y="5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8" name="Google Shape;178;p5"/>
              <p:cNvSpPr/>
              <p:nvPr/>
            </p:nvSpPr>
            <p:spPr>
              <a:xfrm>
                <a:off x="4262438" y="2943225"/>
                <a:ext cx="166688" cy="82550"/>
              </a:xfrm>
              <a:custGeom>
                <a:avLst/>
                <a:gdLst/>
                <a:ahLst/>
                <a:cxnLst/>
                <a:rect l="l" t="t" r="r" b="b"/>
                <a:pathLst>
                  <a:path w="105" h="52" extrusionOk="0">
                    <a:moveTo>
                      <a:pt x="56" y="52"/>
                    </a:moveTo>
                    <a:lnTo>
                      <a:pt x="105" y="0"/>
                    </a:lnTo>
                    <a:lnTo>
                      <a:pt x="50" y="0"/>
                    </a:lnTo>
                    <a:lnTo>
                      <a:pt x="0" y="52"/>
                    </a:lnTo>
                    <a:lnTo>
                      <a:pt x="56" y="5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9" name="Google Shape;179;p5"/>
              <p:cNvSpPr/>
              <p:nvPr/>
            </p:nvSpPr>
            <p:spPr>
              <a:xfrm>
                <a:off x="4087813" y="2943225"/>
                <a:ext cx="166688" cy="82550"/>
              </a:xfrm>
              <a:custGeom>
                <a:avLst/>
                <a:gdLst/>
                <a:ahLst/>
                <a:cxnLst/>
                <a:rect l="l" t="t" r="r" b="b"/>
                <a:pathLst>
                  <a:path w="105" h="52" extrusionOk="0">
                    <a:moveTo>
                      <a:pt x="50" y="0"/>
                    </a:moveTo>
                    <a:lnTo>
                      <a:pt x="0" y="52"/>
                    </a:lnTo>
                    <a:lnTo>
                      <a:pt x="55" y="52"/>
                    </a:lnTo>
                    <a:lnTo>
                      <a:pt x="105" y="0"/>
                    </a:lnTo>
                    <a:lnTo>
                      <a:pt x="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80" name="Google Shape;180;p5"/>
            <p:cNvGrpSpPr/>
            <p:nvPr/>
          </p:nvGrpSpPr>
          <p:grpSpPr>
            <a:xfrm>
              <a:off x="200264" y="4749486"/>
              <a:ext cx="1025928" cy="248431"/>
              <a:chOff x="4287838" y="1025525"/>
              <a:chExt cx="708025" cy="171450"/>
            </a:xfrm>
          </p:grpSpPr>
          <p:sp>
            <p:nvSpPr>
              <p:cNvPr id="181" name="Google Shape;181;p5"/>
              <p:cNvSpPr/>
              <p:nvPr/>
            </p:nvSpPr>
            <p:spPr>
              <a:xfrm>
                <a:off x="4914900" y="1025525"/>
                <a:ext cx="80963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51" h="108" extrusionOk="0">
                    <a:moveTo>
                      <a:pt x="38" y="0"/>
                    </a:moveTo>
                    <a:lnTo>
                      <a:pt x="51" y="10"/>
                    </a:lnTo>
                    <a:lnTo>
                      <a:pt x="21" y="54"/>
                    </a:lnTo>
                    <a:lnTo>
                      <a:pt x="51" y="99"/>
                    </a:lnTo>
                    <a:lnTo>
                      <a:pt x="38" y="108"/>
                    </a:lnTo>
                    <a:lnTo>
                      <a:pt x="0" y="54"/>
                    </a:lnTo>
                    <a:lnTo>
                      <a:pt x="38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2" name="Google Shape;182;p5"/>
              <p:cNvSpPr/>
              <p:nvPr/>
            </p:nvSpPr>
            <p:spPr>
              <a:xfrm>
                <a:off x="4846638" y="1025525"/>
                <a:ext cx="80963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51" h="108" extrusionOk="0">
                    <a:moveTo>
                      <a:pt x="37" y="0"/>
                    </a:moveTo>
                    <a:lnTo>
                      <a:pt x="51" y="10"/>
                    </a:lnTo>
                    <a:lnTo>
                      <a:pt x="20" y="54"/>
                    </a:lnTo>
                    <a:lnTo>
                      <a:pt x="51" y="99"/>
                    </a:lnTo>
                    <a:lnTo>
                      <a:pt x="37" y="108"/>
                    </a:lnTo>
                    <a:lnTo>
                      <a:pt x="0" y="54"/>
                    </a:lnTo>
                    <a:lnTo>
                      <a:pt x="3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3" name="Google Shape;183;p5"/>
              <p:cNvSpPr/>
              <p:nvPr/>
            </p:nvSpPr>
            <p:spPr>
              <a:xfrm>
                <a:off x="4776788" y="1025525"/>
                <a:ext cx="79375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50" h="108" extrusionOk="0">
                    <a:moveTo>
                      <a:pt x="37" y="0"/>
                    </a:moveTo>
                    <a:lnTo>
                      <a:pt x="50" y="10"/>
                    </a:lnTo>
                    <a:lnTo>
                      <a:pt x="19" y="54"/>
                    </a:lnTo>
                    <a:lnTo>
                      <a:pt x="50" y="99"/>
                    </a:lnTo>
                    <a:lnTo>
                      <a:pt x="37" y="108"/>
                    </a:lnTo>
                    <a:lnTo>
                      <a:pt x="0" y="54"/>
                    </a:lnTo>
                    <a:lnTo>
                      <a:pt x="3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4" name="Google Shape;184;p5"/>
              <p:cNvSpPr/>
              <p:nvPr/>
            </p:nvSpPr>
            <p:spPr>
              <a:xfrm>
                <a:off x="4706938" y="1025525"/>
                <a:ext cx="80963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51" h="108" extrusionOk="0">
                    <a:moveTo>
                      <a:pt x="37" y="0"/>
                    </a:moveTo>
                    <a:lnTo>
                      <a:pt x="51" y="10"/>
                    </a:lnTo>
                    <a:lnTo>
                      <a:pt x="20" y="54"/>
                    </a:lnTo>
                    <a:lnTo>
                      <a:pt x="51" y="99"/>
                    </a:lnTo>
                    <a:lnTo>
                      <a:pt x="37" y="108"/>
                    </a:lnTo>
                    <a:lnTo>
                      <a:pt x="0" y="54"/>
                    </a:lnTo>
                    <a:lnTo>
                      <a:pt x="3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5" name="Google Shape;185;p5"/>
              <p:cNvSpPr/>
              <p:nvPr/>
            </p:nvSpPr>
            <p:spPr>
              <a:xfrm>
                <a:off x="4637088" y="1025525"/>
                <a:ext cx="79375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50" h="108" extrusionOk="0">
                    <a:moveTo>
                      <a:pt x="37" y="0"/>
                    </a:moveTo>
                    <a:lnTo>
                      <a:pt x="50" y="10"/>
                    </a:lnTo>
                    <a:lnTo>
                      <a:pt x="19" y="54"/>
                    </a:lnTo>
                    <a:lnTo>
                      <a:pt x="50" y="99"/>
                    </a:lnTo>
                    <a:lnTo>
                      <a:pt x="37" y="108"/>
                    </a:lnTo>
                    <a:lnTo>
                      <a:pt x="0" y="54"/>
                    </a:lnTo>
                    <a:lnTo>
                      <a:pt x="3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6" name="Google Shape;186;p5"/>
              <p:cNvSpPr/>
              <p:nvPr/>
            </p:nvSpPr>
            <p:spPr>
              <a:xfrm>
                <a:off x="4568825" y="1025525"/>
                <a:ext cx="77788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49" h="108" extrusionOk="0">
                    <a:moveTo>
                      <a:pt x="37" y="0"/>
                    </a:moveTo>
                    <a:lnTo>
                      <a:pt x="49" y="10"/>
                    </a:lnTo>
                    <a:lnTo>
                      <a:pt x="19" y="54"/>
                    </a:lnTo>
                    <a:lnTo>
                      <a:pt x="49" y="99"/>
                    </a:lnTo>
                    <a:lnTo>
                      <a:pt x="37" y="108"/>
                    </a:lnTo>
                    <a:lnTo>
                      <a:pt x="0" y="54"/>
                    </a:lnTo>
                    <a:lnTo>
                      <a:pt x="3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7" name="Google Shape;187;p5"/>
              <p:cNvSpPr/>
              <p:nvPr/>
            </p:nvSpPr>
            <p:spPr>
              <a:xfrm>
                <a:off x="4497388" y="1025525"/>
                <a:ext cx="80963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51" h="108" extrusionOk="0">
                    <a:moveTo>
                      <a:pt x="37" y="0"/>
                    </a:moveTo>
                    <a:lnTo>
                      <a:pt x="51" y="10"/>
                    </a:lnTo>
                    <a:lnTo>
                      <a:pt x="20" y="54"/>
                    </a:lnTo>
                    <a:lnTo>
                      <a:pt x="51" y="99"/>
                    </a:lnTo>
                    <a:lnTo>
                      <a:pt x="37" y="108"/>
                    </a:lnTo>
                    <a:lnTo>
                      <a:pt x="0" y="54"/>
                    </a:lnTo>
                    <a:lnTo>
                      <a:pt x="3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8" name="Google Shape;188;p5"/>
              <p:cNvSpPr/>
              <p:nvPr/>
            </p:nvSpPr>
            <p:spPr>
              <a:xfrm>
                <a:off x="4427538" y="1025525"/>
                <a:ext cx="79375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50" h="108" extrusionOk="0">
                    <a:moveTo>
                      <a:pt x="38" y="0"/>
                    </a:moveTo>
                    <a:lnTo>
                      <a:pt x="50" y="10"/>
                    </a:lnTo>
                    <a:lnTo>
                      <a:pt x="20" y="54"/>
                    </a:lnTo>
                    <a:lnTo>
                      <a:pt x="50" y="99"/>
                    </a:lnTo>
                    <a:lnTo>
                      <a:pt x="38" y="108"/>
                    </a:lnTo>
                    <a:lnTo>
                      <a:pt x="0" y="54"/>
                    </a:lnTo>
                    <a:lnTo>
                      <a:pt x="38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9" name="Google Shape;189;p5"/>
              <p:cNvSpPr/>
              <p:nvPr/>
            </p:nvSpPr>
            <p:spPr>
              <a:xfrm>
                <a:off x="4359275" y="1025525"/>
                <a:ext cx="79375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50" h="108" extrusionOk="0">
                    <a:moveTo>
                      <a:pt x="37" y="0"/>
                    </a:moveTo>
                    <a:lnTo>
                      <a:pt x="50" y="10"/>
                    </a:lnTo>
                    <a:lnTo>
                      <a:pt x="19" y="54"/>
                    </a:lnTo>
                    <a:lnTo>
                      <a:pt x="50" y="99"/>
                    </a:lnTo>
                    <a:lnTo>
                      <a:pt x="37" y="108"/>
                    </a:lnTo>
                    <a:lnTo>
                      <a:pt x="0" y="54"/>
                    </a:lnTo>
                    <a:lnTo>
                      <a:pt x="3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0" name="Google Shape;190;p5"/>
              <p:cNvSpPr/>
              <p:nvPr/>
            </p:nvSpPr>
            <p:spPr>
              <a:xfrm>
                <a:off x="4287838" y="1025525"/>
                <a:ext cx="80963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51" h="108" extrusionOk="0">
                    <a:moveTo>
                      <a:pt x="37" y="0"/>
                    </a:moveTo>
                    <a:lnTo>
                      <a:pt x="51" y="10"/>
                    </a:lnTo>
                    <a:lnTo>
                      <a:pt x="20" y="54"/>
                    </a:lnTo>
                    <a:lnTo>
                      <a:pt x="51" y="99"/>
                    </a:lnTo>
                    <a:lnTo>
                      <a:pt x="37" y="108"/>
                    </a:lnTo>
                    <a:lnTo>
                      <a:pt x="0" y="54"/>
                    </a:lnTo>
                    <a:lnTo>
                      <a:pt x="3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91" name="Google Shape;191;p5"/>
          <p:cNvGrpSpPr/>
          <p:nvPr/>
        </p:nvGrpSpPr>
        <p:grpSpPr>
          <a:xfrm>
            <a:off x="-172819" y="170821"/>
            <a:ext cx="738953" cy="737378"/>
            <a:chOff x="1120775" y="368300"/>
            <a:chExt cx="744538" cy="742950"/>
          </a:xfrm>
        </p:grpSpPr>
        <p:sp>
          <p:nvSpPr>
            <p:cNvPr id="192" name="Google Shape;192;p5"/>
            <p:cNvSpPr/>
            <p:nvPr/>
          </p:nvSpPr>
          <p:spPr>
            <a:xfrm>
              <a:off x="1120775" y="739775"/>
              <a:ext cx="60325" cy="157163"/>
            </a:xfrm>
            <a:custGeom>
              <a:avLst/>
              <a:gdLst/>
              <a:ahLst/>
              <a:cxnLst/>
              <a:rect l="l" t="t" r="r" b="b"/>
              <a:pathLst>
                <a:path w="36" h="94" extrusionOk="0">
                  <a:moveTo>
                    <a:pt x="21" y="94"/>
                  </a:moveTo>
                  <a:cubicBezTo>
                    <a:pt x="7" y="64"/>
                    <a:pt x="0" y="33"/>
                    <a:pt x="0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17" y="30"/>
                    <a:pt x="23" y="59"/>
                    <a:pt x="36" y="87"/>
                  </a:cubicBezTo>
                  <a:lnTo>
                    <a:pt x="21" y="9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" name="Google Shape;193;p5"/>
            <p:cNvSpPr/>
            <p:nvPr/>
          </p:nvSpPr>
          <p:spPr>
            <a:xfrm>
              <a:off x="1184275" y="930275"/>
              <a:ext cx="127000" cy="125413"/>
            </a:xfrm>
            <a:custGeom>
              <a:avLst/>
              <a:gdLst/>
              <a:ahLst/>
              <a:cxnLst/>
              <a:rect l="l" t="t" r="r" b="b"/>
              <a:pathLst>
                <a:path w="76" h="75" extrusionOk="0">
                  <a:moveTo>
                    <a:pt x="67" y="75"/>
                  </a:moveTo>
                  <a:cubicBezTo>
                    <a:pt x="41" y="58"/>
                    <a:pt x="17" y="35"/>
                    <a:pt x="0" y="9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30" y="24"/>
                    <a:pt x="51" y="45"/>
                    <a:pt x="76" y="61"/>
                  </a:cubicBezTo>
                  <a:lnTo>
                    <a:pt x="67" y="75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4" name="Google Shape;194;p5"/>
            <p:cNvSpPr/>
            <p:nvPr/>
          </p:nvSpPr>
          <p:spPr>
            <a:xfrm>
              <a:off x="1341438" y="1054100"/>
              <a:ext cx="69850" cy="46037"/>
            </a:xfrm>
            <a:custGeom>
              <a:avLst/>
              <a:gdLst/>
              <a:ahLst/>
              <a:cxnLst/>
              <a:rect l="l" t="t" r="r" b="b"/>
              <a:pathLst>
                <a:path w="41" h="27" extrusionOk="0">
                  <a:moveTo>
                    <a:pt x="37" y="27"/>
                  </a:moveTo>
                  <a:cubicBezTo>
                    <a:pt x="25" y="24"/>
                    <a:pt x="12" y="20"/>
                    <a:pt x="0" y="15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8" y="5"/>
                    <a:pt x="30" y="9"/>
                    <a:pt x="41" y="11"/>
                  </a:cubicBezTo>
                  <a:lnTo>
                    <a:pt x="37" y="27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5" name="Google Shape;195;p5"/>
            <p:cNvSpPr/>
            <p:nvPr/>
          </p:nvSpPr>
          <p:spPr>
            <a:xfrm>
              <a:off x="1447800" y="1057275"/>
              <a:ext cx="187325" cy="53975"/>
            </a:xfrm>
            <a:custGeom>
              <a:avLst/>
              <a:gdLst/>
              <a:ahLst/>
              <a:cxnLst/>
              <a:rect l="l" t="t" r="r" b="b"/>
              <a:pathLst>
                <a:path w="111" h="32" extrusionOk="0">
                  <a:moveTo>
                    <a:pt x="27" y="32"/>
                  </a:moveTo>
                  <a:cubicBezTo>
                    <a:pt x="18" y="32"/>
                    <a:pt x="9" y="31"/>
                    <a:pt x="0" y="30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10" y="15"/>
                    <a:pt x="18" y="15"/>
                    <a:pt x="27" y="15"/>
                  </a:cubicBezTo>
                  <a:cubicBezTo>
                    <a:pt x="54" y="15"/>
                    <a:pt x="80" y="10"/>
                    <a:pt x="104" y="0"/>
                  </a:cubicBezTo>
                  <a:cubicBezTo>
                    <a:pt x="111" y="15"/>
                    <a:pt x="111" y="15"/>
                    <a:pt x="111" y="15"/>
                  </a:cubicBezTo>
                  <a:cubicBezTo>
                    <a:pt x="84" y="26"/>
                    <a:pt x="56" y="32"/>
                    <a:pt x="27" y="3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" name="Google Shape;196;p5"/>
            <p:cNvSpPr/>
            <p:nvPr/>
          </p:nvSpPr>
          <p:spPr>
            <a:xfrm>
              <a:off x="1681163" y="923925"/>
              <a:ext cx="127000" cy="127000"/>
            </a:xfrm>
            <a:custGeom>
              <a:avLst/>
              <a:gdLst/>
              <a:ahLst/>
              <a:cxnLst/>
              <a:rect l="l" t="t" r="r" b="b"/>
              <a:pathLst>
                <a:path w="75" h="75" extrusionOk="0">
                  <a:moveTo>
                    <a:pt x="9" y="75"/>
                  </a:moveTo>
                  <a:cubicBezTo>
                    <a:pt x="0" y="61"/>
                    <a:pt x="0" y="61"/>
                    <a:pt x="0" y="61"/>
                  </a:cubicBezTo>
                  <a:cubicBezTo>
                    <a:pt x="24" y="46"/>
                    <a:pt x="45" y="24"/>
                    <a:pt x="61" y="0"/>
                  </a:cubicBezTo>
                  <a:cubicBezTo>
                    <a:pt x="75" y="9"/>
                    <a:pt x="75" y="9"/>
                    <a:pt x="75" y="9"/>
                  </a:cubicBezTo>
                  <a:cubicBezTo>
                    <a:pt x="58" y="35"/>
                    <a:pt x="35" y="58"/>
                    <a:pt x="9" y="7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" name="Google Shape;197;p5"/>
            <p:cNvSpPr/>
            <p:nvPr/>
          </p:nvSpPr>
          <p:spPr>
            <a:xfrm>
              <a:off x="1830388" y="668338"/>
              <a:ext cx="34925" cy="142875"/>
            </a:xfrm>
            <a:custGeom>
              <a:avLst/>
              <a:gdLst/>
              <a:ahLst/>
              <a:cxnLst/>
              <a:rect l="l" t="t" r="r" b="b"/>
              <a:pathLst>
                <a:path w="20" h="85" extrusionOk="0">
                  <a:moveTo>
                    <a:pt x="16" y="85"/>
                  </a:moveTo>
                  <a:cubicBezTo>
                    <a:pt x="0" y="82"/>
                    <a:pt x="0" y="82"/>
                    <a:pt x="0" y="82"/>
                  </a:cubicBezTo>
                  <a:cubicBezTo>
                    <a:pt x="2" y="69"/>
                    <a:pt x="4" y="56"/>
                    <a:pt x="4" y="42"/>
                  </a:cubicBezTo>
                  <a:cubicBezTo>
                    <a:pt x="4" y="29"/>
                    <a:pt x="2" y="16"/>
                    <a:pt x="0" y="3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9" y="14"/>
                    <a:pt x="20" y="28"/>
                    <a:pt x="20" y="42"/>
                  </a:cubicBezTo>
                  <a:cubicBezTo>
                    <a:pt x="20" y="57"/>
                    <a:pt x="19" y="71"/>
                    <a:pt x="16" y="8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8" name="Google Shape;198;p5"/>
            <p:cNvSpPr/>
            <p:nvPr/>
          </p:nvSpPr>
          <p:spPr>
            <a:xfrm>
              <a:off x="1695450" y="438150"/>
              <a:ext cx="144463" cy="174625"/>
            </a:xfrm>
            <a:custGeom>
              <a:avLst/>
              <a:gdLst/>
              <a:ahLst/>
              <a:cxnLst/>
              <a:rect l="l" t="t" r="r" b="b"/>
              <a:pathLst>
                <a:path w="85" h="103" extrusionOk="0">
                  <a:moveTo>
                    <a:pt x="70" y="103"/>
                  </a:moveTo>
                  <a:cubicBezTo>
                    <a:pt x="55" y="67"/>
                    <a:pt x="31" y="36"/>
                    <a:pt x="0" y="13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44" y="25"/>
                    <a:pt x="70" y="58"/>
                    <a:pt x="85" y="97"/>
                  </a:cubicBezTo>
                  <a:lnTo>
                    <a:pt x="70" y="10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9" name="Google Shape;199;p5"/>
            <p:cNvSpPr/>
            <p:nvPr/>
          </p:nvSpPr>
          <p:spPr>
            <a:xfrm>
              <a:off x="1449388" y="368300"/>
              <a:ext cx="228600" cy="71438"/>
            </a:xfrm>
            <a:custGeom>
              <a:avLst/>
              <a:gdLst/>
              <a:ahLst/>
              <a:cxnLst/>
              <a:rect l="l" t="t" r="r" b="b"/>
              <a:pathLst>
                <a:path w="135" h="43" extrusionOk="0">
                  <a:moveTo>
                    <a:pt x="127" y="43"/>
                  </a:moveTo>
                  <a:cubicBezTo>
                    <a:pt x="96" y="26"/>
                    <a:pt x="61" y="16"/>
                    <a:pt x="26" y="16"/>
                  </a:cubicBezTo>
                  <a:cubicBezTo>
                    <a:pt x="18" y="16"/>
                    <a:pt x="10" y="17"/>
                    <a:pt x="2" y="18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9" y="0"/>
                    <a:pt x="17" y="0"/>
                    <a:pt x="26" y="0"/>
                  </a:cubicBezTo>
                  <a:cubicBezTo>
                    <a:pt x="64" y="0"/>
                    <a:pt x="102" y="10"/>
                    <a:pt x="135" y="29"/>
                  </a:cubicBezTo>
                  <a:lnTo>
                    <a:pt x="127" y="4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0" name="Google Shape;200;p5"/>
            <p:cNvSpPr/>
            <p:nvPr/>
          </p:nvSpPr>
          <p:spPr>
            <a:xfrm>
              <a:off x="1296988" y="377825"/>
              <a:ext cx="114300" cy="69850"/>
            </a:xfrm>
            <a:custGeom>
              <a:avLst/>
              <a:gdLst/>
              <a:ahLst/>
              <a:cxnLst/>
              <a:rect l="l" t="t" r="r" b="b"/>
              <a:pathLst>
                <a:path w="68" h="41" extrusionOk="0">
                  <a:moveTo>
                    <a:pt x="9" y="41"/>
                  </a:moveTo>
                  <a:cubicBezTo>
                    <a:pt x="0" y="27"/>
                    <a:pt x="0" y="27"/>
                    <a:pt x="0" y="27"/>
                  </a:cubicBezTo>
                  <a:cubicBezTo>
                    <a:pt x="20" y="15"/>
                    <a:pt x="42" y="6"/>
                    <a:pt x="64" y="0"/>
                  </a:cubicBezTo>
                  <a:cubicBezTo>
                    <a:pt x="68" y="16"/>
                    <a:pt x="68" y="16"/>
                    <a:pt x="68" y="16"/>
                  </a:cubicBezTo>
                  <a:cubicBezTo>
                    <a:pt x="47" y="21"/>
                    <a:pt x="28" y="30"/>
                    <a:pt x="9" y="4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1" name="Google Shape;201;p5"/>
            <p:cNvSpPr/>
            <p:nvPr/>
          </p:nvSpPr>
          <p:spPr>
            <a:xfrm>
              <a:off x="1127125" y="468313"/>
              <a:ext cx="130175" cy="206375"/>
            </a:xfrm>
            <a:custGeom>
              <a:avLst/>
              <a:gdLst/>
              <a:ahLst/>
              <a:cxnLst/>
              <a:rect l="l" t="t" r="r" b="b"/>
              <a:pathLst>
                <a:path w="77" h="122" extrusionOk="0">
                  <a:moveTo>
                    <a:pt x="16" y="122"/>
                  </a:moveTo>
                  <a:cubicBezTo>
                    <a:pt x="0" y="119"/>
                    <a:pt x="0" y="119"/>
                    <a:pt x="0" y="119"/>
                  </a:cubicBezTo>
                  <a:cubicBezTo>
                    <a:pt x="9" y="73"/>
                    <a:pt x="31" y="32"/>
                    <a:pt x="65" y="0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45" y="42"/>
                    <a:pt x="24" y="80"/>
                    <a:pt x="16" y="12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2" name="Google Shape;202;p5"/>
            <p:cNvSpPr/>
            <p:nvPr/>
          </p:nvSpPr>
          <p:spPr>
            <a:xfrm>
              <a:off x="1192213" y="847725"/>
              <a:ext cx="80963" cy="109538"/>
            </a:xfrm>
            <a:custGeom>
              <a:avLst/>
              <a:gdLst/>
              <a:ahLst/>
              <a:cxnLst/>
              <a:rect l="l" t="t" r="r" b="b"/>
              <a:pathLst>
                <a:path w="48" h="65" extrusionOk="0">
                  <a:moveTo>
                    <a:pt x="38" y="65"/>
                  </a:moveTo>
                  <a:cubicBezTo>
                    <a:pt x="21" y="47"/>
                    <a:pt x="9" y="27"/>
                    <a:pt x="0" y="5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21" y="21"/>
                    <a:pt x="33" y="39"/>
                    <a:pt x="48" y="56"/>
                  </a:cubicBezTo>
                  <a:lnTo>
                    <a:pt x="38" y="6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3" name="Google Shape;203;p5"/>
            <p:cNvSpPr/>
            <p:nvPr/>
          </p:nvSpPr>
          <p:spPr>
            <a:xfrm>
              <a:off x="1284288" y="966788"/>
              <a:ext cx="209550" cy="93663"/>
            </a:xfrm>
            <a:custGeom>
              <a:avLst/>
              <a:gdLst/>
              <a:ahLst/>
              <a:cxnLst/>
              <a:rect l="l" t="t" r="r" b="b"/>
              <a:pathLst>
                <a:path w="124" h="56" extrusionOk="0">
                  <a:moveTo>
                    <a:pt x="124" y="56"/>
                  </a:moveTo>
                  <a:cubicBezTo>
                    <a:pt x="78" y="56"/>
                    <a:pt x="34" y="40"/>
                    <a:pt x="0" y="11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41" y="28"/>
                    <a:pt x="82" y="43"/>
                    <a:pt x="124" y="43"/>
                  </a:cubicBezTo>
                  <a:lnTo>
                    <a:pt x="124" y="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" name="Google Shape;204;p5"/>
            <p:cNvSpPr/>
            <p:nvPr/>
          </p:nvSpPr>
          <p:spPr>
            <a:xfrm>
              <a:off x="1555750" y="963613"/>
              <a:ext cx="150813" cy="90488"/>
            </a:xfrm>
            <a:custGeom>
              <a:avLst/>
              <a:gdLst/>
              <a:ahLst/>
              <a:cxnLst/>
              <a:rect l="l" t="t" r="r" b="b"/>
              <a:pathLst>
                <a:path w="89" h="54" extrusionOk="0">
                  <a:moveTo>
                    <a:pt x="3" y="54"/>
                  </a:moveTo>
                  <a:cubicBezTo>
                    <a:pt x="0" y="41"/>
                    <a:pt x="0" y="41"/>
                    <a:pt x="0" y="41"/>
                  </a:cubicBezTo>
                  <a:cubicBezTo>
                    <a:pt x="30" y="34"/>
                    <a:pt x="57" y="20"/>
                    <a:pt x="80" y="0"/>
                  </a:cubicBezTo>
                  <a:cubicBezTo>
                    <a:pt x="89" y="10"/>
                    <a:pt x="89" y="10"/>
                    <a:pt x="89" y="10"/>
                  </a:cubicBezTo>
                  <a:cubicBezTo>
                    <a:pt x="65" y="32"/>
                    <a:pt x="35" y="47"/>
                    <a:pt x="3" y="5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" name="Google Shape;205;p5"/>
            <p:cNvSpPr/>
            <p:nvPr/>
          </p:nvSpPr>
          <p:spPr>
            <a:xfrm>
              <a:off x="1714500" y="839788"/>
              <a:ext cx="82550" cy="117475"/>
            </a:xfrm>
            <a:custGeom>
              <a:avLst/>
              <a:gdLst/>
              <a:ahLst/>
              <a:cxnLst/>
              <a:rect l="l" t="t" r="r" b="b"/>
              <a:pathLst>
                <a:path w="49" h="69" extrusionOk="0">
                  <a:moveTo>
                    <a:pt x="10" y="69"/>
                  </a:moveTo>
                  <a:cubicBezTo>
                    <a:pt x="0" y="60"/>
                    <a:pt x="0" y="60"/>
                    <a:pt x="0" y="60"/>
                  </a:cubicBezTo>
                  <a:cubicBezTo>
                    <a:pt x="16" y="42"/>
                    <a:pt x="28" y="22"/>
                    <a:pt x="36" y="0"/>
                  </a:cubicBezTo>
                  <a:cubicBezTo>
                    <a:pt x="49" y="5"/>
                    <a:pt x="49" y="5"/>
                    <a:pt x="49" y="5"/>
                  </a:cubicBezTo>
                  <a:cubicBezTo>
                    <a:pt x="40" y="29"/>
                    <a:pt x="27" y="50"/>
                    <a:pt x="10" y="6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" name="Google Shape;206;p5"/>
            <p:cNvSpPr/>
            <p:nvPr/>
          </p:nvSpPr>
          <p:spPr>
            <a:xfrm>
              <a:off x="1784350" y="663575"/>
              <a:ext cx="31750" cy="133350"/>
            </a:xfrm>
            <a:custGeom>
              <a:avLst/>
              <a:gdLst/>
              <a:ahLst/>
              <a:cxnLst/>
              <a:rect l="l" t="t" r="r" b="b"/>
              <a:pathLst>
                <a:path w="19" h="79" extrusionOk="0">
                  <a:moveTo>
                    <a:pt x="16" y="79"/>
                  </a:moveTo>
                  <a:cubicBezTo>
                    <a:pt x="2" y="77"/>
                    <a:pt x="2" y="77"/>
                    <a:pt x="2" y="77"/>
                  </a:cubicBezTo>
                  <a:cubicBezTo>
                    <a:pt x="4" y="66"/>
                    <a:pt x="5" y="56"/>
                    <a:pt x="5" y="45"/>
                  </a:cubicBezTo>
                  <a:cubicBezTo>
                    <a:pt x="5" y="31"/>
                    <a:pt x="4" y="17"/>
                    <a:pt x="0" y="3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7" y="15"/>
                    <a:pt x="19" y="30"/>
                    <a:pt x="19" y="45"/>
                  </a:cubicBezTo>
                  <a:cubicBezTo>
                    <a:pt x="19" y="57"/>
                    <a:pt x="18" y="68"/>
                    <a:pt x="16" y="7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" name="Google Shape;207;p5"/>
            <p:cNvSpPr/>
            <p:nvPr/>
          </p:nvSpPr>
          <p:spPr>
            <a:xfrm>
              <a:off x="1714500" y="520700"/>
              <a:ext cx="80963" cy="112712"/>
            </a:xfrm>
            <a:custGeom>
              <a:avLst/>
              <a:gdLst/>
              <a:ahLst/>
              <a:cxnLst/>
              <a:rect l="l" t="t" r="r" b="b"/>
              <a:pathLst>
                <a:path w="48" h="66" extrusionOk="0">
                  <a:moveTo>
                    <a:pt x="35" y="66"/>
                  </a:moveTo>
                  <a:cubicBezTo>
                    <a:pt x="27" y="45"/>
                    <a:pt x="15" y="26"/>
                    <a:pt x="0" y="9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26" y="18"/>
                    <a:pt x="39" y="39"/>
                    <a:pt x="48" y="61"/>
                  </a:cubicBezTo>
                  <a:lnTo>
                    <a:pt x="35" y="6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" name="Google Shape;208;p5"/>
            <p:cNvSpPr/>
            <p:nvPr/>
          </p:nvSpPr>
          <p:spPr>
            <a:xfrm>
              <a:off x="1558925" y="425450"/>
              <a:ext cx="139700" cy="82550"/>
            </a:xfrm>
            <a:custGeom>
              <a:avLst/>
              <a:gdLst/>
              <a:ahLst/>
              <a:cxnLst/>
              <a:rect l="l" t="t" r="r" b="b"/>
              <a:pathLst>
                <a:path w="82" h="49" extrusionOk="0">
                  <a:moveTo>
                    <a:pt x="73" y="49"/>
                  </a:moveTo>
                  <a:cubicBezTo>
                    <a:pt x="52" y="32"/>
                    <a:pt x="27" y="19"/>
                    <a:pt x="0" y="13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2" y="6"/>
                    <a:pt x="59" y="20"/>
                    <a:pt x="82" y="38"/>
                  </a:cubicBezTo>
                  <a:lnTo>
                    <a:pt x="73" y="4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" name="Google Shape;209;p5"/>
            <p:cNvSpPr/>
            <p:nvPr/>
          </p:nvSpPr>
          <p:spPr>
            <a:xfrm>
              <a:off x="1327150" y="417513"/>
              <a:ext cx="198437" cy="66675"/>
            </a:xfrm>
            <a:custGeom>
              <a:avLst/>
              <a:gdLst/>
              <a:ahLst/>
              <a:cxnLst/>
              <a:rect l="l" t="t" r="r" b="b"/>
              <a:pathLst>
                <a:path w="118" h="40" extrusionOk="0">
                  <a:moveTo>
                    <a:pt x="7" y="40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30" y="10"/>
                    <a:pt x="64" y="0"/>
                    <a:pt x="99" y="0"/>
                  </a:cubicBezTo>
                  <a:cubicBezTo>
                    <a:pt x="105" y="0"/>
                    <a:pt x="111" y="0"/>
                    <a:pt x="118" y="1"/>
                  </a:cubicBezTo>
                  <a:cubicBezTo>
                    <a:pt x="116" y="15"/>
                    <a:pt x="116" y="15"/>
                    <a:pt x="116" y="15"/>
                  </a:cubicBezTo>
                  <a:cubicBezTo>
                    <a:pt x="111" y="14"/>
                    <a:pt x="105" y="14"/>
                    <a:pt x="99" y="14"/>
                  </a:cubicBezTo>
                  <a:cubicBezTo>
                    <a:pt x="66" y="14"/>
                    <a:pt x="35" y="23"/>
                    <a:pt x="7" y="4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0" name="Google Shape;210;p5"/>
            <p:cNvSpPr/>
            <p:nvPr/>
          </p:nvSpPr>
          <p:spPr>
            <a:xfrm>
              <a:off x="1195388" y="487363"/>
              <a:ext cx="111125" cy="138113"/>
            </a:xfrm>
            <a:custGeom>
              <a:avLst/>
              <a:gdLst/>
              <a:ahLst/>
              <a:cxnLst/>
              <a:rect l="l" t="t" r="r" b="b"/>
              <a:pathLst>
                <a:path w="66" h="82" extrusionOk="0">
                  <a:moveTo>
                    <a:pt x="12" y="82"/>
                  </a:moveTo>
                  <a:cubicBezTo>
                    <a:pt x="0" y="77"/>
                    <a:pt x="0" y="77"/>
                    <a:pt x="0" y="77"/>
                  </a:cubicBezTo>
                  <a:cubicBezTo>
                    <a:pt x="12" y="47"/>
                    <a:pt x="32" y="20"/>
                    <a:pt x="58" y="0"/>
                  </a:cubicBezTo>
                  <a:cubicBezTo>
                    <a:pt x="66" y="11"/>
                    <a:pt x="66" y="11"/>
                    <a:pt x="66" y="11"/>
                  </a:cubicBezTo>
                  <a:cubicBezTo>
                    <a:pt x="43" y="29"/>
                    <a:pt x="24" y="54"/>
                    <a:pt x="12" y="8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1" name="Google Shape;211;p5"/>
            <p:cNvSpPr/>
            <p:nvPr/>
          </p:nvSpPr>
          <p:spPr>
            <a:xfrm>
              <a:off x="1171575" y="661988"/>
              <a:ext cx="31750" cy="152400"/>
            </a:xfrm>
            <a:custGeom>
              <a:avLst/>
              <a:gdLst/>
              <a:ahLst/>
              <a:cxnLst/>
              <a:rect l="l" t="t" r="r" b="b"/>
              <a:pathLst>
                <a:path w="19" h="91" extrusionOk="0">
                  <a:moveTo>
                    <a:pt x="5" y="91"/>
                  </a:moveTo>
                  <a:cubicBezTo>
                    <a:pt x="1" y="76"/>
                    <a:pt x="0" y="61"/>
                    <a:pt x="0" y="46"/>
                  </a:cubicBezTo>
                  <a:cubicBezTo>
                    <a:pt x="0" y="31"/>
                    <a:pt x="2" y="15"/>
                    <a:pt x="5" y="0"/>
                  </a:cubicBezTo>
                  <a:cubicBezTo>
                    <a:pt x="19" y="4"/>
                    <a:pt x="19" y="4"/>
                    <a:pt x="19" y="4"/>
                  </a:cubicBezTo>
                  <a:cubicBezTo>
                    <a:pt x="15" y="17"/>
                    <a:pt x="13" y="32"/>
                    <a:pt x="13" y="46"/>
                  </a:cubicBezTo>
                  <a:cubicBezTo>
                    <a:pt x="13" y="60"/>
                    <a:pt x="15" y="74"/>
                    <a:pt x="18" y="87"/>
                  </a:cubicBezTo>
                  <a:lnTo>
                    <a:pt x="5" y="9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" name="Google Shape;212;p5"/>
            <p:cNvSpPr/>
            <p:nvPr/>
          </p:nvSpPr>
          <p:spPr>
            <a:xfrm>
              <a:off x="1493838" y="806450"/>
              <a:ext cx="265113" cy="207963"/>
            </a:xfrm>
            <a:custGeom>
              <a:avLst/>
              <a:gdLst/>
              <a:ahLst/>
              <a:cxnLst/>
              <a:rect l="l" t="t" r="r" b="b"/>
              <a:pathLst>
                <a:path w="157" h="123" extrusionOk="0">
                  <a:moveTo>
                    <a:pt x="0" y="123"/>
                  </a:moveTo>
                  <a:cubicBezTo>
                    <a:pt x="0" y="116"/>
                    <a:pt x="0" y="116"/>
                    <a:pt x="0" y="116"/>
                  </a:cubicBezTo>
                  <a:cubicBezTo>
                    <a:pt x="70" y="116"/>
                    <a:pt x="132" y="68"/>
                    <a:pt x="150" y="0"/>
                  </a:cubicBezTo>
                  <a:cubicBezTo>
                    <a:pt x="157" y="2"/>
                    <a:pt x="157" y="2"/>
                    <a:pt x="157" y="2"/>
                  </a:cubicBezTo>
                  <a:cubicBezTo>
                    <a:pt x="138" y="73"/>
                    <a:pt x="73" y="123"/>
                    <a:pt x="0" y="12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3" name="Google Shape;213;p5"/>
            <p:cNvSpPr/>
            <p:nvPr/>
          </p:nvSpPr>
          <p:spPr>
            <a:xfrm>
              <a:off x="1752600" y="693738"/>
              <a:ext cx="14288" cy="46037"/>
            </a:xfrm>
            <a:custGeom>
              <a:avLst/>
              <a:gdLst/>
              <a:ahLst/>
              <a:cxnLst/>
              <a:rect l="l" t="t" r="r" b="b"/>
              <a:pathLst>
                <a:path w="9" h="27" extrusionOk="0">
                  <a:moveTo>
                    <a:pt x="9" y="27"/>
                  </a:moveTo>
                  <a:cubicBezTo>
                    <a:pt x="3" y="27"/>
                    <a:pt x="3" y="27"/>
                    <a:pt x="3" y="27"/>
                  </a:cubicBezTo>
                  <a:cubicBezTo>
                    <a:pt x="3" y="19"/>
                    <a:pt x="2" y="10"/>
                    <a:pt x="0" y="1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9" y="9"/>
                    <a:pt x="9" y="18"/>
                    <a:pt x="9" y="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4" name="Google Shape;214;p5"/>
            <p:cNvSpPr/>
            <p:nvPr/>
          </p:nvSpPr>
          <p:spPr>
            <a:xfrm>
              <a:off x="1658938" y="527050"/>
              <a:ext cx="46037" cy="44450"/>
            </a:xfrm>
            <a:custGeom>
              <a:avLst/>
              <a:gdLst/>
              <a:ahLst/>
              <a:cxnLst/>
              <a:rect l="l" t="t" r="r" b="b"/>
              <a:pathLst>
                <a:path w="27" h="27" extrusionOk="0">
                  <a:moveTo>
                    <a:pt x="21" y="27"/>
                  </a:moveTo>
                  <a:cubicBezTo>
                    <a:pt x="15" y="19"/>
                    <a:pt x="8" y="12"/>
                    <a:pt x="0" y="6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13" y="7"/>
                    <a:pt x="20" y="14"/>
                    <a:pt x="27" y="22"/>
                  </a:cubicBezTo>
                  <a:lnTo>
                    <a:pt x="21" y="27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5" name="Google Shape;215;p5"/>
            <p:cNvSpPr/>
            <p:nvPr/>
          </p:nvSpPr>
          <p:spPr>
            <a:xfrm>
              <a:off x="1524000" y="466725"/>
              <a:ext cx="123825" cy="55563"/>
            </a:xfrm>
            <a:custGeom>
              <a:avLst/>
              <a:gdLst/>
              <a:ahLst/>
              <a:cxnLst/>
              <a:rect l="l" t="t" r="r" b="b"/>
              <a:pathLst>
                <a:path w="73" h="33" extrusionOk="0">
                  <a:moveTo>
                    <a:pt x="70" y="33"/>
                  </a:moveTo>
                  <a:cubicBezTo>
                    <a:pt x="49" y="18"/>
                    <a:pt x="25" y="9"/>
                    <a:pt x="0" y="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" y="3"/>
                    <a:pt x="52" y="12"/>
                    <a:pt x="73" y="27"/>
                  </a:cubicBezTo>
                  <a:lnTo>
                    <a:pt x="70" y="33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6" name="Google Shape;216;p5"/>
            <p:cNvSpPr/>
            <p:nvPr/>
          </p:nvSpPr>
          <p:spPr>
            <a:xfrm>
              <a:off x="1436688" y="465138"/>
              <a:ext cx="57150" cy="17463"/>
            </a:xfrm>
            <a:custGeom>
              <a:avLst/>
              <a:gdLst/>
              <a:ahLst/>
              <a:cxnLst/>
              <a:rect l="l" t="t" r="r" b="b"/>
              <a:pathLst>
                <a:path w="34" h="10" extrusionOk="0">
                  <a:moveTo>
                    <a:pt x="1" y="10"/>
                  </a:moveTo>
                  <a:cubicBezTo>
                    <a:pt x="0" y="3"/>
                    <a:pt x="0" y="3"/>
                    <a:pt x="0" y="3"/>
                  </a:cubicBezTo>
                  <a:cubicBezTo>
                    <a:pt x="11" y="1"/>
                    <a:pt x="22" y="0"/>
                    <a:pt x="34" y="0"/>
                  </a:cubicBezTo>
                  <a:cubicBezTo>
                    <a:pt x="34" y="7"/>
                    <a:pt x="34" y="7"/>
                    <a:pt x="34" y="7"/>
                  </a:cubicBezTo>
                  <a:cubicBezTo>
                    <a:pt x="23" y="7"/>
                    <a:pt x="12" y="8"/>
                    <a:pt x="1" y="1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7" name="Google Shape;217;p5"/>
            <p:cNvSpPr/>
            <p:nvPr/>
          </p:nvSpPr>
          <p:spPr>
            <a:xfrm>
              <a:off x="1231900" y="487363"/>
              <a:ext cx="158750" cy="173037"/>
            </a:xfrm>
            <a:custGeom>
              <a:avLst/>
              <a:gdLst/>
              <a:ahLst/>
              <a:cxnLst/>
              <a:rect l="l" t="t" r="r" b="b"/>
              <a:pathLst>
                <a:path w="94" h="102" extrusionOk="0">
                  <a:moveTo>
                    <a:pt x="6" y="102"/>
                  </a:moveTo>
                  <a:cubicBezTo>
                    <a:pt x="0" y="100"/>
                    <a:pt x="0" y="100"/>
                    <a:pt x="0" y="100"/>
                  </a:cubicBezTo>
                  <a:cubicBezTo>
                    <a:pt x="14" y="55"/>
                    <a:pt x="47" y="18"/>
                    <a:pt x="91" y="0"/>
                  </a:cubicBezTo>
                  <a:cubicBezTo>
                    <a:pt x="94" y="6"/>
                    <a:pt x="94" y="6"/>
                    <a:pt x="94" y="6"/>
                  </a:cubicBezTo>
                  <a:cubicBezTo>
                    <a:pt x="52" y="24"/>
                    <a:pt x="20" y="59"/>
                    <a:pt x="6" y="10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8" name="Google Shape;218;p5"/>
            <p:cNvSpPr/>
            <p:nvPr/>
          </p:nvSpPr>
          <p:spPr>
            <a:xfrm>
              <a:off x="1219200" y="685800"/>
              <a:ext cx="15875" cy="53975"/>
            </a:xfrm>
            <a:custGeom>
              <a:avLst/>
              <a:gdLst/>
              <a:ahLst/>
              <a:cxnLst/>
              <a:rect l="l" t="t" r="r" b="b"/>
              <a:pathLst>
                <a:path w="10" h="32" extrusionOk="0">
                  <a:moveTo>
                    <a:pt x="7" y="32"/>
                  </a:moveTo>
                  <a:cubicBezTo>
                    <a:pt x="0" y="32"/>
                    <a:pt x="0" y="32"/>
                    <a:pt x="0" y="32"/>
                  </a:cubicBezTo>
                  <a:cubicBezTo>
                    <a:pt x="0" y="21"/>
                    <a:pt x="1" y="10"/>
                    <a:pt x="4" y="0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8" y="11"/>
                    <a:pt x="7" y="22"/>
                    <a:pt x="7" y="3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9" name="Google Shape;219;p5"/>
            <p:cNvSpPr/>
            <p:nvPr/>
          </p:nvSpPr>
          <p:spPr>
            <a:xfrm>
              <a:off x="1231900" y="820738"/>
              <a:ext cx="111125" cy="144463"/>
            </a:xfrm>
            <a:custGeom>
              <a:avLst/>
              <a:gdLst/>
              <a:ahLst/>
              <a:cxnLst/>
              <a:rect l="l" t="t" r="r" b="b"/>
              <a:pathLst>
                <a:path w="66" h="86" extrusionOk="0">
                  <a:moveTo>
                    <a:pt x="62" y="86"/>
                  </a:moveTo>
                  <a:cubicBezTo>
                    <a:pt x="33" y="66"/>
                    <a:pt x="11" y="36"/>
                    <a:pt x="0" y="2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17" y="32"/>
                    <a:pt x="38" y="61"/>
                    <a:pt x="66" y="80"/>
                  </a:cubicBezTo>
                  <a:lnTo>
                    <a:pt x="62" y="8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0" name="Google Shape;220;p5"/>
            <p:cNvSpPr/>
            <p:nvPr/>
          </p:nvSpPr>
          <p:spPr>
            <a:xfrm>
              <a:off x="1377950" y="976313"/>
              <a:ext cx="38100" cy="25400"/>
            </a:xfrm>
            <a:custGeom>
              <a:avLst/>
              <a:gdLst/>
              <a:ahLst/>
              <a:cxnLst/>
              <a:rect l="l" t="t" r="r" b="b"/>
              <a:pathLst>
                <a:path w="23" h="15" extrusionOk="0">
                  <a:moveTo>
                    <a:pt x="21" y="15"/>
                  </a:moveTo>
                  <a:cubicBezTo>
                    <a:pt x="14" y="12"/>
                    <a:pt x="7" y="10"/>
                    <a:pt x="0" y="7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9" y="3"/>
                    <a:pt x="16" y="6"/>
                    <a:pt x="23" y="8"/>
                  </a:cubicBezTo>
                  <a:lnTo>
                    <a:pt x="21" y="1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1" name="Google Shape;221;p5"/>
            <p:cNvSpPr/>
            <p:nvPr/>
          </p:nvSpPr>
          <p:spPr>
            <a:xfrm>
              <a:off x="1325563" y="739775"/>
              <a:ext cx="26988" cy="69850"/>
            </a:xfrm>
            <a:custGeom>
              <a:avLst/>
              <a:gdLst/>
              <a:ahLst/>
              <a:cxnLst/>
              <a:rect l="l" t="t" r="r" b="b"/>
              <a:pathLst>
                <a:path w="16" h="42" extrusionOk="0">
                  <a:moveTo>
                    <a:pt x="9" y="42"/>
                  </a:moveTo>
                  <a:cubicBezTo>
                    <a:pt x="3" y="29"/>
                    <a:pt x="0" y="15"/>
                    <a:pt x="0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14"/>
                    <a:pt x="11" y="27"/>
                    <a:pt x="16" y="39"/>
                  </a:cubicBezTo>
                  <a:lnTo>
                    <a:pt x="9" y="42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2" name="Google Shape;222;p5"/>
            <p:cNvSpPr/>
            <p:nvPr/>
          </p:nvSpPr>
          <p:spPr>
            <a:xfrm>
              <a:off x="1354138" y="825500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34" h="34" extrusionOk="0">
                  <a:moveTo>
                    <a:pt x="30" y="34"/>
                  </a:moveTo>
                  <a:cubicBezTo>
                    <a:pt x="18" y="26"/>
                    <a:pt x="8" y="16"/>
                    <a:pt x="0" y="4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13" y="11"/>
                    <a:pt x="23" y="21"/>
                    <a:pt x="34" y="28"/>
                  </a:cubicBezTo>
                  <a:lnTo>
                    <a:pt x="30" y="3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3" name="Google Shape;223;p5"/>
            <p:cNvSpPr/>
            <p:nvPr/>
          </p:nvSpPr>
          <p:spPr>
            <a:xfrm>
              <a:off x="1423988" y="882650"/>
              <a:ext cx="33337" cy="20638"/>
            </a:xfrm>
            <a:custGeom>
              <a:avLst/>
              <a:gdLst/>
              <a:ahLst/>
              <a:cxnLst/>
              <a:rect l="l" t="t" r="r" b="b"/>
              <a:pathLst>
                <a:path w="19" h="12" extrusionOk="0">
                  <a:moveTo>
                    <a:pt x="17" y="12"/>
                  </a:moveTo>
                  <a:cubicBezTo>
                    <a:pt x="11" y="11"/>
                    <a:pt x="6" y="9"/>
                    <a:pt x="0" y="6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8" y="2"/>
                    <a:pt x="14" y="4"/>
                    <a:pt x="19" y="5"/>
                  </a:cubicBezTo>
                  <a:lnTo>
                    <a:pt x="17" y="12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4" name="Google Shape;224;p5"/>
            <p:cNvSpPr/>
            <p:nvPr/>
          </p:nvSpPr>
          <p:spPr>
            <a:xfrm>
              <a:off x="1473200" y="884238"/>
              <a:ext cx="84138" cy="23812"/>
            </a:xfrm>
            <a:custGeom>
              <a:avLst/>
              <a:gdLst/>
              <a:ahLst/>
              <a:cxnLst/>
              <a:rect l="l" t="t" r="r" b="b"/>
              <a:pathLst>
                <a:path w="50" h="14" extrusionOk="0">
                  <a:moveTo>
                    <a:pt x="12" y="14"/>
                  </a:moveTo>
                  <a:cubicBezTo>
                    <a:pt x="8" y="14"/>
                    <a:pt x="4" y="14"/>
                    <a:pt x="0" y="13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4" y="6"/>
                    <a:pt x="8" y="6"/>
                    <a:pt x="12" y="6"/>
                  </a:cubicBezTo>
                  <a:cubicBezTo>
                    <a:pt x="24" y="6"/>
                    <a:pt x="36" y="4"/>
                    <a:pt x="47" y="0"/>
                  </a:cubicBezTo>
                  <a:cubicBezTo>
                    <a:pt x="50" y="7"/>
                    <a:pt x="50" y="7"/>
                    <a:pt x="50" y="7"/>
                  </a:cubicBezTo>
                  <a:cubicBezTo>
                    <a:pt x="38" y="11"/>
                    <a:pt x="25" y="14"/>
                    <a:pt x="12" y="1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5" name="Google Shape;225;p5"/>
            <p:cNvSpPr/>
            <p:nvPr/>
          </p:nvSpPr>
          <p:spPr>
            <a:xfrm>
              <a:off x="1577975" y="823913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34" h="34" extrusionOk="0">
                  <a:moveTo>
                    <a:pt x="4" y="34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11" y="21"/>
                    <a:pt x="20" y="11"/>
                    <a:pt x="28" y="0"/>
                  </a:cubicBezTo>
                  <a:cubicBezTo>
                    <a:pt x="34" y="4"/>
                    <a:pt x="34" y="4"/>
                    <a:pt x="34" y="4"/>
                  </a:cubicBezTo>
                  <a:cubicBezTo>
                    <a:pt x="26" y="16"/>
                    <a:pt x="16" y="26"/>
                    <a:pt x="4" y="3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6" name="Google Shape;226;p5"/>
            <p:cNvSpPr/>
            <p:nvPr/>
          </p:nvSpPr>
          <p:spPr>
            <a:xfrm>
              <a:off x="1646238" y="706438"/>
              <a:ext cx="14288" cy="65088"/>
            </a:xfrm>
            <a:custGeom>
              <a:avLst/>
              <a:gdLst/>
              <a:ahLst/>
              <a:cxnLst/>
              <a:rect l="l" t="t" r="r" b="b"/>
              <a:pathLst>
                <a:path w="9" h="38" extrusionOk="0">
                  <a:moveTo>
                    <a:pt x="8" y="38"/>
                  </a:moveTo>
                  <a:cubicBezTo>
                    <a:pt x="0" y="37"/>
                    <a:pt x="0" y="37"/>
                    <a:pt x="0" y="37"/>
                  </a:cubicBezTo>
                  <a:cubicBezTo>
                    <a:pt x="1" y="31"/>
                    <a:pt x="2" y="25"/>
                    <a:pt x="2" y="19"/>
                  </a:cubicBezTo>
                  <a:cubicBezTo>
                    <a:pt x="2" y="13"/>
                    <a:pt x="1" y="7"/>
                    <a:pt x="0" y="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9" y="6"/>
                    <a:pt x="9" y="13"/>
                    <a:pt x="9" y="19"/>
                  </a:cubicBezTo>
                  <a:cubicBezTo>
                    <a:pt x="9" y="26"/>
                    <a:pt x="9" y="32"/>
                    <a:pt x="8" y="3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7" name="Google Shape;227;p5"/>
            <p:cNvSpPr/>
            <p:nvPr/>
          </p:nvSpPr>
          <p:spPr>
            <a:xfrm>
              <a:off x="1584325" y="603250"/>
              <a:ext cx="66675" cy="77787"/>
            </a:xfrm>
            <a:custGeom>
              <a:avLst/>
              <a:gdLst/>
              <a:ahLst/>
              <a:cxnLst/>
              <a:rect l="l" t="t" r="r" b="b"/>
              <a:pathLst>
                <a:path w="39" h="46" extrusionOk="0">
                  <a:moveTo>
                    <a:pt x="32" y="46"/>
                  </a:moveTo>
                  <a:cubicBezTo>
                    <a:pt x="25" y="30"/>
                    <a:pt x="14" y="16"/>
                    <a:pt x="0" y="6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20" y="11"/>
                    <a:pt x="32" y="26"/>
                    <a:pt x="39" y="44"/>
                  </a:cubicBezTo>
                  <a:lnTo>
                    <a:pt x="32" y="4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8" name="Google Shape;228;p5"/>
            <p:cNvSpPr/>
            <p:nvPr/>
          </p:nvSpPr>
          <p:spPr>
            <a:xfrm>
              <a:off x="1473200" y="571500"/>
              <a:ext cx="103187" cy="31750"/>
            </a:xfrm>
            <a:custGeom>
              <a:avLst/>
              <a:gdLst/>
              <a:ahLst/>
              <a:cxnLst/>
              <a:rect l="l" t="t" r="r" b="b"/>
              <a:pathLst>
                <a:path w="61" h="19" extrusionOk="0">
                  <a:moveTo>
                    <a:pt x="58" y="19"/>
                  </a:moveTo>
                  <a:cubicBezTo>
                    <a:pt x="44" y="11"/>
                    <a:pt x="28" y="7"/>
                    <a:pt x="12" y="7"/>
                  </a:cubicBezTo>
                  <a:cubicBezTo>
                    <a:pt x="8" y="7"/>
                    <a:pt x="5" y="7"/>
                    <a:pt x="1" y="8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" y="0"/>
                    <a:pt x="8" y="0"/>
                    <a:pt x="12" y="0"/>
                  </a:cubicBezTo>
                  <a:cubicBezTo>
                    <a:pt x="29" y="0"/>
                    <a:pt x="46" y="4"/>
                    <a:pt x="61" y="13"/>
                  </a:cubicBezTo>
                  <a:lnTo>
                    <a:pt x="58" y="1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9" name="Google Shape;229;p5"/>
            <p:cNvSpPr/>
            <p:nvPr/>
          </p:nvSpPr>
          <p:spPr>
            <a:xfrm>
              <a:off x="1404938" y="574675"/>
              <a:ext cx="52388" cy="33337"/>
            </a:xfrm>
            <a:custGeom>
              <a:avLst/>
              <a:gdLst/>
              <a:ahLst/>
              <a:cxnLst/>
              <a:rect l="l" t="t" r="r" b="b"/>
              <a:pathLst>
                <a:path w="31" h="19" extrusionOk="0">
                  <a:moveTo>
                    <a:pt x="4" y="19"/>
                  </a:moveTo>
                  <a:cubicBezTo>
                    <a:pt x="0" y="13"/>
                    <a:pt x="0" y="13"/>
                    <a:pt x="0" y="13"/>
                  </a:cubicBezTo>
                  <a:cubicBezTo>
                    <a:pt x="9" y="7"/>
                    <a:pt x="19" y="3"/>
                    <a:pt x="29" y="0"/>
                  </a:cubicBezTo>
                  <a:cubicBezTo>
                    <a:pt x="31" y="8"/>
                    <a:pt x="31" y="8"/>
                    <a:pt x="31" y="8"/>
                  </a:cubicBezTo>
                  <a:cubicBezTo>
                    <a:pt x="21" y="10"/>
                    <a:pt x="12" y="14"/>
                    <a:pt x="4" y="1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0" name="Google Shape;230;p5"/>
            <p:cNvSpPr/>
            <p:nvPr/>
          </p:nvSpPr>
          <p:spPr>
            <a:xfrm>
              <a:off x="1328738" y="617538"/>
              <a:ext cx="57150" cy="92075"/>
            </a:xfrm>
            <a:custGeom>
              <a:avLst/>
              <a:gdLst/>
              <a:ahLst/>
              <a:cxnLst/>
              <a:rect l="l" t="t" r="r" b="b"/>
              <a:pathLst>
                <a:path w="34" h="55" extrusionOk="0">
                  <a:moveTo>
                    <a:pt x="7" y="55"/>
                  </a:moveTo>
                  <a:cubicBezTo>
                    <a:pt x="0" y="54"/>
                    <a:pt x="0" y="54"/>
                    <a:pt x="0" y="54"/>
                  </a:cubicBezTo>
                  <a:cubicBezTo>
                    <a:pt x="4" y="33"/>
                    <a:pt x="14" y="14"/>
                    <a:pt x="29" y="0"/>
                  </a:cubicBezTo>
                  <a:cubicBezTo>
                    <a:pt x="34" y="5"/>
                    <a:pt x="34" y="5"/>
                    <a:pt x="34" y="5"/>
                  </a:cubicBezTo>
                  <a:cubicBezTo>
                    <a:pt x="20" y="19"/>
                    <a:pt x="11" y="36"/>
                    <a:pt x="7" y="5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1" name="Google Shape;231;p5"/>
            <p:cNvSpPr/>
            <p:nvPr/>
          </p:nvSpPr>
          <p:spPr>
            <a:xfrm>
              <a:off x="1357313" y="787400"/>
              <a:ext cx="36513" cy="50800"/>
            </a:xfrm>
            <a:custGeom>
              <a:avLst/>
              <a:gdLst/>
              <a:ahLst/>
              <a:cxnLst/>
              <a:rect l="l" t="t" r="r" b="b"/>
              <a:pathLst>
                <a:path w="22" h="30" extrusionOk="0">
                  <a:moveTo>
                    <a:pt x="17" y="30"/>
                  </a:moveTo>
                  <a:cubicBezTo>
                    <a:pt x="10" y="21"/>
                    <a:pt x="4" y="12"/>
                    <a:pt x="0" y="2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10" y="9"/>
                    <a:pt x="15" y="18"/>
                    <a:pt x="22" y="25"/>
                  </a:cubicBezTo>
                  <a:lnTo>
                    <a:pt x="17" y="3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2" name="Google Shape;232;p5"/>
            <p:cNvSpPr/>
            <p:nvPr/>
          </p:nvSpPr>
          <p:spPr>
            <a:xfrm>
              <a:off x="1400175" y="841375"/>
              <a:ext cx="93663" cy="44450"/>
            </a:xfrm>
            <a:custGeom>
              <a:avLst/>
              <a:gdLst/>
              <a:ahLst/>
              <a:cxnLst/>
              <a:rect l="l" t="t" r="r" b="b"/>
              <a:pathLst>
                <a:path w="56" h="26" extrusionOk="0">
                  <a:moveTo>
                    <a:pt x="56" y="26"/>
                  </a:moveTo>
                  <a:cubicBezTo>
                    <a:pt x="35" y="26"/>
                    <a:pt x="15" y="18"/>
                    <a:pt x="0" y="5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18" y="13"/>
                    <a:pt x="37" y="19"/>
                    <a:pt x="56" y="19"/>
                  </a:cubicBezTo>
                  <a:lnTo>
                    <a:pt x="56" y="2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3" name="Google Shape;233;p5"/>
            <p:cNvSpPr/>
            <p:nvPr/>
          </p:nvSpPr>
          <p:spPr>
            <a:xfrm>
              <a:off x="1522413" y="839788"/>
              <a:ext cx="68263" cy="42863"/>
            </a:xfrm>
            <a:custGeom>
              <a:avLst/>
              <a:gdLst/>
              <a:ahLst/>
              <a:cxnLst/>
              <a:rect l="l" t="t" r="r" b="b"/>
              <a:pathLst>
                <a:path w="40" h="25" extrusionOk="0">
                  <a:moveTo>
                    <a:pt x="1" y="25"/>
                  </a:moveTo>
                  <a:cubicBezTo>
                    <a:pt x="0" y="19"/>
                    <a:pt x="0" y="19"/>
                    <a:pt x="0" y="19"/>
                  </a:cubicBezTo>
                  <a:cubicBezTo>
                    <a:pt x="13" y="16"/>
                    <a:pt x="26" y="10"/>
                    <a:pt x="36" y="0"/>
                  </a:cubicBezTo>
                  <a:cubicBezTo>
                    <a:pt x="40" y="5"/>
                    <a:pt x="40" y="5"/>
                    <a:pt x="40" y="5"/>
                  </a:cubicBezTo>
                  <a:cubicBezTo>
                    <a:pt x="29" y="15"/>
                    <a:pt x="15" y="22"/>
                    <a:pt x="1" y="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4" name="Google Shape;234;p5"/>
            <p:cNvSpPr/>
            <p:nvPr/>
          </p:nvSpPr>
          <p:spPr>
            <a:xfrm>
              <a:off x="1593850" y="784225"/>
              <a:ext cx="36513" cy="53975"/>
            </a:xfrm>
            <a:custGeom>
              <a:avLst/>
              <a:gdLst/>
              <a:ahLst/>
              <a:cxnLst/>
              <a:rect l="l" t="t" r="r" b="b"/>
              <a:pathLst>
                <a:path w="22" h="32" extrusionOk="0">
                  <a:moveTo>
                    <a:pt x="5" y="32"/>
                  </a:moveTo>
                  <a:cubicBezTo>
                    <a:pt x="0" y="27"/>
                    <a:pt x="0" y="27"/>
                    <a:pt x="0" y="27"/>
                  </a:cubicBezTo>
                  <a:cubicBezTo>
                    <a:pt x="7" y="19"/>
                    <a:pt x="13" y="10"/>
                    <a:pt x="16" y="0"/>
                  </a:cubicBezTo>
                  <a:cubicBezTo>
                    <a:pt x="22" y="3"/>
                    <a:pt x="22" y="3"/>
                    <a:pt x="22" y="3"/>
                  </a:cubicBezTo>
                  <a:cubicBezTo>
                    <a:pt x="18" y="13"/>
                    <a:pt x="12" y="23"/>
                    <a:pt x="5" y="3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5" name="Google Shape;235;p5"/>
            <p:cNvSpPr/>
            <p:nvPr/>
          </p:nvSpPr>
          <p:spPr>
            <a:xfrm>
              <a:off x="1625600" y="704850"/>
              <a:ext cx="12700" cy="61913"/>
            </a:xfrm>
            <a:custGeom>
              <a:avLst/>
              <a:gdLst/>
              <a:ahLst/>
              <a:cxnLst/>
              <a:rect l="l" t="t" r="r" b="b"/>
              <a:pathLst>
                <a:path w="8" h="36" extrusionOk="0">
                  <a:moveTo>
                    <a:pt x="7" y="36"/>
                  </a:moveTo>
                  <a:cubicBezTo>
                    <a:pt x="1" y="34"/>
                    <a:pt x="1" y="34"/>
                    <a:pt x="1" y="34"/>
                  </a:cubicBezTo>
                  <a:cubicBezTo>
                    <a:pt x="2" y="30"/>
                    <a:pt x="2" y="25"/>
                    <a:pt x="2" y="20"/>
                  </a:cubicBezTo>
                  <a:cubicBezTo>
                    <a:pt x="2" y="14"/>
                    <a:pt x="1" y="7"/>
                    <a:pt x="0" y="1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7" y="6"/>
                    <a:pt x="8" y="13"/>
                    <a:pt x="8" y="20"/>
                  </a:cubicBezTo>
                  <a:cubicBezTo>
                    <a:pt x="8" y="25"/>
                    <a:pt x="8" y="31"/>
                    <a:pt x="7" y="3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6" name="Google Shape;236;p5"/>
            <p:cNvSpPr/>
            <p:nvPr/>
          </p:nvSpPr>
          <p:spPr>
            <a:xfrm>
              <a:off x="1593850" y="641350"/>
              <a:ext cx="36513" cy="50800"/>
            </a:xfrm>
            <a:custGeom>
              <a:avLst/>
              <a:gdLst/>
              <a:ahLst/>
              <a:cxnLst/>
              <a:rect l="l" t="t" r="r" b="b"/>
              <a:pathLst>
                <a:path w="22" h="30" extrusionOk="0">
                  <a:moveTo>
                    <a:pt x="16" y="30"/>
                  </a:moveTo>
                  <a:cubicBezTo>
                    <a:pt x="12" y="20"/>
                    <a:pt x="7" y="12"/>
                    <a:pt x="0" y="4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12" y="8"/>
                    <a:pt x="18" y="17"/>
                    <a:pt x="22" y="28"/>
                  </a:cubicBezTo>
                  <a:lnTo>
                    <a:pt x="16" y="3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7" name="Google Shape;237;p5"/>
            <p:cNvSpPr/>
            <p:nvPr/>
          </p:nvSpPr>
          <p:spPr>
            <a:xfrm>
              <a:off x="1524000" y="596900"/>
              <a:ext cx="61912" cy="38100"/>
            </a:xfrm>
            <a:custGeom>
              <a:avLst/>
              <a:gdLst/>
              <a:ahLst/>
              <a:cxnLst/>
              <a:rect l="l" t="t" r="r" b="b"/>
              <a:pathLst>
                <a:path w="37" h="22" extrusionOk="0">
                  <a:moveTo>
                    <a:pt x="33" y="22"/>
                  </a:moveTo>
                  <a:cubicBezTo>
                    <a:pt x="23" y="14"/>
                    <a:pt x="12" y="9"/>
                    <a:pt x="0" y="6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4" y="3"/>
                    <a:pt x="26" y="9"/>
                    <a:pt x="37" y="17"/>
                  </a:cubicBezTo>
                  <a:lnTo>
                    <a:pt x="33" y="2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8" name="Google Shape;238;p5"/>
            <p:cNvSpPr/>
            <p:nvPr/>
          </p:nvSpPr>
          <p:spPr>
            <a:xfrm>
              <a:off x="1417638" y="593725"/>
              <a:ext cx="90488" cy="30163"/>
            </a:xfrm>
            <a:custGeom>
              <a:avLst/>
              <a:gdLst/>
              <a:ahLst/>
              <a:cxnLst/>
              <a:rect l="l" t="t" r="r" b="b"/>
              <a:pathLst>
                <a:path w="53" h="18" extrusionOk="0">
                  <a:moveTo>
                    <a:pt x="3" y="18"/>
                  </a:moveTo>
                  <a:cubicBezTo>
                    <a:pt x="0" y="12"/>
                    <a:pt x="0" y="12"/>
                    <a:pt x="0" y="12"/>
                  </a:cubicBezTo>
                  <a:cubicBezTo>
                    <a:pt x="14" y="4"/>
                    <a:pt x="29" y="0"/>
                    <a:pt x="45" y="0"/>
                  </a:cubicBezTo>
                  <a:cubicBezTo>
                    <a:pt x="48" y="0"/>
                    <a:pt x="51" y="0"/>
                    <a:pt x="53" y="0"/>
                  </a:cubicBezTo>
                  <a:cubicBezTo>
                    <a:pt x="53" y="6"/>
                    <a:pt x="53" y="6"/>
                    <a:pt x="53" y="6"/>
                  </a:cubicBezTo>
                  <a:cubicBezTo>
                    <a:pt x="50" y="6"/>
                    <a:pt x="47" y="6"/>
                    <a:pt x="45" y="6"/>
                  </a:cubicBezTo>
                  <a:cubicBezTo>
                    <a:pt x="30" y="6"/>
                    <a:pt x="16" y="10"/>
                    <a:pt x="3" y="1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9" name="Google Shape;239;p5"/>
            <p:cNvSpPr/>
            <p:nvPr/>
          </p:nvSpPr>
          <p:spPr>
            <a:xfrm>
              <a:off x="1358900" y="625475"/>
              <a:ext cx="50800" cy="63500"/>
            </a:xfrm>
            <a:custGeom>
              <a:avLst/>
              <a:gdLst/>
              <a:ahLst/>
              <a:cxnLst/>
              <a:rect l="l" t="t" r="r" b="b"/>
              <a:pathLst>
                <a:path w="30" h="37" extrusionOk="0">
                  <a:moveTo>
                    <a:pt x="6" y="37"/>
                  </a:moveTo>
                  <a:cubicBezTo>
                    <a:pt x="0" y="35"/>
                    <a:pt x="0" y="35"/>
                    <a:pt x="0" y="35"/>
                  </a:cubicBezTo>
                  <a:cubicBezTo>
                    <a:pt x="5" y="21"/>
                    <a:pt x="14" y="9"/>
                    <a:pt x="26" y="0"/>
                  </a:cubicBezTo>
                  <a:cubicBezTo>
                    <a:pt x="30" y="5"/>
                    <a:pt x="30" y="5"/>
                    <a:pt x="30" y="5"/>
                  </a:cubicBezTo>
                  <a:cubicBezTo>
                    <a:pt x="19" y="13"/>
                    <a:pt x="11" y="24"/>
                    <a:pt x="6" y="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0" name="Google Shape;240;p5"/>
            <p:cNvSpPr/>
            <p:nvPr/>
          </p:nvSpPr>
          <p:spPr>
            <a:xfrm>
              <a:off x="1347788" y="703263"/>
              <a:ext cx="14288" cy="69850"/>
            </a:xfrm>
            <a:custGeom>
              <a:avLst/>
              <a:gdLst/>
              <a:ahLst/>
              <a:cxnLst/>
              <a:rect l="l" t="t" r="r" b="b"/>
              <a:pathLst>
                <a:path w="9" h="41" extrusionOk="0">
                  <a:moveTo>
                    <a:pt x="3" y="41"/>
                  </a:moveTo>
                  <a:cubicBezTo>
                    <a:pt x="1" y="35"/>
                    <a:pt x="0" y="28"/>
                    <a:pt x="0" y="21"/>
                  </a:cubicBezTo>
                  <a:cubicBezTo>
                    <a:pt x="0" y="14"/>
                    <a:pt x="1" y="7"/>
                    <a:pt x="3" y="0"/>
                  </a:cubicBezTo>
                  <a:cubicBezTo>
                    <a:pt x="9" y="2"/>
                    <a:pt x="9" y="2"/>
                    <a:pt x="9" y="2"/>
                  </a:cubicBezTo>
                  <a:cubicBezTo>
                    <a:pt x="7" y="8"/>
                    <a:pt x="7" y="15"/>
                    <a:pt x="7" y="21"/>
                  </a:cubicBezTo>
                  <a:cubicBezTo>
                    <a:pt x="7" y="28"/>
                    <a:pt x="7" y="34"/>
                    <a:pt x="9" y="40"/>
                  </a:cubicBezTo>
                  <a:lnTo>
                    <a:pt x="3" y="4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1" name="Google Shape;241;p5"/>
            <p:cNvSpPr/>
            <p:nvPr/>
          </p:nvSpPr>
          <p:spPr>
            <a:xfrm>
              <a:off x="1493838" y="769938"/>
              <a:ext cx="119063" cy="93663"/>
            </a:xfrm>
            <a:custGeom>
              <a:avLst/>
              <a:gdLst/>
              <a:ahLst/>
              <a:cxnLst/>
              <a:rect l="l" t="t" r="r" b="b"/>
              <a:pathLst>
                <a:path w="71" h="56" extrusionOk="0">
                  <a:moveTo>
                    <a:pt x="0" y="56"/>
                  </a:moveTo>
                  <a:cubicBezTo>
                    <a:pt x="0" y="53"/>
                    <a:pt x="0" y="53"/>
                    <a:pt x="0" y="53"/>
                  </a:cubicBezTo>
                  <a:cubicBezTo>
                    <a:pt x="32" y="53"/>
                    <a:pt x="60" y="31"/>
                    <a:pt x="68" y="0"/>
                  </a:cubicBezTo>
                  <a:cubicBezTo>
                    <a:pt x="71" y="1"/>
                    <a:pt x="71" y="1"/>
                    <a:pt x="71" y="1"/>
                  </a:cubicBezTo>
                  <a:cubicBezTo>
                    <a:pt x="62" y="33"/>
                    <a:pt x="33" y="56"/>
                    <a:pt x="0" y="5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2" name="Google Shape;242;p5"/>
            <p:cNvSpPr/>
            <p:nvPr/>
          </p:nvSpPr>
          <p:spPr>
            <a:xfrm>
              <a:off x="1609725" y="719138"/>
              <a:ext cx="7938" cy="20638"/>
            </a:xfrm>
            <a:custGeom>
              <a:avLst/>
              <a:gdLst/>
              <a:ahLst/>
              <a:cxnLst/>
              <a:rect l="l" t="t" r="r" b="b"/>
              <a:pathLst>
                <a:path w="4" h="12" extrusionOk="0">
                  <a:moveTo>
                    <a:pt x="4" y="12"/>
                  </a:moveTo>
                  <a:cubicBezTo>
                    <a:pt x="1" y="12"/>
                    <a:pt x="1" y="12"/>
                    <a:pt x="1" y="12"/>
                  </a:cubicBezTo>
                  <a:cubicBezTo>
                    <a:pt x="1" y="8"/>
                    <a:pt x="1" y="4"/>
                    <a:pt x="0" y="1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4" y="4"/>
                    <a:pt x="4" y="8"/>
                    <a:pt x="4" y="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3" name="Google Shape;243;p5"/>
            <p:cNvSpPr/>
            <p:nvPr/>
          </p:nvSpPr>
          <p:spPr>
            <a:xfrm>
              <a:off x="1568450" y="642938"/>
              <a:ext cx="20638" cy="20638"/>
            </a:xfrm>
            <a:custGeom>
              <a:avLst/>
              <a:gdLst/>
              <a:ahLst/>
              <a:cxnLst/>
              <a:rect l="l" t="t" r="r" b="b"/>
              <a:pathLst>
                <a:path w="12" h="12" extrusionOk="0">
                  <a:moveTo>
                    <a:pt x="10" y="12"/>
                  </a:moveTo>
                  <a:cubicBezTo>
                    <a:pt x="7" y="9"/>
                    <a:pt x="4" y="6"/>
                    <a:pt x="0" y="3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6" y="3"/>
                    <a:pt x="9" y="7"/>
                    <a:pt x="12" y="10"/>
                  </a:cubicBezTo>
                  <a:lnTo>
                    <a:pt x="10" y="1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4" name="Google Shape;244;p5"/>
            <p:cNvSpPr/>
            <p:nvPr/>
          </p:nvSpPr>
          <p:spPr>
            <a:xfrm>
              <a:off x="1508125" y="615950"/>
              <a:ext cx="55563" cy="25400"/>
            </a:xfrm>
            <a:custGeom>
              <a:avLst/>
              <a:gdLst/>
              <a:ahLst/>
              <a:cxnLst/>
              <a:rect l="l" t="t" r="r" b="b"/>
              <a:pathLst>
                <a:path w="33" h="15" extrusionOk="0">
                  <a:moveTo>
                    <a:pt x="31" y="15"/>
                  </a:moveTo>
                  <a:cubicBezTo>
                    <a:pt x="22" y="9"/>
                    <a:pt x="11" y="5"/>
                    <a:pt x="0" y="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2" y="2"/>
                    <a:pt x="23" y="6"/>
                    <a:pt x="33" y="13"/>
                  </a:cubicBezTo>
                  <a:lnTo>
                    <a:pt x="31" y="1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5" name="Google Shape;245;p5"/>
            <p:cNvSpPr/>
            <p:nvPr/>
          </p:nvSpPr>
          <p:spPr>
            <a:xfrm>
              <a:off x="1466850" y="615950"/>
              <a:ext cx="26988" cy="6350"/>
            </a:xfrm>
            <a:custGeom>
              <a:avLst/>
              <a:gdLst/>
              <a:ahLst/>
              <a:cxnLst/>
              <a:rect l="l" t="t" r="r" b="b"/>
              <a:pathLst>
                <a:path w="16" h="4" extrusionOk="0">
                  <a:moveTo>
                    <a:pt x="1" y="4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5" y="0"/>
                    <a:pt x="11" y="0"/>
                    <a:pt x="16" y="0"/>
                  </a:cubicBezTo>
                  <a:cubicBezTo>
                    <a:pt x="16" y="3"/>
                    <a:pt x="16" y="3"/>
                    <a:pt x="16" y="3"/>
                  </a:cubicBezTo>
                  <a:cubicBezTo>
                    <a:pt x="11" y="3"/>
                    <a:pt x="6" y="3"/>
                    <a:pt x="1" y="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6" name="Google Shape;246;p5"/>
            <p:cNvSpPr/>
            <p:nvPr/>
          </p:nvSpPr>
          <p:spPr>
            <a:xfrm>
              <a:off x="1376363" y="625475"/>
              <a:ext cx="69850" cy="77787"/>
            </a:xfrm>
            <a:custGeom>
              <a:avLst/>
              <a:gdLst/>
              <a:ahLst/>
              <a:cxnLst/>
              <a:rect l="l" t="t" r="r" b="b"/>
              <a:pathLst>
                <a:path w="42" h="46" extrusionOk="0">
                  <a:moveTo>
                    <a:pt x="3" y="46"/>
                  </a:moveTo>
                  <a:cubicBezTo>
                    <a:pt x="0" y="45"/>
                    <a:pt x="0" y="45"/>
                    <a:pt x="0" y="45"/>
                  </a:cubicBezTo>
                  <a:cubicBezTo>
                    <a:pt x="6" y="25"/>
                    <a:pt x="21" y="8"/>
                    <a:pt x="41" y="0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23" y="11"/>
                    <a:pt x="9" y="26"/>
                    <a:pt x="3" y="4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7" name="Google Shape;247;p5"/>
            <p:cNvSpPr/>
            <p:nvPr/>
          </p:nvSpPr>
          <p:spPr>
            <a:xfrm>
              <a:off x="1368425" y="714375"/>
              <a:ext cx="9525" cy="25400"/>
            </a:xfrm>
            <a:custGeom>
              <a:avLst/>
              <a:gdLst/>
              <a:ahLst/>
              <a:cxnLst/>
              <a:rect l="l" t="t" r="r" b="b"/>
              <a:pathLst>
                <a:path w="5" h="15" extrusionOk="0">
                  <a:moveTo>
                    <a:pt x="3" y="15"/>
                  </a:moveTo>
                  <a:cubicBezTo>
                    <a:pt x="0" y="15"/>
                    <a:pt x="0" y="15"/>
                    <a:pt x="0" y="15"/>
                  </a:cubicBezTo>
                  <a:cubicBezTo>
                    <a:pt x="0" y="10"/>
                    <a:pt x="1" y="5"/>
                    <a:pt x="2" y="0"/>
                  </a:cubicBezTo>
                  <a:cubicBezTo>
                    <a:pt x="5" y="1"/>
                    <a:pt x="5" y="1"/>
                    <a:pt x="5" y="1"/>
                  </a:cubicBezTo>
                  <a:cubicBezTo>
                    <a:pt x="4" y="6"/>
                    <a:pt x="3" y="11"/>
                    <a:pt x="3" y="1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8" name="Google Shape;248;p5"/>
            <p:cNvSpPr/>
            <p:nvPr/>
          </p:nvSpPr>
          <p:spPr>
            <a:xfrm>
              <a:off x="1376363" y="776288"/>
              <a:ext cx="50800" cy="65087"/>
            </a:xfrm>
            <a:custGeom>
              <a:avLst/>
              <a:gdLst/>
              <a:ahLst/>
              <a:cxnLst/>
              <a:rect l="l" t="t" r="r" b="b"/>
              <a:pathLst>
                <a:path w="30" h="39" extrusionOk="0">
                  <a:moveTo>
                    <a:pt x="28" y="39"/>
                  </a:moveTo>
                  <a:cubicBezTo>
                    <a:pt x="15" y="30"/>
                    <a:pt x="5" y="16"/>
                    <a:pt x="0" y="1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7" y="14"/>
                    <a:pt x="17" y="27"/>
                    <a:pt x="30" y="36"/>
                  </a:cubicBezTo>
                  <a:lnTo>
                    <a:pt x="28" y="39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9" name="Google Shape;249;p5"/>
            <p:cNvSpPr/>
            <p:nvPr/>
          </p:nvSpPr>
          <p:spPr>
            <a:xfrm>
              <a:off x="1441450" y="847725"/>
              <a:ext cx="17463" cy="11113"/>
            </a:xfrm>
            <a:custGeom>
              <a:avLst/>
              <a:gdLst/>
              <a:ahLst/>
              <a:cxnLst/>
              <a:rect l="l" t="t" r="r" b="b"/>
              <a:pathLst>
                <a:path w="10" h="7" extrusionOk="0">
                  <a:moveTo>
                    <a:pt x="9" y="7"/>
                  </a:moveTo>
                  <a:cubicBezTo>
                    <a:pt x="6" y="6"/>
                    <a:pt x="3" y="4"/>
                    <a:pt x="0" y="3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4" y="1"/>
                    <a:pt x="7" y="3"/>
                    <a:pt x="10" y="4"/>
                  </a:cubicBezTo>
                  <a:lnTo>
                    <a:pt x="9" y="7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1" name="Google Shape;251;p6"/>
          <p:cNvGrpSpPr/>
          <p:nvPr/>
        </p:nvGrpSpPr>
        <p:grpSpPr>
          <a:xfrm>
            <a:off x="200264" y="118"/>
            <a:ext cx="8943739" cy="4873582"/>
            <a:chOff x="200264" y="118"/>
            <a:chExt cx="8943739" cy="4873582"/>
          </a:xfrm>
        </p:grpSpPr>
        <p:cxnSp>
          <p:nvCxnSpPr>
            <p:cNvPr id="252" name="Google Shape;252;p6"/>
            <p:cNvCxnSpPr/>
            <p:nvPr/>
          </p:nvCxnSpPr>
          <p:spPr>
            <a:xfrm>
              <a:off x="5647675" y="4873700"/>
              <a:ext cx="2783100" cy="0"/>
            </a:xfrm>
            <a:prstGeom prst="straightConnector1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253" name="Google Shape;253;p6"/>
            <p:cNvGrpSpPr/>
            <p:nvPr/>
          </p:nvGrpSpPr>
          <p:grpSpPr>
            <a:xfrm rot="10800000" flipH="1">
              <a:off x="7356018" y="118"/>
              <a:ext cx="1787985" cy="1790153"/>
              <a:chOff x="4087813" y="1714500"/>
              <a:chExt cx="1309688" cy="1311275"/>
            </a:xfrm>
          </p:grpSpPr>
          <p:sp>
            <p:nvSpPr>
              <p:cNvPr id="254" name="Google Shape;254;p6"/>
              <p:cNvSpPr/>
              <p:nvPr/>
            </p:nvSpPr>
            <p:spPr>
              <a:xfrm>
                <a:off x="5318125" y="2239963"/>
                <a:ext cx="79375" cy="785813"/>
              </a:xfrm>
              <a:custGeom>
                <a:avLst/>
                <a:gdLst/>
                <a:ahLst/>
                <a:cxnLst/>
                <a:rect l="l" t="t" r="r" b="b"/>
                <a:pathLst>
                  <a:path w="50" h="495" extrusionOk="0">
                    <a:moveTo>
                      <a:pt x="50" y="495"/>
                    </a:moveTo>
                    <a:lnTo>
                      <a:pt x="0" y="495"/>
                    </a:lnTo>
                    <a:lnTo>
                      <a:pt x="0" y="50"/>
                    </a:lnTo>
                    <a:lnTo>
                      <a:pt x="50" y="0"/>
                    </a:lnTo>
                    <a:lnTo>
                      <a:pt x="50" y="49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5" name="Google Shape;255;p6"/>
              <p:cNvSpPr/>
              <p:nvPr/>
            </p:nvSpPr>
            <p:spPr>
              <a:xfrm>
                <a:off x="5318125" y="2065338"/>
                <a:ext cx="79375" cy="166688"/>
              </a:xfrm>
              <a:custGeom>
                <a:avLst/>
                <a:gdLst/>
                <a:ahLst/>
                <a:cxnLst/>
                <a:rect l="l" t="t" r="r" b="b"/>
                <a:pathLst>
                  <a:path w="50" h="105" extrusionOk="0">
                    <a:moveTo>
                      <a:pt x="50" y="55"/>
                    </a:moveTo>
                    <a:lnTo>
                      <a:pt x="0" y="105"/>
                    </a:lnTo>
                    <a:lnTo>
                      <a:pt x="0" y="50"/>
                    </a:lnTo>
                    <a:lnTo>
                      <a:pt x="50" y="0"/>
                    </a:lnTo>
                    <a:lnTo>
                      <a:pt x="50" y="5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6" name="Google Shape;256;p6"/>
              <p:cNvSpPr/>
              <p:nvPr/>
            </p:nvSpPr>
            <p:spPr>
              <a:xfrm>
                <a:off x="5318125" y="1889125"/>
                <a:ext cx="79375" cy="166688"/>
              </a:xfrm>
              <a:custGeom>
                <a:avLst/>
                <a:gdLst/>
                <a:ahLst/>
                <a:cxnLst/>
                <a:rect l="l" t="t" r="r" b="b"/>
                <a:pathLst>
                  <a:path w="50" h="105" extrusionOk="0">
                    <a:moveTo>
                      <a:pt x="50" y="56"/>
                    </a:moveTo>
                    <a:lnTo>
                      <a:pt x="0" y="105"/>
                    </a:lnTo>
                    <a:lnTo>
                      <a:pt x="0" y="50"/>
                    </a:lnTo>
                    <a:lnTo>
                      <a:pt x="50" y="0"/>
                    </a:lnTo>
                    <a:lnTo>
                      <a:pt x="50" y="56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7" name="Google Shape;257;p6"/>
              <p:cNvSpPr/>
              <p:nvPr/>
            </p:nvSpPr>
            <p:spPr>
              <a:xfrm>
                <a:off x="5318125" y="1714500"/>
                <a:ext cx="79375" cy="166688"/>
              </a:xfrm>
              <a:custGeom>
                <a:avLst/>
                <a:gdLst/>
                <a:ahLst/>
                <a:cxnLst/>
                <a:rect l="l" t="t" r="r" b="b"/>
                <a:pathLst>
                  <a:path w="50" h="105" extrusionOk="0">
                    <a:moveTo>
                      <a:pt x="0" y="50"/>
                    </a:moveTo>
                    <a:lnTo>
                      <a:pt x="50" y="0"/>
                    </a:lnTo>
                    <a:lnTo>
                      <a:pt x="50" y="55"/>
                    </a:lnTo>
                    <a:lnTo>
                      <a:pt x="0" y="105"/>
                    </a:lnTo>
                    <a:lnTo>
                      <a:pt x="0" y="5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8" name="Google Shape;258;p6"/>
              <p:cNvSpPr/>
              <p:nvPr/>
            </p:nvSpPr>
            <p:spPr>
              <a:xfrm>
                <a:off x="4613275" y="2943225"/>
                <a:ext cx="784225" cy="82550"/>
              </a:xfrm>
              <a:custGeom>
                <a:avLst/>
                <a:gdLst/>
                <a:ahLst/>
                <a:cxnLst/>
                <a:rect l="l" t="t" r="r" b="b"/>
                <a:pathLst>
                  <a:path w="494" h="52" extrusionOk="0">
                    <a:moveTo>
                      <a:pt x="494" y="52"/>
                    </a:moveTo>
                    <a:lnTo>
                      <a:pt x="494" y="0"/>
                    </a:lnTo>
                    <a:lnTo>
                      <a:pt x="51" y="0"/>
                    </a:lnTo>
                    <a:lnTo>
                      <a:pt x="0" y="52"/>
                    </a:lnTo>
                    <a:lnTo>
                      <a:pt x="494" y="5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9" name="Google Shape;259;p6"/>
              <p:cNvSpPr/>
              <p:nvPr/>
            </p:nvSpPr>
            <p:spPr>
              <a:xfrm>
                <a:off x="4438650" y="2943225"/>
                <a:ext cx="168275" cy="82550"/>
              </a:xfrm>
              <a:custGeom>
                <a:avLst/>
                <a:gdLst/>
                <a:ahLst/>
                <a:cxnLst/>
                <a:rect l="l" t="t" r="r" b="b"/>
                <a:pathLst>
                  <a:path w="106" h="52" extrusionOk="0">
                    <a:moveTo>
                      <a:pt x="55" y="52"/>
                    </a:moveTo>
                    <a:lnTo>
                      <a:pt x="106" y="0"/>
                    </a:lnTo>
                    <a:lnTo>
                      <a:pt x="50" y="0"/>
                    </a:lnTo>
                    <a:lnTo>
                      <a:pt x="0" y="52"/>
                    </a:lnTo>
                    <a:lnTo>
                      <a:pt x="55" y="5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0" name="Google Shape;260;p6"/>
              <p:cNvSpPr/>
              <p:nvPr/>
            </p:nvSpPr>
            <p:spPr>
              <a:xfrm>
                <a:off x="4262438" y="2943225"/>
                <a:ext cx="166688" cy="82550"/>
              </a:xfrm>
              <a:custGeom>
                <a:avLst/>
                <a:gdLst/>
                <a:ahLst/>
                <a:cxnLst/>
                <a:rect l="l" t="t" r="r" b="b"/>
                <a:pathLst>
                  <a:path w="105" h="52" extrusionOk="0">
                    <a:moveTo>
                      <a:pt x="56" y="52"/>
                    </a:moveTo>
                    <a:lnTo>
                      <a:pt x="105" y="0"/>
                    </a:lnTo>
                    <a:lnTo>
                      <a:pt x="50" y="0"/>
                    </a:lnTo>
                    <a:lnTo>
                      <a:pt x="0" y="52"/>
                    </a:lnTo>
                    <a:lnTo>
                      <a:pt x="56" y="5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1" name="Google Shape;261;p6"/>
              <p:cNvSpPr/>
              <p:nvPr/>
            </p:nvSpPr>
            <p:spPr>
              <a:xfrm>
                <a:off x="4087813" y="2943225"/>
                <a:ext cx="166688" cy="82550"/>
              </a:xfrm>
              <a:custGeom>
                <a:avLst/>
                <a:gdLst/>
                <a:ahLst/>
                <a:cxnLst/>
                <a:rect l="l" t="t" r="r" b="b"/>
                <a:pathLst>
                  <a:path w="105" h="52" extrusionOk="0">
                    <a:moveTo>
                      <a:pt x="50" y="0"/>
                    </a:moveTo>
                    <a:lnTo>
                      <a:pt x="0" y="52"/>
                    </a:lnTo>
                    <a:lnTo>
                      <a:pt x="55" y="52"/>
                    </a:lnTo>
                    <a:lnTo>
                      <a:pt x="105" y="0"/>
                    </a:lnTo>
                    <a:lnTo>
                      <a:pt x="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62" name="Google Shape;262;p6"/>
            <p:cNvGrpSpPr/>
            <p:nvPr/>
          </p:nvGrpSpPr>
          <p:grpSpPr>
            <a:xfrm>
              <a:off x="200264" y="145611"/>
              <a:ext cx="1025928" cy="248431"/>
              <a:chOff x="4287838" y="1025525"/>
              <a:chExt cx="708025" cy="171450"/>
            </a:xfrm>
          </p:grpSpPr>
          <p:sp>
            <p:nvSpPr>
              <p:cNvPr id="263" name="Google Shape;263;p6"/>
              <p:cNvSpPr/>
              <p:nvPr/>
            </p:nvSpPr>
            <p:spPr>
              <a:xfrm>
                <a:off x="4914900" y="1025525"/>
                <a:ext cx="80963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51" h="108" extrusionOk="0">
                    <a:moveTo>
                      <a:pt x="38" y="0"/>
                    </a:moveTo>
                    <a:lnTo>
                      <a:pt x="51" y="10"/>
                    </a:lnTo>
                    <a:lnTo>
                      <a:pt x="21" y="54"/>
                    </a:lnTo>
                    <a:lnTo>
                      <a:pt x="51" y="99"/>
                    </a:lnTo>
                    <a:lnTo>
                      <a:pt x="38" y="108"/>
                    </a:lnTo>
                    <a:lnTo>
                      <a:pt x="0" y="54"/>
                    </a:lnTo>
                    <a:lnTo>
                      <a:pt x="38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4" name="Google Shape;264;p6"/>
              <p:cNvSpPr/>
              <p:nvPr/>
            </p:nvSpPr>
            <p:spPr>
              <a:xfrm>
                <a:off x="4846638" y="1025525"/>
                <a:ext cx="80963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51" h="108" extrusionOk="0">
                    <a:moveTo>
                      <a:pt x="37" y="0"/>
                    </a:moveTo>
                    <a:lnTo>
                      <a:pt x="51" y="10"/>
                    </a:lnTo>
                    <a:lnTo>
                      <a:pt x="20" y="54"/>
                    </a:lnTo>
                    <a:lnTo>
                      <a:pt x="51" y="99"/>
                    </a:lnTo>
                    <a:lnTo>
                      <a:pt x="37" y="108"/>
                    </a:lnTo>
                    <a:lnTo>
                      <a:pt x="0" y="54"/>
                    </a:lnTo>
                    <a:lnTo>
                      <a:pt x="3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5" name="Google Shape;265;p6"/>
              <p:cNvSpPr/>
              <p:nvPr/>
            </p:nvSpPr>
            <p:spPr>
              <a:xfrm>
                <a:off x="4776788" y="1025525"/>
                <a:ext cx="79375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50" h="108" extrusionOk="0">
                    <a:moveTo>
                      <a:pt x="37" y="0"/>
                    </a:moveTo>
                    <a:lnTo>
                      <a:pt x="50" y="10"/>
                    </a:lnTo>
                    <a:lnTo>
                      <a:pt x="19" y="54"/>
                    </a:lnTo>
                    <a:lnTo>
                      <a:pt x="50" y="99"/>
                    </a:lnTo>
                    <a:lnTo>
                      <a:pt x="37" y="108"/>
                    </a:lnTo>
                    <a:lnTo>
                      <a:pt x="0" y="54"/>
                    </a:lnTo>
                    <a:lnTo>
                      <a:pt x="3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6" name="Google Shape;266;p6"/>
              <p:cNvSpPr/>
              <p:nvPr/>
            </p:nvSpPr>
            <p:spPr>
              <a:xfrm>
                <a:off x="4706938" y="1025525"/>
                <a:ext cx="80963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51" h="108" extrusionOk="0">
                    <a:moveTo>
                      <a:pt x="37" y="0"/>
                    </a:moveTo>
                    <a:lnTo>
                      <a:pt x="51" y="10"/>
                    </a:lnTo>
                    <a:lnTo>
                      <a:pt x="20" y="54"/>
                    </a:lnTo>
                    <a:lnTo>
                      <a:pt x="51" y="99"/>
                    </a:lnTo>
                    <a:lnTo>
                      <a:pt x="37" y="108"/>
                    </a:lnTo>
                    <a:lnTo>
                      <a:pt x="0" y="54"/>
                    </a:lnTo>
                    <a:lnTo>
                      <a:pt x="3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7" name="Google Shape;267;p6"/>
              <p:cNvSpPr/>
              <p:nvPr/>
            </p:nvSpPr>
            <p:spPr>
              <a:xfrm>
                <a:off x="4637088" y="1025525"/>
                <a:ext cx="79375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50" h="108" extrusionOk="0">
                    <a:moveTo>
                      <a:pt x="37" y="0"/>
                    </a:moveTo>
                    <a:lnTo>
                      <a:pt x="50" y="10"/>
                    </a:lnTo>
                    <a:lnTo>
                      <a:pt x="19" y="54"/>
                    </a:lnTo>
                    <a:lnTo>
                      <a:pt x="50" y="99"/>
                    </a:lnTo>
                    <a:lnTo>
                      <a:pt x="37" y="108"/>
                    </a:lnTo>
                    <a:lnTo>
                      <a:pt x="0" y="54"/>
                    </a:lnTo>
                    <a:lnTo>
                      <a:pt x="3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8" name="Google Shape;268;p6"/>
              <p:cNvSpPr/>
              <p:nvPr/>
            </p:nvSpPr>
            <p:spPr>
              <a:xfrm>
                <a:off x="4568825" y="1025525"/>
                <a:ext cx="77788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49" h="108" extrusionOk="0">
                    <a:moveTo>
                      <a:pt x="37" y="0"/>
                    </a:moveTo>
                    <a:lnTo>
                      <a:pt x="49" y="10"/>
                    </a:lnTo>
                    <a:lnTo>
                      <a:pt x="19" y="54"/>
                    </a:lnTo>
                    <a:lnTo>
                      <a:pt x="49" y="99"/>
                    </a:lnTo>
                    <a:lnTo>
                      <a:pt x="37" y="108"/>
                    </a:lnTo>
                    <a:lnTo>
                      <a:pt x="0" y="54"/>
                    </a:lnTo>
                    <a:lnTo>
                      <a:pt x="3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9" name="Google Shape;269;p6"/>
              <p:cNvSpPr/>
              <p:nvPr/>
            </p:nvSpPr>
            <p:spPr>
              <a:xfrm>
                <a:off x="4497388" y="1025525"/>
                <a:ext cx="80963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51" h="108" extrusionOk="0">
                    <a:moveTo>
                      <a:pt x="37" y="0"/>
                    </a:moveTo>
                    <a:lnTo>
                      <a:pt x="51" y="10"/>
                    </a:lnTo>
                    <a:lnTo>
                      <a:pt x="20" y="54"/>
                    </a:lnTo>
                    <a:lnTo>
                      <a:pt x="51" y="99"/>
                    </a:lnTo>
                    <a:lnTo>
                      <a:pt x="37" y="108"/>
                    </a:lnTo>
                    <a:lnTo>
                      <a:pt x="0" y="54"/>
                    </a:lnTo>
                    <a:lnTo>
                      <a:pt x="3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0" name="Google Shape;270;p6"/>
              <p:cNvSpPr/>
              <p:nvPr/>
            </p:nvSpPr>
            <p:spPr>
              <a:xfrm>
                <a:off x="4427538" y="1025525"/>
                <a:ext cx="79375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50" h="108" extrusionOk="0">
                    <a:moveTo>
                      <a:pt x="38" y="0"/>
                    </a:moveTo>
                    <a:lnTo>
                      <a:pt x="50" y="10"/>
                    </a:lnTo>
                    <a:lnTo>
                      <a:pt x="20" y="54"/>
                    </a:lnTo>
                    <a:lnTo>
                      <a:pt x="50" y="99"/>
                    </a:lnTo>
                    <a:lnTo>
                      <a:pt x="38" y="108"/>
                    </a:lnTo>
                    <a:lnTo>
                      <a:pt x="0" y="54"/>
                    </a:lnTo>
                    <a:lnTo>
                      <a:pt x="38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1" name="Google Shape;271;p6"/>
              <p:cNvSpPr/>
              <p:nvPr/>
            </p:nvSpPr>
            <p:spPr>
              <a:xfrm>
                <a:off x="4359275" y="1025525"/>
                <a:ext cx="79375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50" h="108" extrusionOk="0">
                    <a:moveTo>
                      <a:pt x="37" y="0"/>
                    </a:moveTo>
                    <a:lnTo>
                      <a:pt x="50" y="10"/>
                    </a:lnTo>
                    <a:lnTo>
                      <a:pt x="19" y="54"/>
                    </a:lnTo>
                    <a:lnTo>
                      <a:pt x="50" y="99"/>
                    </a:lnTo>
                    <a:lnTo>
                      <a:pt x="37" y="108"/>
                    </a:lnTo>
                    <a:lnTo>
                      <a:pt x="0" y="54"/>
                    </a:lnTo>
                    <a:lnTo>
                      <a:pt x="3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2" name="Google Shape;272;p6"/>
              <p:cNvSpPr/>
              <p:nvPr/>
            </p:nvSpPr>
            <p:spPr>
              <a:xfrm>
                <a:off x="4287838" y="1025525"/>
                <a:ext cx="80963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51" h="108" extrusionOk="0">
                    <a:moveTo>
                      <a:pt x="37" y="0"/>
                    </a:moveTo>
                    <a:lnTo>
                      <a:pt x="51" y="10"/>
                    </a:lnTo>
                    <a:lnTo>
                      <a:pt x="20" y="54"/>
                    </a:lnTo>
                    <a:lnTo>
                      <a:pt x="51" y="99"/>
                    </a:lnTo>
                    <a:lnTo>
                      <a:pt x="37" y="108"/>
                    </a:lnTo>
                    <a:lnTo>
                      <a:pt x="0" y="54"/>
                    </a:lnTo>
                    <a:lnTo>
                      <a:pt x="3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73" name="Google Shape;273;p6"/>
          <p:cNvGrpSpPr/>
          <p:nvPr/>
        </p:nvGrpSpPr>
        <p:grpSpPr>
          <a:xfrm>
            <a:off x="-454818" y="4161475"/>
            <a:ext cx="884887" cy="884887"/>
            <a:chOff x="9247188" y="5834063"/>
            <a:chExt cx="1023938" cy="1023938"/>
          </a:xfrm>
        </p:grpSpPr>
        <p:sp>
          <p:nvSpPr>
            <p:cNvPr id="274" name="Google Shape;274;p6"/>
            <p:cNvSpPr/>
            <p:nvPr/>
          </p:nvSpPr>
          <p:spPr>
            <a:xfrm>
              <a:off x="9247188" y="5834063"/>
              <a:ext cx="1023938" cy="1023938"/>
            </a:xfrm>
            <a:custGeom>
              <a:avLst/>
              <a:gdLst/>
              <a:ahLst/>
              <a:cxnLst/>
              <a:rect l="l" t="t" r="r" b="b"/>
              <a:pathLst>
                <a:path w="607" h="607" extrusionOk="0">
                  <a:moveTo>
                    <a:pt x="304" y="607"/>
                  </a:moveTo>
                  <a:cubicBezTo>
                    <a:pt x="136" y="607"/>
                    <a:pt x="0" y="471"/>
                    <a:pt x="0" y="304"/>
                  </a:cubicBezTo>
                  <a:cubicBezTo>
                    <a:pt x="0" y="136"/>
                    <a:pt x="136" y="0"/>
                    <a:pt x="304" y="0"/>
                  </a:cubicBezTo>
                  <a:cubicBezTo>
                    <a:pt x="471" y="0"/>
                    <a:pt x="607" y="136"/>
                    <a:pt x="607" y="304"/>
                  </a:cubicBezTo>
                  <a:cubicBezTo>
                    <a:pt x="607" y="471"/>
                    <a:pt x="471" y="607"/>
                    <a:pt x="304" y="607"/>
                  </a:cubicBezTo>
                  <a:close/>
                  <a:moveTo>
                    <a:pt x="304" y="5"/>
                  </a:moveTo>
                  <a:cubicBezTo>
                    <a:pt x="139" y="5"/>
                    <a:pt x="5" y="139"/>
                    <a:pt x="5" y="304"/>
                  </a:cubicBezTo>
                  <a:cubicBezTo>
                    <a:pt x="5" y="468"/>
                    <a:pt x="139" y="602"/>
                    <a:pt x="304" y="602"/>
                  </a:cubicBezTo>
                  <a:cubicBezTo>
                    <a:pt x="468" y="602"/>
                    <a:pt x="602" y="468"/>
                    <a:pt x="602" y="304"/>
                  </a:cubicBezTo>
                  <a:cubicBezTo>
                    <a:pt x="602" y="139"/>
                    <a:pt x="468" y="5"/>
                    <a:pt x="304" y="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5" name="Google Shape;275;p6"/>
            <p:cNvSpPr/>
            <p:nvPr/>
          </p:nvSpPr>
          <p:spPr>
            <a:xfrm>
              <a:off x="9274175" y="5861050"/>
              <a:ext cx="969963" cy="969963"/>
            </a:xfrm>
            <a:custGeom>
              <a:avLst/>
              <a:gdLst/>
              <a:ahLst/>
              <a:cxnLst/>
              <a:rect l="l" t="t" r="r" b="b"/>
              <a:pathLst>
                <a:path w="575" h="575" extrusionOk="0">
                  <a:moveTo>
                    <a:pt x="288" y="575"/>
                  </a:moveTo>
                  <a:cubicBezTo>
                    <a:pt x="129" y="575"/>
                    <a:pt x="0" y="446"/>
                    <a:pt x="0" y="288"/>
                  </a:cubicBezTo>
                  <a:cubicBezTo>
                    <a:pt x="0" y="129"/>
                    <a:pt x="129" y="0"/>
                    <a:pt x="288" y="0"/>
                  </a:cubicBezTo>
                  <a:cubicBezTo>
                    <a:pt x="446" y="0"/>
                    <a:pt x="575" y="129"/>
                    <a:pt x="575" y="288"/>
                  </a:cubicBezTo>
                  <a:cubicBezTo>
                    <a:pt x="575" y="446"/>
                    <a:pt x="446" y="575"/>
                    <a:pt x="288" y="575"/>
                  </a:cubicBezTo>
                  <a:close/>
                  <a:moveTo>
                    <a:pt x="288" y="11"/>
                  </a:moveTo>
                  <a:cubicBezTo>
                    <a:pt x="135" y="11"/>
                    <a:pt x="11" y="135"/>
                    <a:pt x="11" y="288"/>
                  </a:cubicBezTo>
                  <a:cubicBezTo>
                    <a:pt x="11" y="440"/>
                    <a:pt x="135" y="565"/>
                    <a:pt x="288" y="565"/>
                  </a:cubicBezTo>
                  <a:cubicBezTo>
                    <a:pt x="440" y="565"/>
                    <a:pt x="565" y="440"/>
                    <a:pt x="565" y="288"/>
                  </a:cubicBezTo>
                  <a:cubicBezTo>
                    <a:pt x="565" y="135"/>
                    <a:pt x="440" y="11"/>
                    <a:pt x="288" y="1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6" name="Google Shape;276;p6"/>
            <p:cNvSpPr/>
            <p:nvPr/>
          </p:nvSpPr>
          <p:spPr>
            <a:xfrm>
              <a:off x="9377363" y="5962650"/>
              <a:ext cx="763587" cy="765175"/>
            </a:xfrm>
            <a:custGeom>
              <a:avLst/>
              <a:gdLst/>
              <a:ahLst/>
              <a:cxnLst/>
              <a:rect l="l" t="t" r="r" b="b"/>
              <a:pathLst>
                <a:path w="453" h="454" extrusionOk="0">
                  <a:moveTo>
                    <a:pt x="227" y="454"/>
                  </a:moveTo>
                  <a:cubicBezTo>
                    <a:pt x="209" y="454"/>
                    <a:pt x="191" y="452"/>
                    <a:pt x="173" y="448"/>
                  </a:cubicBezTo>
                  <a:cubicBezTo>
                    <a:pt x="184" y="405"/>
                    <a:pt x="184" y="405"/>
                    <a:pt x="184" y="405"/>
                  </a:cubicBezTo>
                  <a:cubicBezTo>
                    <a:pt x="201" y="409"/>
                    <a:pt x="219" y="411"/>
                    <a:pt x="236" y="410"/>
                  </a:cubicBezTo>
                  <a:cubicBezTo>
                    <a:pt x="239" y="454"/>
                    <a:pt x="239" y="454"/>
                    <a:pt x="239" y="454"/>
                  </a:cubicBezTo>
                  <a:cubicBezTo>
                    <a:pt x="235" y="454"/>
                    <a:pt x="231" y="454"/>
                    <a:pt x="227" y="454"/>
                  </a:cubicBezTo>
                  <a:close/>
                  <a:moveTo>
                    <a:pt x="259" y="452"/>
                  </a:moveTo>
                  <a:cubicBezTo>
                    <a:pt x="253" y="408"/>
                    <a:pt x="253" y="408"/>
                    <a:pt x="253" y="408"/>
                  </a:cubicBezTo>
                  <a:cubicBezTo>
                    <a:pt x="270" y="406"/>
                    <a:pt x="287" y="401"/>
                    <a:pt x="303" y="394"/>
                  </a:cubicBezTo>
                  <a:cubicBezTo>
                    <a:pt x="322" y="433"/>
                    <a:pt x="322" y="433"/>
                    <a:pt x="322" y="433"/>
                  </a:cubicBezTo>
                  <a:cubicBezTo>
                    <a:pt x="302" y="443"/>
                    <a:pt x="280" y="449"/>
                    <a:pt x="259" y="452"/>
                  </a:cubicBezTo>
                  <a:close/>
                  <a:moveTo>
                    <a:pt x="154" y="442"/>
                  </a:moveTo>
                  <a:cubicBezTo>
                    <a:pt x="133" y="435"/>
                    <a:pt x="114" y="425"/>
                    <a:pt x="96" y="413"/>
                  </a:cubicBezTo>
                  <a:cubicBezTo>
                    <a:pt x="121" y="377"/>
                    <a:pt x="121" y="377"/>
                    <a:pt x="121" y="377"/>
                  </a:cubicBezTo>
                  <a:cubicBezTo>
                    <a:pt x="136" y="387"/>
                    <a:pt x="151" y="395"/>
                    <a:pt x="168" y="401"/>
                  </a:cubicBezTo>
                  <a:lnTo>
                    <a:pt x="154" y="442"/>
                  </a:lnTo>
                  <a:close/>
                  <a:moveTo>
                    <a:pt x="340" y="424"/>
                  </a:moveTo>
                  <a:cubicBezTo>
                    <a:pt x="318" y="386"/>
                    <a:pt x="318" y="386"/>
                    <a:pt x="318" y="386"/>
                  </a:cubicBezTo>
                  <a:cubicBezTo>
                    <a:pt x="333" y="377"/>
                    <a:pt x="347" y="366"/>
                    <a:pt x="359" y="353"/>
                  </a:cubicBezTo>
                  <a:cubicBezTo>
                    <a:pt x="391" y="384"/>
                    <a:pt x="391" y="384"/>
                    <a:pt x="391" y="384"/>
                  </a:cubicBezTo>
                  <a:cubicBezTo>
                    <a:pt x="376" y="400"/>
                    <a:pt x="359" y="413"/>
                    <a:pt x="340" y="424"/>
                  </a:cubicBezTo>
                  <a:close/>
                  <a:moveTo>
                    <a:pt x="80" y="400"/>
                  </a:moveTo>
                  <a:cubicBezTo>
                    <a:pt x="63" y="386"/>
                    <a:pt x="48" y="369"/>
                    <a:pt x="36" y="351"/>
                  </a:cubicBezTo>
                  <a:cubicBezTo>
                    <a:pt x="73" y="327"/>
                    <a:pt x="73" y="327"/>
                    <a:pt x="73" y="327"/>
                  </a:cubicBezTo>
                  <a:cubicBezTo>
                    <a:pt x="83" y="342"/>
                    <a:pt x="95" y="355"/>
                    <a:pt x="108" y="367"/>
                  </a:cubicBezTo>
                  <a:lnTo>
                    <a:pt x="80" y="400"/>
                  </a:lnTo>
                  <a:close/>
                  <a:moveTo>
                    <a:pt x="404" y="368"/>
                  </a:moveTo>
                  <a:cubicBezTo>
                    <a:pt x="370" y="341"/>
                    <a:pt x="370" y="341"/>
                    <a:pt x="370" y="341"/>
                  </a:cubicBezTo>
                  <a:cubicBezTo>
                    <a:pt x="381" y="327"/>
                    <a:pt x="390" y="312"/>
                    <a:pt x="396" y="295"/>
                  </a:cubicBezTo>
                  <a:cubicBezTo>
                    <a:pt x="437" y="312"/>
                    <a:pt x="437" y="312"/>
                    <a:pt x="437" y="312"/>
                  </a:cubicBezTo>
                  <a:cubicBezTo>
                    <a:pt x="429" y="332"/>
                    <a:pt x="418" y="351"/>
                    <a:pt x="404" y="368"/>
                  </a:cubicBezTo>
                  <a:close/>
                  <a:moveTo>
                    <a:pt x="26" y="334"/>
                  </a:moveTo>
                  <a:cubicBezTo>
                    <a:pt x="16" y="314"/>
                    <a:pt x="9" y="293"/>
                    <a:pt x="4" y="272"/>
                  </a:cubicBezTo>
                  <a:cubicBezTo>
                    <a:pt x="47" y="263"/>
                    <a:pt x="47" y="263"/>
                    <a:pt x="47" y="263"/>
                  </a:cubicBezTo>
                  <a:cubicBezTo>
                    <a:pt x="51" y="281"/>
                    <a:pt x="57" y="297"/>
                    <a:pt x="65" y="313"/>
                  </a:cubicBezTo>
                  <a:lnTo>
                    <a:pt x="26" y="334"/>
                  </a:lnTo>
                  <a:close/>
                  <a:moveTo>
                    <a:pt x="444" y="293"/>
                  </a:moveTo>
                  <a:cubicBezTo>
                    <a:pt x="402" y="280"/>
                    <a:pt x="402" y="280"/>
                    <a:pt x="402" y="280"/>
                  </a:cubicBezTo>
                  <a:cubicBezTo>
                    <a:pt x="407" y="263"/>
                    <a:pt x="409" y="246"/>
                    <a:pt x="409" y="228"/>
                  </a:cubicBezTo>
                  <a:cubicBezTo>
                    <a:pt x="409" y="215"/>
                    <a:pt x="408" y="202"/>
                    <a:pt x="405" y="189"/>
                  </a:cubicBezTo>
                  <a:cubicBezTo>
                    <a:pt x="448" y="180"/>
                    <a:pt x="448" y="180"/>
                    <a:pt x="448" y="180"/>
                  </a:cubicBezTo>
                  <a:cubicBezTo>
                    <a:pt x="452" y="195"/>
                    <a:pt x="453" y="212"/>
                    <a:pt x="453" y="228"/>
                  </a:cubicBezTo>
                  <a:cubicBezTo>
                    <a:pt x="453" y="250"/>
                    <a:pt x="450" y="272"/>
                    <a:pt x="444" y="293"/>
                  </a:cubicBezTo>
                  <a:close/>
                  <a:moveTo>
                    <a:pt x="1" y="252"/>
                  </a:moveTo>
                  <a:cubicBezTo>
                    <a:pt x="0" y="244"/>
                    <a:pt x="0" y="236"/>
                    <a:pt x="0" y="228"/>
                  </a:cubicBezTo>
                  <a:cubicBezTo>
                    <a:pt x="0" y="214"/>
                    <a:pt x="1" y="200"/>
                    <a:pt x="4" y="186"/>
                  </a:cubicBezTo>
                  <a:cubicBezTo>
                    <a:pt x="47" y="194"/>
                    <a:pt x="47" y="194"/>
                    <a:pt x="47" y="194"/>
                  </a:cubicBezTo>
                  <a:cubicBezTo>
                    <a:pt x="45" y="205"/>
                    <a:pt x="44" y="216"/>
                    <a:pt x="44" y="228"/>
                  </a:cubicBezTo>
                  <a:cubicBezTo>
                    <a:pt x="44" y="234"/>
                    <a:pt x="44" y="241"/>
                    <a:pt x="45" y="247"/>
                  </a:cubicBezTo>
                  <a:lnTo>
                    <a:pt x="1" y="252"/>
                  </a:lnTo>
                  <a:close/>
                  <a:moveTo>
                    <a:pt x="51" y="178"/>
                  </a:moveTo>
                  <a:cubicBezTo>
                    <a:pt x="8" y="167"/>
                    <a:pt x="8" y="167"/>
                    <a:pt x="8" y="167"/>
                  </a:cubicBezTo>
                  <a:cubicBezTo>
                    <a:pt x="14" y="145"/>
                    <a:pt x="23" y="125"/>
                    <a:pt x="35" y="107"/>
                  </a:cubicBezTo>
                  <a:cubicBezTo>
                    <a:pt x="72" y="130"/>
                    <a:pt x="72" y="130"/>
                    <a:pt x="72" y="130"/>
                  </a:cubicBezTo>
                  <a:cubicBezTo>
                    <a:pt x="63" y="145"/>
                    <a:pt x="56" y="161"/>
                    <a:pt x="51" y="178"/>
                  </a:cubicBezTo>
                  <a:close/>
                  <a:moveTo>
                    <a:pt x="401" y="173"/>
                  </a:moveTo>
                  <a:cubicBezTo>
                    <a:pt x="396" y="157"/>
                    <a:pt x="388" y="140"/>
                    <a:pt x="378" y="126"/>
                  </a:cubicBezTo>
                  <a:cubicBezTo>
                    <a:pt x="415" y="101"/>
                    <a:pt x="415" y="101"/>
                    <a:pt x="415" y="101"/>
                  </a:cubicBezTo>
                  <a:cubicBezTo>
                    <a:pt x="427" y="119"/>
                    <a:pt x="437" y="139"/>
                    <a:pt x="443" y="160"/>
                  </a:cubicBezTo>
                  <a:lnTo>
                    <a:pt x="401" y="173"/>
                  </a:lnTo>
                  <a:close/>
                  <a:moveTo>
                    <a:pt x="82" y="117"/>
                  </a:moveTo>
                  <a:cubicBezTo>
                    <a:pt x="47" y="90"/>
                    <a:pt x="47" y="90"/>
                    <a:pt x="47" y="90"/>
                  </a:cubicBezTo>
                  <a:cubicBezTo>
                    <a:pt x="60" y="73"/>
                    <a:pt x="76" y="57"/>
                    <a:pt x="94" y="44"/>
                  </a:cubicBezTo>
                  <a:cubicBezTo>
                    <a:pt x="119" y="80"/>
                    <a:pt x="119" y="80"/>
                    <a:pt x="119" y="80"/>
                  </a:cubicBezTo>
                  <a:cubicBezTo>
                    <a:pt x="105" y="90"/>
                    <a:pt x="92" y="103"/>
                    <a:pt x="82" y="117"/>
                  </a:cubicBezTo>
                  <a:close/>
                  <a:moveTo>
                    <a:pt x="369" y="113"/>
                  </a:moveTo>
                  <a:cubicBezTo>
                    <a:pt x="357" y="99"/>
                    <a:pt x="344" y="87"/>
                    <a:pt x="330" y="77"/>
                  </a:cubicBezTo>
                  <a:cubicBezTo>
                    <a:pt x="354" y="41"/>
                    <a:pt x="354" y="41"/>
                    <a:pt x="354" y="41"/>
                  </a:cubicBezTo>
                  <a:cubicBezTo>
                    <a:pt x="373" y="53"/>
                    <a:pt x="389" y="68"/>
                    <a:pt x="403" y="85"/>
                  </a:cubicBezTo>
                  <a:lnTo>
                    <a:pt x="369" y="113"/>
                  </a:lnTo>
                  <a:close/>
                  <a:moveTo>
                    <a:pt x="133" y="71"/>
                  </a:moveTo>
                  <a:cubicBezTo>
                    <a:pt x="110" y="33"/>
                    <a:pt x="110" y="33"/>
                    <a:pt x="110" y="33"/>
                  </a:cubicBezTo>
                  <a:cubicBezTo>
                    <a:pt x="129" y="22"/>
                    <a:pt x="150" y="13"/>
                    <a:pt x="171" y="8"/>
                  </a:cubicBezTo>
                  <a:cubicBezTo>
                    <a:pt x="182" y="51"/>
                    <a:pt x="182" y="51"/>
                    <a:pt x="182" y="51"/>
                  </a:cubicBezTo>
                  <a:cubicBezTo>
                    <a:pt x="165" y="55"/>
                    <a:pt x="148" y="62"/>
                    <a:pt x="133" y="71"/>
                  </a:cubicBezTo>
                  <a:close/>
                  <a:moveTo>
                    <a:pt x="316" y="68"/>
                  </a:moveTo>
                  <a:cubicBezTo>
                    <a:pt x="300" y="60"/>
                    <a:pt x="284" y="53"/>
                    <a:pt x="266" y="49"/>
                  </a:cubicBezTo>
                  <a:cubicBezTo>
                    <a:pt x="276" y="6"/>
                    <a:pt x="276" y="6"/>
                    <a:pt x="276" y="6"/>
                  </a:cubicBezTo>
                  <a:cubicBezTo>
                    <a:pt x="297" y="11"/>
                    <a:pt x="318" y="19"/>
                    <a:pt x="337" y="30"/>
                  </a:cubicBezTo>
                  <a:lnTo>
                    <a:pt x="316" y="68"/>
                  </a:lnTo>
                  <a:close/>
                  <a:moveTo>
                    <a:pt x="198" y="47"/>
                  </a:moveTo>
                  <a:cubicBezTo>
                    <a:pt x="191" y="4"/>
                    <a:pt x="191" y="4"/>
                    <a:pt x="191" y="4"/>
                  </a:cubicBezTo>
                  <a:cubicBezTo>
                    <a:pt x="212" y="0"/>
                    <a:pt x="235" y="0"/>
                    <a:pt x="256" y="3"/>
                  </a:cubicBezTo>
                  <a:cubicBezTo>
                    <a:pt x="251" y="47"/>
                    <a:pt x="251" y="47"/>
                    <a:pt x="251" y="47"/>
                  </a:cubicBezTo>
                  <a:cubicBezTo>
                    <a:pt x="233" y="44"/>
                    <a:pt x="215" y="45"/>
                    <a:pt x="198" y="4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7" name="Google Shape;277;p6"/>
            <p:cNvSpPr/>
            <p:nvPr/>
          </p:nvSpPr>
          <p:spPr>
            <a:xfrm>
              <a:off x="9324975" y="5911850"/>
              <a:ext cx="868362" cy="868362"/>
            </a:xfrm>
            <a:custGeom>
              <a:avLst/>
              <a:gdLst/>
              <a:ahLst/>
              <a:cxnLst/>
              <a:rect l="l" t="t" r="r" b="b"/>
              <a:pathLst>
                <a:path w="515" h="515" extrusionOk="0">
                  <a:moveTo>
                    <a:pt x="255" y="515"/>
                  </a:moveTo>
                  <a:cubicBezTo>
                    <a:pt x="248" y="515"/>
                    <a:pt x="241" y="515"/>
                    <a:pt x="234" y="514"/>
                  </a:cubicBezTo>
                  <a:cubicBezTo>
                    <a:pt x="234" y="509"/>
                    <a:pt x="234" y="509"/>
                    <a:pt x="234" y="509"/>
                  </a:cubicBezTo>
                  <a:cubicBezTo>
                    <a:pt x="241" y="510"/>
                    <a:pt x="248" y="510"/>
                    <a:pt x="255" y="510"/>
                  </a:cubicBezTo>
                  <a:lnTo>
                    <a:pt x="255" y="515"/>
                  </a:lnTo>
                  <a:close/>
                  <a:moveTo>
                    <a:pt x="265" y="515"/>
                  </a:moveTo>
                  <a:cubicBezTo>
                    <a:pt x="265" y="510"/>
                    <a:pt x="265" y="510"/>
                    <a:pt x="265" y="510"/>
                  </a:cubicBezTo>
                  <a:cubicBezTo>
                    <a:pt x="272" y="510"/>
                    <a:pt x="279" y="509"/>
                    <a:pt x="285" y="509"/>
                  </a:cubicBezTo>
                  <a:cubicBezTo>
                    <a:pt x="286" y="514"/>
                    <a:pt x="286" y="514"/>
                    <a:pt x="286" y="514"/>
                  </a:cubicBezTo>
                  <a:cubicBezTo>
                    <a:pt x="279" y="515"/>
                    <a:pt x="272" y="515"/>
                    <a:pt x="265" y="515"/>
                  </a:cubicBezTo>
                  <a:close/>
                  <a:moveTo>
                    <a:pt x="223" y="513"/>
                  </a:moveTo>
                  <a:cubicBezTo>
                    <a:pt x="217" y="512"/>
                    <a:pt x="210" y="511"/>
                    <a:pt x="203" y="510"/>
                  </a:cubicBezTo>
                  <a:cubicBezTo>
                    <a:pt x="204" y="504"/>
                    <a:pt x="204" y="504"/>
                    <a:pt x="204" y="504"/>
                  </a:cubicBezTo>
                  <a:cubicBezTo>
                    <a:pt x="211" y="506"/>
                    <a:pt x="217" y="507"/>
                    <a:pt x="224" y="508"/>
                  </a:cubicBezTo>
                  <a:lnTo>
                    <a:pt x="223" y="513"/>
                  </a:lnTo>
                  <a:close/>
                  <a:moveTo>
                    <a:pt x="296" y="512"/>
                  </a:moveTo>
                  <a:cubicBezTo>
                    <a:pt x="296" y="507"/>
                    <a:pt x="296" y="507"/>
                    <a:pt x="296" y="507"/>
                  </a:cubicBezTo>
                  <a:cubicBezTo>
                    <a:pt x="302" y="506"/>
                    <a:pt x="309" y="505"/>
                    <a:pt x="316" y="503"/>
                  </a:cubicBezTo>
                  <a:cubicBezTo>
                    <a:pt x="317" y="509"/>
                    <a:pt x="317" y="509"/>
                    <a:pt x="317" y="509"/>
                  </a:cubicBezTo>
                  <a:cubicBezTo>
                    <a:pt x="310" y="510"/>
                    <a:pt x="303" y="511"/>
                    <a:pt x="296" y="512"/>
                  </a:cubicBezTo>
                  <a:close/>
                  <a:moveTo>
                    <a:pt x="193" y="507"/>
                  </a:moveTo>
                  <a:cubicBezTo>
                    <a:pt x="186" y="505"/>
                    <a:pt x="179" y="503"/>
                    <a:pt x="173" y="501"/>
                  </a:cubicBezTo>
                  <a:cubicBezTo>
                    <a:pt x="174" y="496"/>
                    <a:pt x="174" y="496"/>
                    <a:pt x="174" y="496"/>
                  </a:cubicBezTo>
                  <a:cubicBezTo>
                    <a:pt x="181" y="498"/>
                    <a:pt x="187" y="500"/>
                    <a:pt x="194" y="502"/>
                  </a:cubicBezTo>
                  <a:lnTo>
                    <a:pt x="193" y="507"/>
                  </a:lnTo>
                  <a:close/>
                  <a:moveTo>
                    <a:pt x="327" y="506"/>
                  </a:moveTo>
                  <a:cubicBezTo>
                    <a:pt x="326" y="501"/>
                    <a:pt x="326" y="501"/>
                    <a:pt x="326" y="501"/>
                  </a:cubicBezTo>
                  <a:cubicBezTo>
                    <a:pt x="332" y="499"/>
                    <a:pt x="339" y="497"/>
                    <a:pt x="345" y="495"/>
                  </a:cubicBezTo>
                  <a:cubicBezTo>
                    <a:pt x="347" y="499"/>
                    <a:pt x="347" y="499"/>
                    <a:pt x="347" y="499"/>
                  </a:cubicBezTo>
                  <a:cubicBezTo>
                    <a:pt x="340" y="502"/>
                    <a:pt x="334" y="504"/>
                    <a:pt x="327" y="506"/>
                  </a:cubicBezTo>
                  <a:close/>
                  <a:moveTo>
                    <a:pt x="163" y="497"/>
                  </a:moveTo>
                  <a:cubicBezTo>
                    <a:pt x="156" y="495"/>
                    <a:pt x="150" y="492"/>
                    <a:pt x="144" y="489"/>
                  </a:cubicBezTo>
                  <a:cubicBezTo>
                    <a:pt x="146" y="484"/>
                    <a:pt x="146" y="484"/>
                    <a:pt x="146" y="484"/>
                  </a:cubicBezTo>
                  <a:cubicBezTo>
                    <a:pt x="152" y="487"/>
                    <a:pt x="158" y="490"/>
                    <a:pt x="165" y="493"/>
                  </a:cubicBezTo>
                  <a:lnTo>
                    <a:pt x="163" y="497"/>
                  </a:lnTo>
                  <a:close/>
                  <a:moveTo>
                    <a:pt x="357" y="496"/>
                  </a:moveTo>
                  <a:cubicBezTo>
                    <a:pt x="355" y="491"/>
                    <a:pt x="355" y="491"/>
                    <a:pt x="355" y="491"/>
                  </a:cubicBezTo>
                  <a:cubicBezTo>
                    <a:pt x="361" y="488"/>
                    <a:pt x="367" y="485"/>
                    <a:pt x="373" y="482"/>
                  </a:cubicBezTo>
                  <a:cubicBezTo>
                    <a:pt x="376" y="487"/>
                    <a:pt x="376" y="487"/>
                    <a:pt x="376" y="487"/>
                  </a:cubicBezTo>
                  <a:cubicBezTo>
                    <a:pt x="369" y="490"/>
                    <a:pt x="363" y="493"/>
                    <a:pt x="357" y="496"/>
                  </a:cubicBezTo>
                  <a:close/>
                  <a:moveTo>
                    <a:pt x="134" y="484"/>
                  </a:moveTo>
                  <a:cubicBezTo>
                    <a:pt x="128" y="481"/>
                    <a:pt x="122" y="477"/>
                    <a:pt x="116" y="473"/>
                  </a:cubicBezTo>
                  <a:cubicBezTo>
                    <a:pt x="119" y="469"/>
                    <a:pt x="119" y="469"/>
                    <a:pt x="119" y="469"/>
                  </a:cubicBezTo>
                  <a:cubicBezTo>
                    <a:pt x="125" y="473"/>
                    <a:pt x="131" y="476"/>
                    <a:pt x="137" y="479"/>
                  </a:cubicBezTo>
                  <a:lnTo>
                    <a:pt x="134" y="484"/>
                  </a:lnTo>
                  <a:close/>
                  <a:moveTo>
                    <a:pt x="385" y="482"/>
                  </a:moveTo>
                  <a:cubicBezTo>
                    <a:pt x="382" y="477"/>
                    <a:pt x="382" y="477"/>
                    <a:pt x="382" y="477"/>
                  </a:cubicBezTo>
                  <a:cubicBezTo>
                    <a:pt x="388" y="474"/>
                    <a:pt x="394" y="470"/>
                    <a:pt x="400" y="467"/>
                  </a:cubicBezTo>
                  <a:cubicBezTo>
                    <a:pt x="402" y="471"/>
                    <a:pt x="402" y="471"/>
                    <a:pt x="402" y="471"/>
                  </a:cubicBezTo>
                  <a:cubicBezTo>
                    <a:pt x="397" y="475"/>
                    <a:pt x="391" y="478"/>
                    <a:pt x="385" y="482"/>
                  </a:cubicBezTo>
                  <a:close/>
                  <a:moveTo>
                    <a:pt x="108" y="467"/>
                  </a:moveTo>
                  <a:cubicBezTo>
                    <a:pt x="102" y="463"/>
                    <a:pt x="97" y="459"/>
                    <a:pt x="91" y="454"/>
                  </a:cubicBezTo>
                  <a:cubicBezTo>
                    <a:pt x="95" y="451"/>
                    <a:pt x="95" y="451"/>
                    <a:pt x="95" y="451"/>
                  </a:cubicBezTo>
                  <a:cubicBezTo>
                    <a:pt x="100" y="455"/>
                    <a:pt x="105" y="459"/>
                    <a:pt x="111" y="463"/>
                  </a:cubicBezTo>
                  <a:lnTo>
                    <a:pt x="108" y="467"/>
                  </a:lnTo>
                  <a:close/>
                  <a:moveTo>
                    <a:pt x="411" y="465"/>
                  </a:moveTo>
                  <a:cubicBezTo>
                    <a:pt x="408" y="461"/>
                    <a:pt x="408" y="461"/>
                    <a:pt x="408" y="461"/>
                  </a:cubicBezTo>
                  <a:cubicBezTo>
                    <a:pt x="413" y="457"/>
                    <a:pt x="419" y="452"/>
                    <a:pt x="424" y="448"/>
                  </a:cubicBezTo>
                  <a:cubicBezTo>
                    <a:pt x="427" y="452"/>
                    <a:pt x="427" y="452"/>
                    <a:pt x="427" y="452"/>
                  </a:cubicBezTo>
                  <a:cubicBezTo>
                    <a:pt x="422" y="456"/>
                    <a:pt x="417" y="461"/>
                    <a:pt x="411" y="465"/>
                  </a:cubicBezTo>
                  <a:close/>
                  <a:moveTo>
                    <a:pt x="83" y="448"/>
                  </a:moveTo>
                  <a:cubicBezTo>
                    <a:pt x="78" y="443"/>
                    <a:pt x="73" y="438"/>
                    <a:pt x="69" y="433"/>
                  </a:cubicBezTo>
                  <a:cubicBezTo>
                    <a:pt x="72" y="429"/>
                    <a:pt x="72" y="429"/>
                    <a:pt x="72" y="429"/>
                  </a:cubicBezTo>
                  <a:cubicBezTo>
                    <a:pt x="77" y="434"/>
                    <a:pt x="82" y="439"/>
                    <a:pt x="87" y="444"/>
                  </a:cubicBezTo>
                  <a:lnTo>
                    <a:pt x="83" y="448"/>
                  </a:lnTo>
                  <a:close/>
                  <a:moveTo>
                    <a:pt x="435" y="445"/>
                  </a:moveTo>
                  <a:cubicBezTo>
                    <a:pt x="431" y="441"/>
                    <a:pt x="431" y="441"/>
                    <a:pt x="431" y="441"/>
                  </a:cubicBezTo>
                  <a:cubicBezTo>
                    <a:pt x="436" y="436"/>
                    <a:pt x="441" y="431"/>
                    <a:pt x="446" y="426"/>
                  </a:cubicBezTo>
                  <a:cubicBezTo>
                    <a:pt x="450" y="430"/>
                    <a:pt x="450" y="430"/>
                    <a:pt x="450" y="430"/>
                  </a:cubicBezTo>
                  <a:cubicBezTo>
                    <a:pt x="445" y="435"/>
                    <a:pt x="440" y="440"/>
                    <a:pt x="435" y="445"/>
                  </a:cubicBezTo>
                  <a:close/>
                  <a:moveTo>
                    <a:pt x="62" y="425"/>
                  </a:moveTo>
                  <a:cubicBezTo>
                    <a:pt x="57" y="420"/>
                    <a:pt x="53" y="414"/>
                    <a:pt x="49" y="409"/>
                  </a:cubicBezTo>
                  <a:cubicBezTo>
                    <a:pt x="53" y="406"/>
                    <a:pt x="53" y="406"/>
                    <a:pt x="53" y="406"/>
                  </a:cubicBezTo>
                  <a:cubicBezTo>
                    <a:pt x="57" y="411"/>
                    <a:pt x="61" y="416"/>
                    <a:pt x="66" y="422"/>
                  </a:cubicBezTo>
                  <a:lnTo>
                    <a:pt x="62" y="425"/>
                  </a:lnTo>
                  <a:close/>
                  <a:moveTo>
                    <a:pt x="456" y="422"/>
                  </a:moveTo>
                  <a:cubicBezTo>
                    <a:pt x="452" y="418"/>
                    <a:pt x="452" y="418"/>
                    <a:pt x="452" y="418"/>
                  </a:cubicBezTo>
                  <a:cubicBezTo>
                    <a:pt x="457" y="413"/>
                    <a:pt x="461" y="408"/>
                    <a:pt x="465" y="402"/>
                  </a:cubicBezTo>
                  <a:cubicBezTo>
                    <a:pt x="469" y="405"/>
                    <a:pt x="469" y="405"/>
                    <a:pt x="469" y="405"/>
                  </a:cubicBezTo>
                  <a:cubicBezTo>
                    <a:pt x="465" y="411"/>
                    <a:pt x="461" y="416"/>
                    <a:pt x="456" y="422"/>
                  </a:cubicBezTo>
                  <a:close/>
                  <a:moveTo>
                    <a:pt x="43" y="400"/>
                  </a:moveTo>
                  <a:cubicBezTo>
                    <a:pt x="39" y="394"/>
                    <a:pt x="35" y="388"/>
                    <a:pt x="32" y="382"/>
                  </a:cubicBezTo>
                  <a:cubicBezTo>
                    <a:pt x="37" y="380"/>
                    <a:pt x="37" y="380"/>
                    <a:pt x="37" y="380"/>
                  </a:cubicBezTo>
                  <a:cubicBezTo>
                    <a:pt x="40" y="386"/>
                    <a:pt x="43" y="391"/>
                    <a:pt x="47" y="397"/>
                  </a:cubicBezTo>
                  <a:lnTo>
                    <a:pt x="43" y="400"/>
                  </a:lnTo>
                  <a:close/>
                  <a:moveTo>
                    <a:pt x="475" y="396"/>
                  </a:moveTo>
                  <a:cubicBezTo>
                    <a:pt x="471" y="394"/>
                    <a:pt x="471" y="394"/>
                    <a:pt x="471" y="394"/>
                  </a:cubicBezTo>
                  <a:cubicBezTo>
                    <a:pt x="474" y="388"/>
                    <a:pt x="478" y="382"/>
                    <a:pt x="481" y="376"/>
                  </a:cubicBezTo>
                  <a:cubicBezTo>
                    <a:pt x="485" y="378"/>
                    <a:pt x="485" y="378"/>
                    <a:pt x="485" y="378"/>
                  </a:cubicBezTo>
                  <a:cubicBezTo>
                    <a:pt x="482" y="384"/>
                    <a:pt x="479" y="391"/>
                    <a:pt x="475" y="396"/>
                  </a:cubicBezTo>
                  <a:close/>
                  <a:moveTo>
                    <a:pt x="27" y="373"/>
                  </a:moveTo>
                  <a:cubicBezTo>
                    <a:pt x="24" y="367"/>
                    <a:pt x="21" y="360"/>
                    <a:pt x="19" y="354"/>
                  </a:cubicBezTo>
                  <a:cubicBezTo>
                    <a:pt x="23" y="352"/>
                    <a:pt x="23" y="352"/>
                    <a:pt x="23" y="352"/>
                  </a:cubicBezTo>
                  <a:cubicBezTo>
                    <a:pt x="26" y="358"/>
                    <a:pt x="29" y="365"/>
                    <a:pt x="32" y="371"/>
                  </a:cubicBezTo>
                  <a:lnTo>
                    <a:pt x="27" y="373"/>
                  </a:lnTo>
                  <a:close/>
                  <a:moveTo>
                    <a:pt x="490" y="369"/>
                  </a:moveTo>
                  <a:cubicBezTo>
                    <a:pt x="485" y="367"/>
                    <a:pt x="485" y="367"/>
                    <a:pt x="485" y="367"/>
                  </a:cubicBezTo>
                  <a:cubicBezTo>
                    <a:pt x="488" y="361"/>
                    <a:pt x="491" y="354"/>
                    <a:pt x="494" y="348"/>
                  </a:cubicBezTo>
                  <a:cubicBezTo>
                    <a:pt x="498" y="350"/>
                    <a:pt x="498" y="350"/>
                    <a:pt x="498" y="350"/>
                  </a:cubicBezTo>
                  <a:cubicBezTo>
                    <a:pt x="496" y="356"/>
                    <a:pt x="493" y="363"/>
                    <a:pt x="490" y="369"/>
                  </a:cubicBezTo>
                  <a:close/>
                  <a:moveTo>
                    <a:pt x="15" y="344"/>
                  </a:moveTo>
                  <a:cubicBezTo>
                    <a:pt x="12" y="338"/>
                    <a:pt x="10" y="331"/>
                    <a:pt x="9" y="324"/>
                  </a:cubicBezTo>
                  <a:cubicBezTo>
                    <a:pt x="14" y="323"/>
                    <a:pt x="14" y="323"/>
                    <a:pt x="14" y="323"/>
                  </a:cubicBezTo>
                  <a:cubicBezTo>
                    <a:pt x="15" y="329"/>
                    <a:pt x="17" y="336"/>
                    <a:pt x="20" y="342"/>
                  </a:cubicBezTo>
                  <a:lnTo>
                    <a:pt x="15" y="344"/>
                  </a:lnTo>
                  <a:close/>
                  <a:moveTo>
                    <a:pt x="502" y="340"/>
                  </a:moveTo>
                  <a:cubicBezTo>
                    <a:pt x="497" y="338"/>
                    <a:pt x="497" y="338"/>
                    <a:pt x="497" y="338"/>
                  </a:cubicBezTo>
                  <a:cubicBezTo>
                    <a:pt x="499" y="332"/>
                    <a:pt x="501" y="325"/>
                    <a:pt x="503" y="319"/>
                  </a:cubicBezTo>
                  <a:cubicBezTo>
                    <a:pt x="508" y="320"/>
                    <a:pt x="508" y="320"/>
                    <a:pt x="508" y="320"/>
                  </a:cubicBezTo>
                  <a:cubicBezTo>
                    <a:pt x="506" y="327"/>
                    <a:pt x="504" y="333"/>
                    <a:pt x="502" y="340"/>
                  </a:cubicBezTo>
                  <a:close/>
                  <a:moveTo>
                    <a:pt x="6" y="314"/>
                  </a:moveTo>
                  <a:cubicBezTo>
                    <a:pt x="5" y="307"/>
                    <a:pt x="3" y="300"/>
                    <a:pt x="2" y="293"/>
                  </a:cubicBezTo>
                  <a:cubicBezTo>
                    <a:pt x="8" y="293"/>
                    <a:pt x="8" y="293"/>
                    <a:pt x="8" y="293"/>
                  </a:cubicBezTo>
                  <a:cubicBezTo>
                    <a:pt x="9" y="299"/>
                    <a:pt x="10" y="306"/>
                    <a:pt x="11" y="313"/>
                  </a:cubicBezTo>
                  <a:lnTo>
                    <a:pt x="6" y="314"/>
                  </a:lnTo>
                  <a:close/>
                  <a:moveTo>
                    <a:pt x="510" y="310"/>
                  </a:moveTo>
                  <a:cubicBezTo>
                    <a:pt x="505" y="309"/>
                    <a:pt x="505" y="309"/>
                    <a:pt x="505" y="309"/>
                  </a:cubicBezTo>
                  <a:cubicBezTo>
                    <a:pt x="506" y="302"/>
                    <a:pt x="507" y="295"/>
                    <a:pt x="508" y="288"/>
                  </a:cubicBezTo>
                  <a:cubicBezTo>
                    <a:pt x="513" y="289"/>
                    <a:pt x="513" y="289"/>
                    <a:pt x="513" y="289"/>
                  </a:cubicBezTo>
                  <a:cubicBezTo>
                    <a:pt x="513" y="296"/>
                    <a:pt x="511" y="303"/>
                    <a:pt x="510" y="310"/>
                  </a:cubicBezTo>
                  <a:close/>
                  <a:moveTo>
                    <a:pt x="1" y="283"/>
                  </a:moveTo>
                  <a:cubicBezTo>
                    <a:pt x="1" y="276"/>
                    <a:pt x="0" y="269"/>
                    <a:pt x="0" y="262"/>
                  </a:cubicBezTo>
                  <a:cubicBezTo>
                    <a:pt x="5" y="262"/>
                    <a:pt x="5" y="262"/>
                    <a:pt x="5" y="262"/>
                  </a:cubicBezTo>
                  <a:cubicBezTo>
                    <a:pt x="5" y="269"/>
                    <a:pt x="6" y="276"/>
                    <a:pt x="6" y="283"/>
                  </a:cubicBezTo>
                  <a:lnTo>
                    <a:pt x="1" y="283"/>
                  </a:lnTo>
                  <a:close/>
                  <a:moveTo>
                    <a:pt x="515" y="279"/>
                  </a:moveTo>
                  <a:cubicBezTo>
                    <a:pt x="509" y="278"/>
                    <a:pt x="509" y="278"/>
                    <a:pt x="509" y="278"/>
                  </a:cubicBezTo>
                  <a:cubicBezTo>
                    <a:pt x="510" y="271"/>
                    <a:pt x="510" y="265"/>
                    <a:pt x="510" y="258"/>
                  </a:cubicBezTo>
                  <a:cubicBezTo>
                    <a:pt x="510" y="251"/>
                    <a:pt x="510" y="245"/>
                    <a:pt x="509" y="239"/>
                  </a:cubicBezTo>
                  <a:cubicBezTo>
                    <a:pt x="515" y="238"/>
                    <a:pt x="515" y="238"/>
                    <a:pt x="515" y="238"/>
                  </a:cubicBezTo>
                  <a:cubicBezTo>
                    <a:pt x="515" y="245"/>
                    <a:pt x="515" y="251"/>
                    <a:pt x="515" y="258"/>
                  </a:cubicBezTo>
                  <a:cubicBezTo>
                    <a:pt x="515" y="265"/>
                    <a:pt x="515" y="272"/>
                    <a:pt x="515" y="279"/>
                  </a:cubicBezTo>
                  <a:close/>
                  <a:moveTo>
                    <a:pt x="5" y="252"/>
                  </a:moveTo>
                  <a:cubicBezTo>
                    <a:pt x="0" y="252"/>
                    <a:pt x="0" y="252"/>
                    <a:pt x="0" y="252"/>
                  </a:cubicBezTo>
                  <a:cubicBezTo>
                    <a:pt x="0" y="245"/>
                    <a:pt x="1" y="238"/>
                    <a:pt x="1" y="231"/>
                  </a:cubicBezTo>
                  <a:cubicBezTo>
                    <a:pt x="7" y="231"/>
                    <a:pt x="7" y="231"/>
                    <a:pt x="7" y="231"/>
                  </a:cubicBezTo>
                  <a:cubicBezTo>
                    <a:pt x="6" y="238"/>
                    <a:pt x="5" y="245"/>
                    <a:pt x="5" y="252"/>
                  </a:cubicBezTo>
                  <a:close/>
                  <a:moveTo>
                    <a:pt x="508" y="229"/>
                  </a:moveTo>
                  <a:cubicBezTo>
                    <a:pt x="508" y="222"/>
                    <a:pt x="507" y="215"/>
                    <a:pt x="505" y="208"/>
                  </a:cubicBezTo>
                  <a:cubicBezTo>
                    <a:pt x="510" y="207"/>
                    <a:pt x="510" y="207"/>
                    <a:pt x="510" y="207"/>
                  </a:cubicBezTo>
                  <a:cubicBezTo>
                    <a:pt x="512" y="214"/>
                    <a:pt x="513" y="221"/>
                    <a:pt x="514" y="228"/>
                  </a:cubicBezTo>
                  <a:lnTo>
                    <a:pt x="508" y="229"/>
                  </a:lnTo>
                  <a:close/>
                  <a:moveTo>
                    <a:pt x="8" y="221"/>
                  </a:moveTo>
                  <a:cubicBezTo>
                    <a:pt x="3" y="220"/>
                    <a:pt x="3" y="220"/>
                    <a:pt x="3" y="220"/>
                  </a:cubicBezTo>
                  <a:cubicBezTo>
                    <a:pt x="4" y="214"/>
                    <a:pt x="5" y="207"/>
                    <a:pt x="6" y="200"/>
                  </a:cubicBezTo>
                  <a:cubicBezTo>
                    <a:pt x="12" y="201"/>
                    <a:pt x="12" y="201"/>
                    <a:pt x="12" y="201"/>
                  </a:cubicBezTo>
                  <a:cubicBezTo>
                    <a:pt x="10" y="208"/>
                    <a:pt x="9" y="214"/>
                    <a:pt x="8" y="221"/>
                  </a:cubicBezTo>
                  <a:close/>
                  <a:moveTo>
                    <a:pt x="503" y="198"/>
                  </a:moveTo>
                  <a:cubicBezTo>
                    <a:pt x="502" y="192"/>
                    <a:pt x="500" y="185"/>
                    <a:pt x="498" y="179"/>
                  </a:cubicBezTo>
                  <a:cubicBezTo>
                    <a:pt x="502" y="177"/>
                    <a:pt x="502" y="177"/>
                    <a:pt x="502" y="177"/>
                  </a:cubicBezTo>
                  <a:cubicBezTo>
                    <a:pt x="505" y="184"/>
                    <a:pt x="507" y="190"/>
                    <a:pt x="508" y="197"/>
                  </a:cubicBezTo>
                  <a:lnTo>
                    <a:pt x="503" y="198"/>
                  </a:lnTo>
                  <a:close/>
                  <a:moveTo>
                    <a:pt x="14" y="191"/>
                  </a:moveTo>
                  <a:cubicBezTo>
                    <a:pt x="9" y="190"/>
                    <a:pt x="9" y="190"/>
                    <a:pt x="9" y="190"/>
                  </a:cubicBezTo>
                  <a:cubicBezTo>
                    <a:pt x="11" y="183"/>
                    <a:pt x="13" y="176"/>
                    <a:pt x="15" y="170"/>
                  </a:cubicBezTo>
                  <a:cubicBezTo>
                    <a:pt x="20" y="172"/>
                    <a:pt x="20" y="172"/>
                    <a:pt x="20" y="172"/>
                  </a:cubicBezTo>
                  <a:cubicBezTo>
                    <a:pt x="18" y="178"/>
                    <a:pt x="16" y="185"/>
                    <a:pt x="14" y="191"/>
                  </a:cubicBezTo>
                  <a:close/>
                  <a:moveTo>
                    <a:pt x="494" y="169"/>
                  </a:moveTo>
                  <a:cubicBezTo>
                    <a:pt x="492" y="163"/>
                    <a:pt x="489" y="156"/>
                    <a:pt x="486" y="150"/>
                  </a:cubicBezTo>
                  <a:cubicBezTo>
                    <a:pt x="491" y="148"/>
                    <a:pt x="491" y="148"/>
                    <a:pt x="491" y="148"/>
                  </a:cubicBezTo>
                  <a:cubicBezTo>
                    <a:pt x="494" y="154"/>
                    <a:pt x="497" y="161"/>
                    <a:pt x="499" y="167"/>
                  </a:cubicBezTo>
                  <a:lnTo>
                    <a:pt x="494" y="169"/>
                  </a:lnTo>
                  <a:close/>
                  <a:moveTo>
                    <a:pt x="24" y="162"/>
                  </a:moveTo>
                  <a:cubicBezTo>
                    <a:pt x="19" y="160"/>
                    <a:pt x="19" y="160"/>
                    <a:pt x="19" y="160"/>
                  </a:cubicBezTo>
                  <a:cubicBezTo>
                    <a:pt x="22" y="154"/>
                    <a:pt x="25" y="147"/>
                    <a:pt x="28" y="141"/>
                  </a:cubicBezTo>
                  <a:cubicBezTo>
                    <a:pt x="32" y="143"/>
                    <a:pt x="32" y="143"/>
                    <a:pt x="32" y="143"/>
                  </a:cubicBezTo>
                  <a:cubicBezTo>
                    <a:pt x="29" y="149"/>
                    <a:pt x="26" y="156"/>
                    <a:pt x="24" y="162"/>
                  </a:cubicBezTo>
                  <a:close/>
                  <a:moveTo>
                    <a:pt x="482" y="141"/>
                  </a:moveTo>
                  <a:cubicBezTo>
                    <a:pt x="478" y="135"/>
                    <a:pt x="475" y="129"/>
                    <a:pt x="471" y="123"/>
                  </a:cubicBezTo>
                  <a:cubicBezTo>
                    <a:pt x="476" y="120"/>
                    <a:pt x="476" y="120"/>
                    <a:pt x="476" y="120"/>
                  </a:cubicBezTo>
                  <a:cubicBezTo>
                    <a:pt x="479" y="126"/>
                    <a:pt x="483" y="132"/>
                    <a:pt x="486" y="138"/>
                  </a:cubicBezTo>
                  <a:lnTo>
                    <a:pt x="482" y="141"/>
                  </a:lnTo>
                  <a:close/>
                  <a:moveTo>
                    <a:pt x="37" y="134"/>
                  </a:moveTo>
                  <a:cubicBezTo>
                    <a:pt x="33" y="132"/>
                    <a:pt x="33" y="132"/>
                    <a:pt x="33" y="132"/>
                  </a:cubicBezTo>
                  <a:cubicBezTo>
                    <a:pt x="36" y="126"/>
                    <a:pt x="40" y="120"/>
                    <a:pt x="44" y="114"/>
                  </a:cubicBezTo>
                  <a:cubicBezTo>
                    <a:pt x="48" y="117"/>
                    <a:pt x="48" y="117"/>
                    <a:pt x="48" y="117"/>
                  </a:cubicBezTo>
                  <a:cubicBezTo>
                    <a:pt x="44" y="123"/>
                    <a:pt x="41" y="128"/>
                    <a:pt x="37" y="134"/>
                  </a:cubicBezTo>
                  <a:close/>
                  <a:moveTo>
                    <a:pt x="466" y="115"/>
                  </a:moveTo>
                  <a:cubicBezTo>
                    <a:pt x="462" y="109"/>
                    <a:pt x="458" y="104"/>
                    <a:pt x="453" y="98"/>
                  </a:cubicBezTo>
                  <a:cubicBezTo>
                    <a:pt x="457" y="95"/>
                    <a:pt x="457" y="95"/>
                    <a:pt x="457" y="95"/>
                  </a:cubicBezTo>
                  <a:cubicBezTo>
                    <a:pt x="462" y="100"/>
                    <a:pt x="466" y="106"/>
                    <a:pt x="470" y="112"/>
                  </a:cubicBezTo>
                  <a:lnTo>
                    <a:pt x="466" y="115"/>
                  </a:lnTo>
                  <a:close/>
                  <a:moveTo>
                    <a:pt x="54" y="108"/>
                  </a:moveTo>
                  <a:cubicBezTo>
                    <a:pt x="50" y="105"/>
                    <a:pt x="50" y="105"/>
                    <a:pt x="50" y="105"/>
                  </a:cubicBezTo>
                  <a:cubicBezTo>
                    <a:pt x="54" y="100"/>
                    <a:pt x="58" y="94"/>
                    <a:pt x="63" y="89"/>
                  </a:cubicBezTo>
                  <a:cubicBezTo>
                    <a:pt x="67" y="92"/>
                    <a:pt x="67" y="92"/>
                    <a:pt x="67" y="92"/>
                  </a:cubicBezTo>
                  <a:cubicBezTo>
                    <a:pt x="62" y="98"/>
                    <a:pt x="58" y="103"/>
                    <a:pt x="54" y="108"/>
                  </a:cubicBezTo>
                  <a:close/>
                  <a:moveTo>
                    <a:pt x="447" y="90"/>
                  </a:moveTo>
                  <a:cubicBezTo>
                    <a:pt x="442" y="85"/>
                    <a:pt x="438" y="80"/>
                    <a:pt x="433" y="76"/>
                  </a:cubicBezTo>
                  <a:cubicBezTo>
                    <a:pt x="436" y="72"/>
                    <a:pt x="436" y="72"/>
                    <a:pt x="436" y="72"/>
                  </a:cubicBezTo>
                  <a:cubicBezTo>
                    <a:pt x="441" y="77"/>
                    <a:pt x="446" y="82"/>
                    <a:pt x="451" y="87"/>
                  </a:cubicBezTo>
                  <a:lnTo>
                    <a:pt x="447" y="90"/>
                  </a:lnTo>
                  <a:close/>
                  <a:moveTo>
                    <a:pt x="74" y="85"/>
                  </a:moveTo>
                  <a:cubicBezTo>
                    <a:pt x="70" y="81"/>
                    <a:pt x="70" y="81"/>
                    <a:pt x="70" y="81"/>
                  </a:cubicBezTo>
                  <a:cubicBezTo>
                    <a:pt x="75" y="76"/>
                    <a:pt x="80" y="71"/>
                    <a:pt x="85" y="67"/>
                  </a:cubicBezTo>
                  <a:cubicBezTo>
                    <a:pt x="88" y="70"/>
                    <a:pt x="88" y="70"/>
                    <a:pt x="88" y="70"/>
                  </a:cubicBezTo>
                  <a:cubicBezTo>
                    <a:pt x="83" y="75"/>
                    <a:pt x="78" y="80"/>
                    <a:pt x="74" y="85"/>
                  </a:cubicBezTo>
                  <a:close/>
                  <a:moveTo>
                    <a:pt x="425" y="69"/>
                  </a:moveTo>
                  <a:cubicBezTo>
                    <a:pt x="420" y="64"/>
                    <a:pt x="415" y="60"/>
                    <a:pt x="409" y="56"/>
                  </a:cubicBezTo>
                  <a:cubicBezTo>
                    <a:pt x="412" y="52"/>
                    <a:pt x="412" y="52"/>
                    <a:pt x="412" y="52"/>
                  </a:cubicBezTo>
                  <a:cubicBezTo>
                    <a:pt x="418" y="56"/>
                    <a:pt x="423" y="60"/>
                    <a:pt x="429" y="65"/>
                  </a:cubicBezTo>
                  <a:lnTo>
                    <a:pt x="425" y="69"/>
                  </a:lnTo>
                  <a:close/>
                  <a:moveTo>
                    <a:pt x="96" y="64"/>
                  </a:moveTo>
                  <a:cubicBezTo>
                    <a:pt x="93" y="60"/>
                    <a:pt x="93" y="60"/>
                    <a:pt x="93" y="60"/>
                  </a:cubicBezTo>
                  <a:cubicBezTo>
                    <a:pt x="98" y="55"/>
                    <a:pt x="104" y="51"/>
                    <a:pt x="109" y="47"/>
                  </a:cubicBezTo>
                  <a:cubicBezTo>
                    <a:pt x="112" y="51"/>
                    <a:pt x="112" y="51"/>
                    <a:pt x="112" y="51"/>
                  </a:cubicBezTo>
                  <a:cubicBezTo>
                    <a:pt x="107" y="55"/>
                    <a:pt x="101" y="59"/>
                    <a:pt x="96" y="64"/>
                  </a:cubicBezTo>
                  <a:close/>
                  <a:moveTo>
                    <a:pt x="401" y="50"/>
                  </a:moveTo>
                  <a:cubicBezTo>
                    <a:pt x="395" y="46"/>
                    <a:pt x="389" y="42"/>
                    <a:pt x="384" y="39"/>
                  </a:cubicBezTo>
                  <a:cubicBezTo>
                    <a:pt x="386" y="34"/>
                    <a:pt x="386" y="34"/>
                    <a:pt x="386" y="34"/>
                  </a:cubicBezTo>
                  <a:cubicBezTo>
                    <a:pt x="392" y="38"/>
                    <a:pt x="398" y="42"/>
                    <a:pt x="404" y="45"/>
                  </a:cubicBezTo>
                  <a:lnTo>
                    <a:pt x="401" y="50"/>
                  </a:lnTo>
                  <a:close/>
                  <a:moveTo>
                    <a:pt x="121" y="46"/>
                  </a:moveTo>
                  <a:cubicBezTo>
                    <a:pt x="118" y="41"/>
                    <a:pt x="118" y="41"/>
                    <a:pt x="118" y="41"/>
                  </a:cubicBezTo>
                  <a:cubicBezTo>
                    <a:pt x="124" y="37"/>
                    <a:pt x="130" y="34"/>
                    <a:pt x="136" y="31"/>
                  </a:cubicBezTo>
                  <a:cubicBezTo>
                    <a:pt x="138" y="35"/>
                    <a:pt x="138" y="35"/>
                    <a:pt x="138" y="35"/>
                  </a:cubicBezTo>
                  <a:cubicBezTo>
                    <a:pt x="132" y="38"/>
                    <a:pt x="126" y="42"/>
                    <a:pt x="121" y="46"/>
                  </a:cubicBezTo>
                  <a:close/>
                  <a:moveTo>
                    <a:pt x="375" y="34"/>
                  </a:moveTo>
                  <a:cubicBezTo>
                    <a:pt x="369" y="31"/>
                    <a:pt x="362" y="28"/>
                    <a:pt x="356" y="25"/>
                  </a:cubicBezTo>
                  <a:cubicBezTo>
                    <a:pt x="358" y="20"/>
                    <a:pt x="358" y="20"/>
                    <a:pt x="358" y="20"/>
                  </a:cubicBezTo>
                  <a:cubicBezTo>
                    <a:pt x="364" y="23"/>
                    <a:pt x="371" y="26"/>
                    <a:pt x="377" y="29"/>
                  </a:cubicBezTo>
                  <a:lnTo>
                    <a:pt x="375" y="34"/>
                  </a:lnTo>
                  <a:close/>
                  <a:moveTo>
                    <a:pt x="147" y="30"/>
                  </a:moveTo>
                  <a:cubicBezTo>
                    <a:pt x="145" y="26"/>
                    <a:pt x="145" y="26"/>
                    <a:pt x="145" y="26"/>
                  </a:cubicBezTo>
                  <a:cubicBezTo>
                    <a:pt x="151" y="23"/>
                    <a:pt x="158" y="20"/>
                    <a:pt x="164" y="17"/>
                  </a:cubicBezTo>
                  <a:cubicBezTo>
                    <a:pt x="166" y="22"/>
                    <a:pt x="166" y="22"/>
                    <a:pt x="166" y="22"/>
                  </a:cubicBezTo>
                  <a:cubicBezTo>
                    <a:pt x="160" y="25"/>
                    <a:pt x="153" y="28"/>
                    <a:pt x="147" y="30"/>
                  </a:cubicBezTo>
                  <a:close/>
                  <a:moveTo>
                    <a:pt x="347" y="21"/>
                  </a:moveTo>
                  <a:cubicBezTo>
                    <a:pt x="340" y="19"/>
                    <a:pt x="334" y="17"/>
                    <a:pt x="327" y="15"/>
                  </a:cubicBezTo>
                  <a:cubicBezTo>
                    <a:pt x="328" y="10"/>
                    <a:pt x="328" y="10"/>
                    <a:pt x="328" y="10"/>
                  </a:cubicBezTo>
                  <a:cubicBezTo>
                    <a:pt x="335" y="12"/>
                    <a:pt x="342" y="14"/>
                    <a:pt x="348" y="16"/>
                  </a:cubicBezTo>
                  <a:lnTo>
                    <a:pt x="347" y="21"/>
                  </a:lnTo>
                  <a:close/>
                  <a:moveTo>
                    <a:pt x="176" y="19"/>
                  </a:moveTo>
                  <a:cubicBezTo>
                    <a:pt x="174" y="14"/>
                    <a:pt x="174" y="14"/>
                    <a:pt x="174" y="14"/>
                  </a:cubicBezTo>
                  <a:cubicBezTo>
                    <a:pt x="181" y="12"/>
                    <a:pt x="187" y="10"/>
                    <a:pt x="194" y="8"/>
                  </a:cubicBezTo>
                  <a:cubicBezTo>
                    <a:pt x="195" y="13"/>
                    <a:pt x="195" y="13"/>
                    <a:pt x="195" y="13"/>
                  </a:cubicBezTo>
                  <a:cubicBezTo>
                    <a:pt x="189" y="15"/>
                    <a:pt x="182" y="17"/>
                    <a:pt x="176" y="19"/>
                  </a:cubicBezTo>
                  <a:close/>
                  <a:moveTo>
                    <a:pt x="317" y="12"/>
                  </a:moveTo>
                  <a:cubicBezTo>
                    <a:pt x="311" y="11"/>
                    <a:pt x="304" y="9"/>
                    <a:pt x="297" y="8"/>
                  </a:cubicBezTo>
                  <a:cubicBezTo>
                    <a:pt x="298" y="3"/>
                    <a:pt x="298" y="3"/>
                    <a:pt x="298" y="3"/>
                  </a:cubicBezTo>
                  <a:cubicBezTo>
                    <a:pt x="305" y="4"/>
                    <a:pt x="312" y="6"/>
                    <a:pt x="318" y="7"/>
                  </a:cubicBezTo>
                  <a:lnTo>
                    <a:pt x="317" y="12"/>
                  </a:lnTo>
                  <a:close/>
                  <a:moveTo>
                    <a:pt x="205" y="11"/>
                  </a:moveTo>
                  <a:cubicBezTo>
                    <a:pt x="204" y="6"/>
                    <a:pt x="204" y="6"/>
                    <a:pt x="204" y="6"/>
                  </a:cubicBezTo>
                  <a:cubicBezTo>
                    <a:pt x="211" y="4"/>
                    <a:pt x="218" y="3"/>
                    <a:pt x="225" y="2"/>
                  </a:cubicBezTo>
                  <a:cubicBezTo>
                    <a:pt x="226" y="7"/>
                    <a:pt x="226" y="7"/>
                    <a:pt x="226" y="7"/>
                  </a:cubicBezTo>
                  <a:cubicBezTo>
                    <a:pt x="219" y="8"/>
                    <a:pt x="212" y="9"/>
                    <a:pt x="205" y="11"/>
                  </a:cubicBezTo>
                  <a:close/>
                  <a:moveTo>
                    <a:pt x="287" y="7"/>
                  </a:moveTo>
                  <a:cubicBezTo>
                    <a:pt x="280" y="6"/>
                    <a:pt x="273" y="6"/>
                    <a:pt x="266" y="5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274" y="0"/>
                    <a:pt x="281" y="1"/>
                    <a:pt x="288" y="2"/>
                  </a:cubicBezTo>
                  <a:lnTo>
                    <a:pt x="287" y="7"/>
                  </a:lnTo>
                  <a:close/>
                  <a:moveTo>
                    <a:pt x="236" y="6"/>
                  </a:moveTo>
                  <a:cubicBezTo>
                    <a:pt x="235" y="1"/>
                    <a:pt x="235" y="1"/>
                    <a:pt x="235" y="1"/>
                  </a:cubicBezTo>
                  <a:cubicBezTo>
                    <a:pt x="242" y="0"/>
                    <a:pt x="249" y="0"/>
                    <a:pt x="256" y="0"/>
                  </a:cubicBezTo>
                  <a:cubicBezTo>
                    <a:pt x="256" y="5"/>
                    <a:pt x="256" y="5"/>
                    <a:pt x="256" y="5"/>
                  </a:cubicBezTo>
                  <a:cubicBezTo>
                    <a:pt x="249" y="5"/>
                    <a:pt x="243" y="6"/>
                    <a:pt x="236" y="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8" name="Google Shape;278;p6"/>
            <p:cNvSpPr/>
            <p:nvPr/>
          </p:nvSpPr>
          <p:spPr>
            <a:xfrm>
              <a:off x="9486900" y="6073775"/>
              <a:ext cx="546100" cy="546100"/>
            </a:xfrm>
            <a:custGeom>
              <a:avLst/>
              <a:gdLst/>
              <a:ahLst/>
              <a:cxnLst/>
              <a:rect l="l" t="t" r="r" b="b"/>
              <a:pathLst>
                <a:path w="324" h="324" extrusionOk="0">
                  <a:moveTo>
                    <a:pt x="162" y="324"/>
                  </a:moveTo>
                  <a:cubicBezTo>
                    <a:pt x="72" y="324"/>
                    <a:pt x="0" y="251"/>
                    <a:pt x="0" y="162"/>
                  </a:cubicBezTo>
                  <a:cubicBezTo>
                    <a:pt x="0" y="72"/>
                    <a:pt x="72" y="0"/>
                    <a:pt x="162" y="0"/>
                  </a:cubicBezTo>
                  <a:cubicBezTo>
                    <a:pt x="251" y="0"/>
                    <a:pt x="324" y="72"/>
                    <a:pt x="324" y="162"/>
                  </a:cubicBezTo>
                  <a:cubicBezTo>
                    <a:pt x="324" y="251"/>
                    <a:pt x="251" y="324"/>
                    <a:pt x="162" y="324"/>
                  </a:cubicBezTo>
                  <a:close/>
                  <a:moveTo>
                    <a:pt x="162" y="31"/>
                  </a:moveTo>
                  <a:cubicBezTo>
                    <a:pt x="90" y="31"/>
                    <a:pt x="31" y="90"/>
                    <a:pt x="31" y="162"/>
                  </a:cubicBezTo>
                  <a:cubicBezTo>
                    <a:pt x="31" y="234"/>
                    <a:pt x="90" y="292"/>
                    <a:pt x="162" y="292"/>
                  </a:cubicBezTo>
                  <a:cubicBezTo>
                    <a:pt x="234" y="292"/>
                    <a:pt x="292" y="234"/>
                    <a:pt x="292" y="162"/>
                  </a:cubicBezTo>
                  <a:cubicBezTo>
                    <a:pt x="292" y="90"/>
                    <a:pt x="234" y="31"/>
                    <a:pt x="162" y="3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9" name="Google Shape;279;p6"/>
            <p:cNvSpPr/>
            <p:nvPr/>
          </p:nvSpPr>
          <p:spPr>
            <a:xfrm>
              <a:off x="9564688" y="6151563"/>
              <a:ext cx="390525" cy="390525"/>
            </a:xfrm>
            <a:custGeom>
              <a:avLst/>
              <a:gdLst/>
              <a:ahLst/>
              <a:cxnLst/>
              <a:rect l="l" t="t" r="r" b="b"/>
              <a:pathLst>
                <a:path w="231" h="232" extrusionOk="0">
                  <a:moveTo>
                    <a:pt x="116" y="232"/>
                  </a:moveTo>
                  <a:cubicBezTo>
                    <a:pt x="52" y="232"/>
                    <a:pt x="0" y="180"/>
                    <a:pt x="0" y="116"/>
                  </a:cubicBezTo>
                  <a:cubicBezTo>
                    <a:pt x="0" y="52"/>
                    <a:pt x="52" y="0"/>
                    <a:pt x="116" y="0"/>
                  </a:cubicBezTo>
                  <a:cubicBezTo>
                    <a:pt x="180" y="0"/>
                    <a:pt x="231" y="52"/>
                    <a:pt x="231" y="116"/>
                  </a:cubicBezTo>
                  <a:cubicBezTo>
                    <a:pt x="231" y="180"/>
                    <a:pt x="180" y="232"/>
                    <a:pt x="116" y="232"/>
                  </a:cubicBezTo>
                  <a:close/>
                  <a:moveTo>
                    <a:pt x="116" y="9"/>
                  </a:moveTo>
                  <a:cubicBezTo>
                    <a:pt x="57" y="9"/>
                    <a:pt x="9" y="57"/>
                    <a:pt x="9" y="116"/>
                  </a:cubicBezTo>
                  <a:cubicBezTo>
                    <a:pt x="9" y="175"/>
                    <a:pt x="57" y="223"/>
                    <a:pt x="116" y="223"/>
                  </a:cubicBezTo>
                  <a:cubicBezTo>
                    <a:pt x="175" y="223"/>
                    <a:pt x="223" y="175"/>
                    <a:pt x="223" y="116"/>
                  </a:cubicBezTo>
                  <a:cubicBezTo>
                    <a:pt x="223" y="57"/>
                    <a:pt x="175" y="9"/>
                    <a:pt x="116" y="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80" name="Google Shape;280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2" name="Google Shape;282;p7"/>
          <p:cNvGrpSpPr/>
          <p:nvPr/>
        </p:nvGrpSpPr>
        <p:grpSpPr>
          <a:xfrm>
            <a:off x="8430775" y="-184363"/>
            <a:ext cx="1449389" cy="1447800"/>
            <a:chOff x="5502275" y="4098925"/>
            <a:chExt cx="1449389" cy="1447800"/>
          </a:xfrm>
        </p:grpSpPr>
        <p:sp>
          <p:nvSpPr>
            <p:cNvPr id="283" name="Google Shape;283;p7"/>
            <p:cNvSpPr/>
            <p:nvPr/>
          </p:nvSpPr>
          <p:spPr>
            <a:xfrm>
              <a:off x="5502275" y="4098925"/>
              <a:ext cx="1449389" cy="1447800"/>
            </a:xfrm>
            <a:custGeom>
              <a:avLst/>
              <a:gdLst/>
              <a:ahLst/>
              <a:cxnLst/>
              <a:rect l="l" t="t" r="r" b="b"/>
              <a:pathLst>
                <a:path w="859" h="858" extrusionOk="0">
                  <a:moveTo>
                    <a:pt x="430" y="858"/>
                  </a:moveTo>
                  <a:cubicBezTo>
                    <a:pt x="193" y="858"/>
                    <a:pt x="0" y="665"/>
                    <a:pt x="0" y="429"/>
                  </a:cubicBezTo>
                  <a:cubicBezTo>
                    <a:pt x="0" y="192"/>
                    <a:pt x="193" y="0"/>
                    <a:pt x="430" y="0"/>
                  </a:cubicBezTo>
                  <a:cubicBezTo>
                    <a:pt x="666" y="0"/>
                    <a:pt x="859" y="192"/>
                    <a:pt x="859" y="429"/>
                  </a:cubicBezTo>
                  <a:cubicBezTo>
                    <a:pt x="859" y="665"/>
                    <a:pt x="666" y="858"/>
                    <a:pt x="430" y="858"/>
                  </a:cubicBezTo>
                  <a:close/>
                  <a:moveTo>
                    <a:pt x="430" y="10"/>
                  </a:moveTo>
                  <a:cubicBezTo>
                    <a:pt x="199" y="10"/>
                    <a:pt x="11" y="198"/>
                    <a:pt x="11" y="429"/>
                  </a:cubicBezTo>
                  <a:cubicBezTo>
                    <a:pt x="11" y="659"/>
                    <a:pt x="199" y="847"/>
                    <a:pt x="430" y="847"/>
                  </a:cubicBezTo>
                  <a:cubicBezTo>
                    <a:pt x="660" y="847"/>
                    <a:pt x="848" y="659"/>
                    <a:pt x="848" y="429"/>
                  </a:cubicBezTo>
                  <a:cubicBezTo>
                    <a:pt x="848" y="198"/>
                    <a:pt x="660" y="10"/>
                    <a:pt x="430" y="1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4" name="Google Shape;284;p7"/>
            <p:cNvSpPr/>
            <p:nvPr/>
          </p:nvSpPr>
          <p:spPr>
            <a:xfrm>
              <a:off x="5548313" y="4143375"/>
              <a:ext cx="1357313" cy="1358900"/>
            </a:xfrm>
            <a:custGeom>
              <a:avLst/>
              <a:gdLst/>
              <a:ahLst/>
              <a:cxnLst/>
              <a:rect l="l" t="t" r="r" b="b"/>
              <a:pathLst>
                <a:path w="805" h="805" extrusionOk="0">
                  <a:moveTo>
                    <a:pt x="403" y="805"/>
                  </a:moveTo>
                  <a:cubicBezTo>
                    <a:pt x="180" y="805"/>
                    <a:pt x="0" y="625"/>
                    <a:pt x="0" y="403"/>
                  </a:cubicBezTo>
                  <a:cubicBezTo>
                    <a:pt x="0" y="181"/>
                    <a:pt x="180" y="0"/>
                    <a:pt x="403" y="0"/>
                  </a:cubicBezTo>
                  <a:cubicBezTo>
                    <a:pt x="625" y="0"/>
                    <a:pt x="805" y="181"/>
                    <a:pt x="805" y="403"/>
                  </a:cubicBezTo>
                  <a:cubicBezTo>
                    <a:pt x="805" y="625"/>
                    <a:pt x="625" y="805"/>
                    <a:pt x="403" y="805"/>
                  </a:cubicBezTo>
                  <a:close/>
                  <a:moveTo>
                    <a:pt x="403" y="7"/>
                  </a:moveTo>
                  <a:cubicBezTo>
                    <a:pt x="184" y="7"/>
                    <a:pt x="7" y="185"/>
                    <a:pt x="7" y="403"/>
                  </a:cubicBezTo>
                  <a:cubicBezTo>
                    <a:pt x="7" y="621"/>
                    <a:pt x="184" y="798"/>
                    <a:pt x="403" y="798"/>
                  </a:cubicBezTo>
                  <a:cubicBezTo>
                    <a:pt x="621" y="798"/>
                    <a:pt x="798" y="621"/>
                    <a:pt x="798" y="403"/>
                  </a:cubicBezTo>
                  <a:cubicBezTo>
                    <a:pt x="798" y="185"/>
                    <a:pt x="621" y="7"/>
                    <a:pt x="403" y="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5" name="Google Shape;285;p7"/>
            <p:cNvSpPr/>
            <p:nvPr/>
          </p:nvSpPr>
          <p:spPr>
            <a:xfrm>
              <a:off x="5595938" y="4192588"/>
              <a:ext cx="1262063" cy="1262063"/>
            </a:xfrm>
            <a:custGeom>
              <a:avLst/>
              <a:gdLst/>
              <a:ahLst/>
              <a:cxnLst/>
              <a:rect l="l" t="t" r="r" b="b"/>
              <a:pathLst>
                <a:path w="749" h="748" extrusionOk="0">
                  <a:moveTo>
                    <a:pt x="375" y="748"/>
                  </a:moveTo>
                  <a:cubicBezTo>
                    <a:pt x="375" y="748"/>
                    <a:pt x="375" y="748"/>
                    <a:pt x="375" y="748"/>
                  </a:cubicBezTo>
                  <a:cubicBezTo>
                    <a:pt x="372" y="748"/>
                    <a:pt x="369" y="748"/>
                    <a:pt x="366" y="748"/>
                  </a:cubicBezTo>
                  <a:cubicBezTo>
                    <a:pt x="367" y="689"/>
                    <a:pt x="367" y="689"/>
                    <a:pt x="367" y="689"/>
                  </a:cubicBezTo>
                  <a:cubicBezTo>
                    <a:pt x="370" y="689"/>
                    <a:pt x="372" y="689"/>
                    <a:pt x="375" y="689"/>
                  </a:cubicBezTo>
                  <a:lnTo>
                    <a:pt x="375" y="748"/>
                  </a:lnTo>
                  <a:close/>
                  <a:moveTo>
                    <a:pt x="382" y="748"/>
                  </a:moveTo>
                  <a:cubicBezTo>
                    <a:pt x="381" y="689"/>
                    <a:pt x="381" y="689"/>
                    <a:pt x="381" y="689"/>
                  </a:cubicBezTo>
                  <a:cubicBezTo>
                    <a:pt x="383" y="689"/>
                    <a:pt x="386" y="689"/>
                    <a:pt x="388" y="689"/>
                  </a:cubicBezTo>
                  <a:cubicBezTo>
                    <a:pt x="390" y="747"/>
                    <a:pt x="390" y="747"/>
                    <a:pt x="390" y="747"/>
                  </a:cubicBezTo>
                  <a:cubicBezTo>
                    <a:pt x="388" y="747"/>
                    <a:pt x="385" y="748"/>
                    <a:pt x="382" y="748"/>
                  </a:cubicBezTo>
                  <a:close/>
                  <a:moveTo>
                    <a:pt x="359" y="747"/>
                  </a:moveTo>
                  <a:cubicBezTo>
                    <a:pt x="356" y="747"/>
                    <a:pt x="353" y="747"/>
                    <a:pt x="350" y="747"/>
                  </a:cubicBezTo>
                  <a:cubicBezTo>
                    <a:pt x="354" y="689"/>
                    <a:pt x="354" y="689"/>
                    <a:pt x="354" y="689"/>
                  </a:cubicBezTo>
                  <a:cubicBezTo>
                    <a:pt x="356" y="689"/>
                    <a:pt x="359" y="689"/>
                    <a:pt x="361" y="689"/>
                  </a:cubicBezTo>
                  <a:lnTo>
                    <a:pt x="359" y="747"/>
                  </a:lnTo>
                  <a:close/>
                  <a:moveTo>
                    <a:pt x="398" y="747"/>
                  </a:moveTo>
                  <a:cubicBezTo>
                    <a:pt x="394" y="689"/>
                    <a:pt x="394" y="689"/>
                    <a:pt x="394" y="689"/>
                  </a:cubicBezTo>
                  <a:cubicBezTo>
                    <a:pt x="397" y="688"/>
                    <a:pt x="399" y="688"/>
                    <a:pt x="401" y="688"/>
                  </a:cubicBezTo>
                  <a:cubicBezTo>
                    <a:pt x="406" y="746"/>
                    <a:pt x="406" y="746"/>
                    <a:pt x="406" y="746"/>
                  </a:cubicBezTo>
                  <a:cubicBezTo>
                    <a:pt x="403" y="747"/>
                    <a:pt x="401" y="747"/>
                    <a:pt x="398" y="747"/>
                  </a:cubicBezTo>
                  <a:close/>
                  <a:moveTo>
                    <a:pt x="343" y="746"/>
                  </a:moveTo>
                  <a:cubicBezTo>
                    <a:pt x="340" y="746"/>
                    <a:pt x="337" y="746"/>
                    <a:pt x="334" y="746"/>
                  </a:cubicBezTo>
                  <a:cubicBezTo>
                    <a:pt x="341" y="687"/>
                    <a:pt x="341" y="687"/>
                    <a:pt x="341" y="687"/>
                  </a:cubicBezTo>
                  <a:cubicBezTo>
                    <a:pt x="343" y="688"/>
                    <a:pt x="345" y="688"/>
                    <a:pt x="348" y="688"/>
                  </a:cubicBezTo>
                  <a:lnTo>
                    <a:pt x="343" y="746"/>
                  </a:lnTo>
                  <a:close/>
                  <a:moveTo>
                    <a:pt x="414" y="746"/>
                  </a:moveTo>
                  <a:cubicBezTo>
                    <a:pt x="407" y="688"/>
                    <a:pt x="407" y="688"/>
                    <a:pt x="407" y="688"/>
                  </a:cubicBezTo>
                  <a:cubicBezTo>
                    <a:pt x="410" y="687"/>
                    <a:pt x="412" y="687"/>
                    <a:pt x="415" y="687"/>
                  </a:cubicBezTo>
                  <a:cubicBezTo>
                    <a:pt x="422" y="745"/>
                    <a:pt x="422" y="745"/>
                    <a:pt x="422" y="745"/>
                  </a:cubicBezTo>
                  <a:cubicBezTo>
                    <a:pt x="419" y="745"/>
                    <a:pt x="416" y="745"/>
                    <a:pt x="414" y="746"/>
                  </a:cubicBezTo>
                  <a:close/>
                  <a:moveTo>
                    <a:pt x="327" y="745"/>
                  </a:moveTo>
                  <a:cubicBezTo>
                    <a:pt x="324" y="744"/>
                    <a:pt x="321" y="744"/>
                    <a:pt x="319" y="744"/>
                  </a:cubicBezTo>
                  <a:cubicBezTo>
                    <a:pt x="327" y="686"/>
                    <a:pt x="327" y="686"/>
                    <a:pt x="327" y="686"/>
                  </a:cubicBezTo>
                  <a:cubicBezTo>
                    <a:pt x="330" y="686"/>
                    <a:pt x="332" y="686"/>
                    <a:pt x="334" y="687"/>
                  </a:cubicBezTo>
                  <a:lnTo>
                    <a:pt x="327" y="745"/>
                  </a:lnTo>
                  <a:close/>
                  <a:moveTo>
                    <a:pt x="429" y="744"/>
                  </a:moveTo>
                  <a:cubicBezTo>
                    <a:pt x="421" y="686"/>
                    <a:pt x="421" y="686"/>
                    <a:pt x="421" y="686"/>
                  </a:cubicBezTo>
                  <a:cubicBezTo>
                    <a:pt x="423" y="686"/>
                    <a:pt x="426" y="685"/>
                    <a:pt x="428" y="685"/>
                  </a:cubicBezTo>
                  <a:cubicBezTo>
                    <a:pt x="438" y="742"/>
                    <a:pt x="438" y="742"/>
                    <a:pt x="438" y="742"/>
                  </a:cubicBezTo>
                  <a:cubicBezTo>
                    <a:pt x="435" y="743"/>
                    <a:pt x="432" y="743"/>
                    <a:pt x="429" y="744"/>
                  </a:cubicBezTo>
                  <a:close/>
                  <a:moveTo>
                    <a:pt x="311" y="742"/>
                  </a:moveTo>
                  <a:cubicBezTo>
                    <a:pt x="309" y="742"/>
                    <a:pt x="306" y="741"/>
                    <a:pt x="303" y="741"/>
                  </a:cubicBezTo>
                  <a:cubicBezTo>
                    <a:pt x="314" y="683"/>
                    <a:pt x="314" y="683"/>
                    <a:pt x="314" y="683"/>
                  </a:cubicBezTo>
                  <a:cubicBezTo>
                    <a:pt x="316" y="684"/>
                    <a:pt x="319" y="684"/>
                    <a:pt x="321" y="685"/>
                  </a:cubicBezTo>
                  <a:lnTo>
                    <a:pt x="311" y="742"/>
                  </a:lnTo>
                  <a:close/>
                  <a:moveTo>
                    <a:pt x="445" y="741"/>
                  </a:moveTo>
                  <a:cubicBezTo>
                    <a:pt x="434" y="684"/>
                    <a:pt x="434" y="684"/>
                    <a:pt x="434" y="684"/>
                  </a:cubicBezTo>
                  <a:cubicBezTo>
                    <a:pt x="436" y="683"/>
                    <a:pt x="439" y="683"/>
                    <a:pt x="441" y="682"/>
                  </a:cubicBezTo>
                  <a:cubicBezTo>
                    <a:pt x="453" y="739"/>
                    <a:pt x="453" y="739"/>
                    <a:pt x="453" y="739"/>
                  </a:cubicBezTo>
                  <a:cubicBezTo>
                    <a:pt x="451" y="740"/>
                    <a:pt x="448" y="741"/>
                    <a:pt x="445" y="741"/>
                  </a:cubicBezTo>
                  <a:close/>
                  <a:moveTo>
                    <a:pt x="296" y="739"/>
                  </a:moveTo>
                  <a:cubicBezTo>
                    <a:pt x="293" y="739"/>
                    <a:pt x="290" y="738"/>
                    <a:pt x="287" y="737"/>
                  </a:cubicBezTo>
                  <a:cubicBezTo>
                    <a:pt x="301" y="681"/>
                    <a:pt x="301" y="681"/>
                    <a:pt x="301" y="681"/>
                  </a:cubicBezTo>
                  <a:cubicBezTo>
                    <a:pt x="303" y="681"/>
                    <a:pt x="306" y="682"/>
                    <a:pt x="308" y="682"/>
                  </a:cubicBezTo>
                  <a:lnTo>
                    <a:pt x="296" y="739"/>
                  </a:lnTo>
                  <a:close/>
                  <a:moveTo>
                    <a:pt x="460" y="738"/>
                  </a:moveTo>
                  <a:cubicBezTo>
                    <a:pt x="447" y="681"/>
                    <a:pt x="447" y="681"/>
                    <a:pt x="447" y="681"/>
                  </a:cubicBezTo>
                  <a:cubicBezTo>
                    <a:pt x="449" y="680"/>
                    <a:pt x="452" y="680"/>
                    <a:pt x="454" y="679"/>
                  </a:cubicBezTo>
                  <a:cubicBezTo>
                    <a:pt x="469" y="736"/>
                    <a:pt x="469" y="736"/>
                    <a:pt x="469" y="736"/>
                  </a:cubicBezTo>
                  <a:cubicBezTo>
                    <a:pt x="466" y="736"/>
                    <a:pt x="463" y="737"/>
                    <a:pt x="460" y="738"/>
                  </a:cubicBezTo>
                  <a:close/>
                  <a:moveTo>
                    <a:pt x="280" y="736"/>
                  </a:moveTo>
                  <a:cubicBezTo>
                    <a:pt x="278" y="735"/>
                    <a:pt x="275" y="734"/>
                    <a:pt x="272" y="733"/>
                  </a:cubicBezTo>
                  <a:cubicBezTo>
                    <a:pt x="288" y="677"/>
                    <a:pt x="288" y="677"/>
                    <a:pt x="288" y="677"/>
                  </a:cubicBezTo>
                  <a:cubicBezTo>
                    <a:pt x="290" y="678"/>
                    <a:pt x="293" y="679"/>
                    <a:pt x="295" y="679"/>
                  </a:cubicBezTo>
                  <a:lnTo>
                    <a:pt x="280" y="736"/>
                  </a:lnTo>
                  <a:close/>
                  <a:moveTo>
                    <a:pt x="476" y="734"/>
                  </a:moveTo>
                  <a:cubicBezTo>
                    <a:pt x="460" y="678"/>
                    <a:pt x="460" y="678"/>
                    <a:pt x="460" y="678"/>
                  </a:cubicBezTo>
                  <a:cubicBezTo>
                    <a:pt x="462" y="677"/>
                    <a:pt x="465" y="676"/>
                    <a:pt x="467" y="675"/>
                  </a:cubicBezTo>
                  <a:cubicBezTo>
                    <a:pt x="484" y="731"/>
                    <a:pt x="484" y="731"/>
                    <a:pt x="484" y="731"/>
                  </a:cubicBezTo>
                  <a:cubicBezTo>
                    <a:pt x="481" y="732"/>
                    <a:pt x="479" y="733"/>
                    <a:pt x="476" y="734"/>
                  </a:cubicBezTo>
                  <a:close/>
                  <a:moveTo>
                    <a:pt x="265" y="731"/>
                  </a:moveTo>
                  <a:cubicBezTo>
                    <a:pt x="262" y="731"/>
                    <a:pt x="260" y="730"/>
                    <a:pt x="257" y="729"/>
                  </a:cubicBezTo>
                  <a:cubicBezTo>
                    <a:pt x="275" y="673"/>
                    <a:pt x="275" y="673"/>
                    <a:pt x="275" y="673"/>
                  </a:cubicBezTo>
                  <a:cubicBezTo>
                    <a:pt x="278" y="674"/>
                    <a:pt x="280" y="675"/>
                    <a:pt x="282" y="676"/>
                  </a:cubicBezTo>
                  <a:lnTo>
                    <a:pt x="265" y="731"/>
                  </a:lnTo>
                  <a:close/>
                  <a:moveTo>
                    <a:pt x="491" y="729"/>
                  </a:moveTo>
                  <a:cubicBezTo>
                    <a:pt x="473" y="674"/>
                    <a:pt x="473" y="674"/>
                    <a:pt x="473" y="674"/>
                  </a:cubicBezTo>
                  <a:cubicBezTo>
                    <a:pt x="475" y="673"/>
                    <a:pt x="477" y="672"/>
                    <a:pt x="480" y="671"/>
                  </a:cubicBezTo>
                  <a:cubicBezTo>
                    <a:pt x="499" y="726"/>
                    <a:pt x="499" y="726"/>
                    <a:pt x="499" y="726"/>
                  </a:cubicBezTo>
                  <a:cubicBezTo>
                    <a:pt x="496" y="727"/>
                    <a:pt x="494" y="728"/>
                    <a:pt x="491" y="729"/>
                  </a:cubicBezTo>
                  <a:close/>
                  <a:moveTo>
                    <a:pt x="250" y="726"/>
                  </a:moveTo>
                  <a:cubicBezTo>
                    <a:pt x="247" y="725"/>
                    <a:pt x="244" y="724"/>
                    <a:pt x="242" y="723"/>
                  </a:cubicBezTo>
                  <a:cubicBezTo>
                    <a:pt x="263" y="669"/>
                    <a:pt x="263" y="669"/>
                    <a:pt x="263" y="669"/>
                  </a:cubicBezTo>
                  <a:cubicBezTo>
                    <a:pt x="265" y="670"/>
                    <a:pt x="267" y="671"/>
                    <a:pt x="269" y="671"/>
                  </a:cubicBezTo>
                  <a:lnTo>
                    <a:pt x="250" y="726"/>
                  </a:lnTo>
                  <a:close/>
                  <a:moveTo>
                    <a:pt x="506" y="724"/>
                  </a:moveTo>
                  <a:cubicBezTo>
                    <a:pt x="485" y="669"/>
                    <a:pt x="485" y="669"/>
                    <a:pt x="485" y="669"/>
                  </a:cubicBezTo>
                  <a:cubicBezTo>
                    <a:pt x="488" y="668"/>
                    <a:pt x="490" y="667"/>
                    <a:pt x="492" y="667"/>
                  </a:cubicBezTo>
                  <a:cubicBezTo>
                    <a:pt x="514" y="721"/>
                    <a:pt x="514" y="721"/>
                    <a:pt x="514" y="721"/>
                  </a:cubicBezTo>
                  <a:cubicBezTo>
                    <a:pt x="511" y="722"/>
                    <a:pt x="509" y="723"/>
                    <a:pt x="506" y="724"/>
                  </a:cubicBezTo>
                  <a:close/>
                  <a:moveTo>
                    <a:pt x="235" y="721"/>
                  </a:moveTo>
                  <a:cubicBezTo>
                    <a:pt x="232" y="720"/>
                    <a:pt x="230" y="719"/>
                    <a:pt x="227" y="718"/>
                  </a:cubicBezTo>
                  <a:cubicBezTo>
                    <a:pt x="250" y="664"/>
                    <a:pt x="250" y="664"/>
                    <a:pt x="250" y="664"/>
                  </a:cubicBezTo>
                  <a:cubicBezTo>
                    <a:pt x="252" y="665"/>
                    <a:pt x="255" y="666"/>
                    <a:pt x="257" y="667"/>
                  </a:cubicBezTo>
                  <a:lnTo>
                    <a:pt x="235" y="721"/>
                  </a:lnTo>
                  <a:close/>
                  <a:moveTo>
                    <a:pt x="521" y="718"/>
                  </a:moveTo>
                  <a:cubicBezTo>
                    <a:pt x="498" y="664"/>
                    <a:pt x="498" y="664"/>
                    <a:pt x="498" y="664"/>
                  </a:cubicBezTo>
                  <a:cubicBezTo>
                    <a:pt x="500" y="663"/>
                    <a:pt x="502" y="662"/>
                    <a:pt x="504" y="661"/>
                  </a:cubicBezTo>
                  <a:cubicBezTo>
                    <a:pt x="529" y="715"/>
                    <a:pt x="529" y="715"/>
                    <a:pt x="529" y="715"/>
                  </a:cubicBezTo>
                  <a:cubicBezTo>
                    <a:pt x="526" y="716"/>
                    <a:pt x="523" y="717"/>
                    <a:pt x="521" y="718"/>
                  </a:cubicBezTo>
                  <a:close/>
                  <a:moveTo>
                    <a:pt x="220" y="715"/>
                  </a:moveTo>
                  <a:cubicBezTo>
                    <a:pt x="218" y="713"/>
                    <a:pt x="215" y="712"/>
                    <a:pt x="213" y="711"/>
                  </a:cubicBezTo>
                  <a:cubicBezTo>
                    <a:pt x="238" y="658"/>
                    <a:pt x="238" y="658"/>
                    <a:pt x="238" y="658"/>
                  </a:cubicBezTo>
                  <a:cubicBezTo>
                    <a:pt x="240" y="659"/>
                    <a:pt x="242" y="660"/>
                    <a:pt x="245" y="661"/>
                  </a:cubicBezTo>
                  <a:lnTo>
                    <a:pt x="220" y="715"/>
                  </a:lnTo>
                  <a:close/>
                  <a:moveTo>
                    <a:pt x="535" y="712"/>
                  </a:moveTo>
                  <a:cubicBezTo>
                    <a:pt x="510" y="659"/>
                    <a:pt x="510" y="659"/>
                    <a:pt x="510" y="659"/>
                  </a:cubicBezTo>
                  <a:cubicBezTo>
                    <a:pt x="512" y="658"/>
                    <a:pt x="514" y="657"/>
                    <a:pt x="517" y="656"/>
                  </a:cubicBezTo>
                  <a:cubicBezTo>
                    <a:pt x="543" y="708"/>
                    <a:pt x="543" y="708"/>
                    <a:pt x="543" y="708"/>
                  </a:cubicBezTo>
                  <a:cubicBezTo>
                    <a:pt x="540" y="709"/>
                    <a:pt x="538" y="710"/>
                    <a:pt x="535" y="712"/>
                  </a:cubicBezTo>
                  <a:close/>
                  <a:moveTo>
                    <a:pt x="206" y="708"/>
                  </a:moveTo>
                  <a:cubicBezTo>
                    <a:pt x="203" y="706"/>
                    <a:pt x="201" y="705"/>
                    <a:pt x="198" y="704"/>
                  </a:cubicBezTo>
                  <a:cubicBezTo>
                    <a:pt x="226" y="652"/>
                    <a:pt x="226" y="652"/>
                    <a:pt x="226" y="652"/>
                  </a:cubicBezTo>
                  <a:cubicBezTo>
                    <a:pt x="228" y="653"/>
                    <a:pt x="230" y="654"/>
                    <a:pt x="232" y="656"/>
                  </a:cubicBezTo>
                  <a:lnTo>
                    <a:pt x="206" y="708"/>
                  </a:lnTo>
                  <a:close/>
                  <a:moveTo>
                    <a:pt x="549" y="704"/>
                  </a:moveTo>
                  <a:cubicBezTo>
                    <a:pt x="522" y="653"/>
                    <a:pt x="522" y="653"/>
                    <a:pt x="522" y="653"/>
                  </a:cubicBezTo>
                  <a:cubicBezTo>
                    <a:pt x="524" y="652"/>
                    <a:pt x="526" y="650"/>
                    <a:pt x="528" y="649"/>
                  </a:cubicBezTo>
                  <a:cubicBezTo>
                    <a:pt x="557" y="700"/>
                    <a:pt x="557" y="700"/>
                    <a:pt x="557" y="700"/>
                  </a:cubicBezTo>
                  <a:cubicBezTo>
                    <a:pt x="554" y="702"/>
                    <a:pt x="552" y="703"/>
                    <a:pt x="549" y="704"/>
                  </a:cubicBezTo>
                  <a:close/>
                  <a:moveTo>
                    <a:pt x="192" y="700"/>
                  </a:moveTo>
                  <a:cubicBezTo>
                    <a:pt x="189" y="699"/>
                    <a:pt x="187" y="697"/>
                    <a:pt x="184" y="696"/>
                  </a:cubicBezTo>
                  <a:cubicBezTo>
                    <a:pt x="214" y="646"/>
                    <a:pt x="214" y="646"/>
                    <a:pt x="214" y="646"/>
                  </a:cubicBezTo>
                  <a:cubicBezTo>
                    <a:pt x="216" y="647"/>
                    <a:pt x="218" y="648"/>
                    <a:pt x="221" y="649"/>
                  </a:cubicBezTo>
                  <a:lnTo>
                    <a:pt x="192" y="700"/>
                  </a:lnTo>
                  <a:close/>
                  <a:moveTo>
                    <a:pt x="563" y="697"/>
                  </a:moveTo>
                  <a:cubicBezTo>
                    <a:pt x="534" y="646"/>
                    <a:pt x="534" y="646"/>
                    <a:pt x="534" y="646"/>
                  </a:cubicBezTo>
                  <a:cubicBezTo>
                    <a:pt x="536" y="645"/>
                    <a:pt x="538" y="644"/>
                    <a:pt x="540" y="642"/>
                  </a:cubicBezTo>
                  <a:cubicBezTo>
                    <a:pt x="571" y="692"/>
                    <a:pt x="571" y="692"/>
                    <a:pt x="571" y="692"/>
                  </a:cubicBezTo>
                  <a:cubicBezTo>
                    <a:pt x="568" y="694"/>
                    <a:pt x="566" y="695"/>
                    <a:pt x="563" y="697"/>
                  </a:cubicBezTo>
                  <a:close/>
                  <a:moveTo>
                    <a:pt x="178" y="692"/>
                  </a:moveTo>
                  <a:cubicBezTo>
                    <a:pt x="176" y="691"/>
                    <a:pt x="173" y="689"/>
                    <a:pt x="171" y="688"/>
                  </a:cubicBezTo>
                  <a:cubicBezTo>
                    <a:pt x="203" y="638"/>
                    <a:pt x="203" y="638"/>
                    <a:pt x="203" y="638"/>
                  </a:cubicBezTo>
                  <a:cubicBezTo>
                    <a:pt x="205" y="640"/>
                    <a:pt x="207" y="641"/>
                    <a:pt x="209" y="642"/>
                  </a:cubicBezTo>
                  <a:lnTo>
                    <a:pt x="178" y="692"/>
                  </a:lnTo>
                  <a:close/>
                  <a:moveTo>
                    <a:pt x="577" y="688"/>
                  </a:moveTo>
                  <a:cubicBezTo>
                    <a:pt x="545" y="639"/>
                    <a:pt x="545" y="639"/>
                    <a:pt x="545" y="639"/>
                  </a:cubicBezTo>
                  <a:cubicBezTo>
                    <a:pt x="547" y="638"/>
                    <a:pt x="549" y="637"/>
                    <a:pt x="551" y="635"/>
                  </a:cubicBezTo>
                  <a:cubicBezTo>
                    <a:pt x="584" y="684"/>
                    <a:pt x="584" y="684"/>
                    <a:pt x="584" y="684"/>
                  </a:cubicBezTo>
                  <a:cubicBezTo>
                    <a:pt x="581" y="685"/>
                    <a:pt x="579" y="687"/>
                    <a:pt x="577" y="688"/>
                  </a:cubicBezTo>
                  <a:close/>
                  <a:moveTo>
                    <a:pt x="165" y="684"/>
                  </a:moveTo>
                  <a:cubicBezTo>
                    <a:pt x="163" y="682"/>
                    <a:pt x="160" y="680"/>
                    <a:pt x="158" y="679"/>
                  </a:cubicBezTo>
                  <a:cubicBezTo>
                    <a:pt x="192" y="631"/>
                    <a:pt x="192" y="631"/>
                    <a:pt x="192" y="631"/>
                  </a:cubicBezTo>
                  <a:cubicBezTo>
                    <a:pt x="194" y="632"/>
                    <a:pt x="196" y="634"/>
                    <a:pt x="198" y="635"/>
                  </a:cubicBezTo>
                  <a:lnTo>
                    <a:pt x="165" y="684"/>
                  </a:lnTo>
                  <a:close/>
                  <a:moveTo>
                    <a:pt x="590" y="680"/>
                  </a:moveTo>
                  <a:cubicBezTo>
                    <a:pt x="556" y="632"/>
                    <a:pt x="556" y="632"/>
                    <a:pt x="556" y="632"/>
                  </a:cubicBezTo>
                  <a:cubicBezTo>
                    <a:pt x="558" y="630"/>
                    <a:pt x="560" y="629"/>
                    <a:pt x="562" y="628"/>
                  </a:cubicBezTo>
                  <a:cubicBezTo>
                    <a:pt x="597" y="675"/>
                    <a:pt x="597" y="675"/>
                    <a:pt x="597" y="675"/>
                  </a:cubicBezTo>
                  <a:cubicBezTo>
                    <a:pt x="594" y="676"/>
                    <a:pt x="592" y="678"/>
                    <a:pt x="590" y="680"/>
                  </a:cubicBezTo>
                  <a:close/>
                  <a:moveTo>
                    <a:pt x="152" y="674"/>
                  </a:moveTo>
                  <a:cubicBezTo>
                    <a:pt x="150" y="673"/>
                    <a:pt x="147" y="671"/>
                    <a:pt x="145" y="669"/>
                  </a:cubicBezTo>
                  <a:cubicBezTo>
                    <a:pt x="181" y="623"/>
                    <a:pt x="181" y="623"/>
                    <a:pt x="181" y="623"/>
                  </a:cubicBezTo>
                  <a:cubicBezTo>
                    <a:pt x="183" y="624"/>
                    <a:pt x="185" y="626"/>
                    <a:pt x="187" y="627"/>
                  </a:cubicBezTo>
                  <a:lnTo>
                    <a:pt x="152" y="674"/>
                  </a:lnTo>
                  <a:close/>
                  <a:moveTo>
                    <a:pt x="603" y="670"/>
                  </a:moveTo>
                  <a:cubicBezTo>
                    <a:pt x="567" y="624"/>
                    <a:pt x="567" y="624"/>
                    <a:pt x="567" y="624"/>
                  </a:cubicBezTo>
                  <a:cubicBezTo>
                    <a:pt x="569" y="622"/>
                    <a:pt x="571" y="621"/>
                    <a:pt x="573" y="619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7" y="667"/>
                    <a:pt x="605" y="668"/>
                    <a:pt x="603" y="670"/>
                  </a:cubicBezTo>
                  <a:close/>
                  <a:moveTo>
                    <a:pt x="139" y="665"/>
                  </a:moveTo>
                  <a:cubicBezTo>
                    <a:pt x="137" y="663"/>
                    <a:pt x="135" y="661"/>
                    <a:pt x="133" y="659"/>
                  </a:cubicBezTo>
                  <a:cubicBezTo>
                    <a:pt x="171" y="614"/>
                    <a:pt x="171" y="614"/>
                    <a:pt x="171" y="614"/>
                  </a:cubicBezTo>
                  <a:cubicBezTo>
                    <a:pt x="172" y="616"/>
                    <a:pt x="174" y="618"/>
                    <a:pt x="176" y="619"/>
                  </a:cubicBezTo>
                  <a:lnTo>
                    <a:pt x="139" y="665"/>
                  </a:lnTo>
                  <a:close/>
                  <a:moveTo>
                    <a:pt x="615" y="660"/>
                  </a:moveTo>
                  <a:cubicBezTo>
                    <a:pt x="577" y="615"/>
                    <a:pt x="577" y="615"/>
                    <a:pt x="577" y="615"/>
                  </a:cubicBezTo>
                  <a:cubicBezTo>
                    <a:pt x="579" y="614"/>
                    <a:pt x="581" y="612"/>
                    <a:pt x="583" y="611"/>
                  </a:cubicBezTo>
                  <a:cubicBezTo>
                    <a:pt x="621" y="655"/>
                    <a:pt x="621" y="655"/>
                    <a:pt x="621" y="655"/>
                  </a:cubicBezTo>
                  <a:cubicBezTo>
                    <a:pt x="619" y="656"/>
                    <a:pt x="617" y="658"/>
                    <a:pt x="615" y="660"/>
                  </a:cubicBezTo>
                  <a:close/>
                  <a:moveTo>
                    <a:pt x="127" y="654"/>
                  </a:moveTo>
                  <a:cubicBezTo>
                    <a:pt x="125" y="652"/>
                    <a:pt x="123" y="651"/>
                    <a:pt x="121" y="649"/>
                  </a:cubicBezTo>
                  <a:cubicBezTo>
                    <a:pt x="161" y="606"/>
                    <a:pt x="161" y="606"/>
                    <a:pt x="161" y="606"/>
                  </a:cubicBezTo>
                  <a:cubicBezTo>
                    <a:pt x="162" y="607"/>
                    <a:pt x="164" y="609"/>
                    <a:pt x="166" y="610"/>
                  </a:cubicBezTo>
                  <a:lnTo>
                    <a:pt x="127" y="654"/>
                  </a:lnTo>
                  <a:close/>
                  <a:moveTo>
                    <a:pt x="627" y="650"/>
                  </a:moveTo>
                  <a:cubicBezTo>
                    <a:pt x="587" y="607"/>
                    <a:pt x="587" y="607"/>
                    <a:pt x="587" y="607"/>
                  </a:cubicBezTo>
                  <a:cubicBezTo>
                    <a:pt x="589" y="605"/>
                    <a:pt x="591" y="603"/>
                    <a:pt x="593" y="602"/>
                  </a:cubicBezTo>
                  <a:cubicBezTo>
                    <a:pt x="633" y="644"/>
                    <a:pt x="633" y="644"/>
                    <a:pt x="633" y="644"/>
                  </a:cubicBezTo>
                  <a:cubicBezTo>
                    <a:pt x="631" y="646"/>
                    <a:pt x="629" y="648"/>
                    <a:pt x="627" y="650"/>
                  </a:cubicBezTo>
                  <a:close/>
                  <a:moveTo>
                    <a:pt x="116" y="644"/>
                  </a:moveTo>
                  <a:cubicBezTo>
                    <a:pt x="114" y="642"/>
                    <a:pt x="111" y="640"/>
                    <a:pt x="109" y="638"/>
                  </a:cubicBezTo>
                  <a:cubicBezTo>
                    <a:pt x="151" y="596"/>
                    <a:pt x="151" y="596"/>
                    <a:pt x="151" y="596"/>
                  </a:cubicBezTo>
                  <a:cubicBezTo>
                    <a:pt x="153" y="598"/>
                    <a:pt x="154" y="600"/>
                    <a:pt x="156" y="601"/>
                  </a:cubicBezTo>
                  <a:lnTo>
                    <a:pt x="116" y="644"/>
                  </a:lnTo>
                  <a:close/>
                  <a:moveTo>
                    <a:pt x="638" y="639"/>
                  </a:moveTo>
                  <a:cubicBezTo>
                    <a:pt x="597" y="597"/>
                    <a:pt x="597" y="597"/>
                    <a:pt x="597" y="597"/>
                  </a:cubicBezTo>
                  <a:cubicBezTo>
                    <a:pt x="599" y="596"/>
                    <a:pt x="601" y="594"/>
                    <a:pt x="602" y="592"/>
                  </a:cubicBezTo>
                  <a:cubicBezTo>
                    <a:pt x="644" y="633"/>
                    <a:pt x="644" y="633"/>
                    <a:pt x="644" y="633"/>
                  </a:cubicBezTo>
                  <a:cubicBezTo>
                    <a:pt x="642" y="635"/>
                    <a:pt x="640" y="637"/>
                    <a:pt x="638" y="639"/>
                  </a:cubicBezTo>
                  <a:close/>
                  <a:moveTo>
                    <a:pt x="104" y="632"/>
                  </a:moveTo>
                  <a:cubicBezTo>
                    <a:pt x="102" y="630"/>
                    <a:pt x="100" y="628"/>
                    <a:pt x="98" y="626"/>
                  </a:cubicBezTo>
                  <a:cubicBezTo>
                    <a:pt x="142" y="587"/>
                    <a:pt x="142" y="587"/>
                    <a:pt x="142" y="587"/>
                  </a:cubicBezTo>
                  <a:cubicBezTo>
                    <a:pt x="143" y="588"/>
                    <a:pt x="145" y="590"/>
                    <a:pt x="147" y="592"/>
                  </a:cubicBezTo>
                  <a:lnTo>
                    <a:pt x="104" y="632"/>
                  </a:lnTo>
                  <a:close/>
                  <a:moveTo>
                    <a:pt x="649" y="627"/>
                  </a:moveTo>
                  <a:cubicBezTo>
                    <a:pt x="606" y="588"/>
                    <a:pt x="606" y="588"/>
                    <a:pt x="606" y="588"/>
                  </a:cubicBezTo>
                  <a:cubicBezTo>
                    <a:pt x="608" y="586"/>
                    <a:pt x="610" y="584"/>
                    <a:pt x="611" y="582"/>
                  </a:cubicBezTo>
                  <a:cubicBezTo>
                    <a:pt x="655" y="621"/>
                    <a:pt x="655" y="621"/>
                    <a:pt x="655" y="621"/>
                  </a:cubicBezTo>
                  <a:cubicBezTo>
                    <a:pt x="653" y="623"/>
                    <a:pt x="651" y="625"/>
                    <a:pt x="649" y="627"/>
                  </a:cubicBezTo>
                  <a:close/>
                  <a:moveTo>
                    <a:pt x="94" y="621"/>
                  </a:moveTo>
                  <a:cubicBezTo>
                    <a:pt x="92" y="619"/>
                    <a:pt x="90" y="616"/>
                    <a:pt x="88" y="614"/>
                  </a:cubicBezTo>
                  <a:cubicBezTo>
                    <a:pt x="133" y="577"/>
                    <a:pt x="133" y="577"/>
                    <a:pt x="133" y="577"/>
                  </a:cubicBezTo>
                  <a:cubicBezTo>
                    <a:pt x="134" y="578"/>
                    <a:pt x="136" y="580"/>
                    <a:pt x="138" y="582"/>
                  </a:cubicBezTo>
                  <a:lnTo>
                    <a:pt x="94" y="621"/>
                  </a:lnTo>
                  <a:close/>
                  <a:moveTo>
                    <a:pt x="660" y="616"/>
                  </a:moveTo>
                  <a:cubicBezTo>
                    <a:pt x="615" y="578"/>
                    <a:pt x="615" y="578"/>
                    <a:pt x="615" y="578"/>
                  </a:cubicBezTo>
                  <a:cubicBezTo>
                    <a:pt x="617" y="576"/>
                    <a:pt x="618" y="574"/>
                    <a:pt x="620" y="572"/>
                  </a:cubicBezTo>
                  <a:cubicBezTo>
                    <a:pt x="665" y="609"/>
                    <a:pt x="665" y="609"/>
                    <a:pt x="665" y="609"/>
                  </a:cubicBezTo>
                  <a:cubicBezTo>
                    <a:pt x="664" y="611"/>
                    <a:pt x="662" y="613"/>
                    <a:pt x="660" y="616"/>
                  </a:cubicBezTo>
                  <a:close/>
                  <a:moveTo>
                    <a:pt x="83" y="609"/>
                  </a:moveTo>
                  <a:cubicBezTo>
                    <a:pt x="82" y="606"/>
                    <a:pt x="80" y="604"/>
                    <a:pt x="78" y="602"/>
                  </a:cubicBezTo>
                  <a:cubicBezTo>
                    <a:pt x="124" y="566"/>
                    <a:pt x="124" y="566"/>
                    <a:pt x="124" y="566"/>
                  </a:cubicBezTo>
                  <a:cubicBezTo>
                    <a:pt x="126" y="568"/>
                    <a:pt x="127" y="570"/>
                    <a:pt x="129" y="572"/>
                  </a:cubicBezTo>
                  <a:lnTo>
                    <a:pt x="83" y="609"/>
                  </a:lnTo>
                  <a:close/>
                  <a:moveTo>
                    <a:pt x="670" y="603"/>
                  </a:moveTo>
                  <a:cubicBezTo>
                    <a:pt x="624" y="567"/>
                    <a:pt x="624" y="567"/>
                    <a:pt x="624" y="567"/>
                  </a:cubicBezTo>
                  <a:cubicBezTo>
                    <a:pt x="625" y="565"/>
                    <a:pt x="627" y="563"/>
                    <a:pt x="628" y="561"/>
                  </a:cubicBezTo>
                  <a:cubicBezTo>
                    <a:pt x="675" y="596"/>
                    <a:pt x="675" y="596"/>
                    <a:pt x="675" y="596"/>
                  </a:cubicBezTo>
                  <a:cubicBezTo>
                    <a:pt x="673" y="599"/>
                    <a:pt x="672" y="601"/>
                    <a:pt x="670" y="603"/>
                  </a:cubicBezTo>
                  <a:close/>
                  <a:moveTo>
                    <a:pt x="74" y="596"/>
                  </a:moveTo>
                  <a:cubicBezTo>
                    <a:pt x="72" y="594"/>
                    <a:pt x="70" y="591"/>
                    <a:pt x="69" y="589"/>
                  </a:cubicBezTo>
                  <a:cubicBezTo>
                    <a:pt x="116" y="555"/>
                    <a:pt x="116" y="555"/>
                    <a:pt x="116" y="555"/>
                  </a:cubicBezTo>
                  <a:cubicBezTo>
                    <a:pt x="118" y="557"/>
                    <a:pt x="119" y="559"/>
                    <a:pt x="121" y="561"/>
                  </a:cubicBezTo>
                  <a:lnTo>
                    <a:pt x="74" y="596"/>
                  </a:lnTo>
                  <a:close/>
                  <a:moveTo>
                    <a:pt x="679" y="590"/>
                  </a:moveTo>
                  <a:cubicBezTo>
                    <a:pt x="632" y="557"/>
                    <a:pt x="632" y="557"/>
                    <a:pt x="632" y="557"/>
                  </a:cubicBezTo>
                  <a:cubicBezTo>
                    <a:pt x="633" y="555"/>
                    <a:pt x="635" y="553"/>
                    <a:pt x="636" y="551"/>
                  </a:cubicBezTo>
                  <a:cubicBezTo>
                    <a:pt x="684" y="583"/>
                    <a:pt x="684" y="583"/>
                    <a:pt x="684" y="583"/>
                  </a:cubicBezTo>
                  <a:cubicBezTo>
                    <a:pt x="683" y="586"/>
                    <a:pt x="681" y="588"/>
                    <a:pt x="679" y="590"/>
                  </a:cubicBezTo>
                  <a:close/>
                  <a:moveTo>
                    <a:pt x="65" y="583"/>
                  </a:moveTo>
                  <a:cubicBezTo>
                    <a:pt x="63" y="581"/>
                    <a:pt x="61" y="578"/>
                    <a:pt x="60" y="576"/>
                  </a:cubicBezTo>
                  <a:cubicBezTo>
                    <a:pt x="109" y="544"/>
                    <a:pt x="109" y="544"/>
                    <a:pt x="109" y="544"/>
                  </a:cubicBezTo>
                  <a:cubicBezTo>
                    <a:pt x="110" y="546"/>
                    <a:pt x="112" y="548"/>
                    <a:pt x="113" y="550"/>
                  </a:cubicBezTo>
                  <a:lnTo>
                    <a:pt x="65" y="583"/>
                  </a:lnTo>
                  <a:close/>
                  <a:moveTo>
                    <a:pt x="688" y="577"/>
                  </a:moveTo>
                  <a:cubicBezTo>
                    <a:pt x="639" y="545"/>
                    <a:pt x="639" y="545"/>
                    <a:pt x="639" y="545"/>
                  </a:cubicBezTo>
                  <a:cubicBezTo>
                    <a:pt x="641" y="543"/>
                    <a:pt x="642" y="541"/>
                    <a:pt x="643" y="539"/>
                  </a:cubicBezTo>
                  <a:cubicBezTo>
                    <a:pt x="693" y="570"/>
                    <a:pt x="693" y="570"/>
                    <a:pt x="693" y="570"/>
                  </a:cubicBezTo>
                  <a:cubicBezTo>
                    <a:pt x="691" y="572"/>
                    <a:pt x="690" y="575"/>
                    <a:pt x="688" y="577"/>
                  </a:cubicBezTo>
                  <a:close/>
                  <a:moveTo>
                    <a:pt x="56" y="570"/>
                  </a:moveTo>
                  <a:cubicBezTo>
                    <a:pt x="54" y="567"/>
                    <a:pt x="53" y="565"/>
                    <a:pt x="52" y="562"/>
                  </a:cubicBezTo>
                  <a:cubicBezTo>
                    <a:pt x="102" y="533"/>
                    <a:pt x="102" y="533"/>
                    <a:pt x="102" y="533"/>
                  </a:cubicBezTo>
                  <a:cubicBezTo>
                    <a:pt x="103" y="535"/>
                    <a:pt x="104" y="537"/>
                    <a:pt x="106" y="539"/>
                  </a:cubicBezTo>
                  <a:lnTo>
                    <a:pt x="56" y="570"/>
                  </a:lnTo>
                  <a:close/>
                  <a:moveTo>
                    <a:pt x="697" y="564"/>
                  </a:moveTo>
                  <a:cubicBezTo>
                    <a:pt x="646" y="534"/>
                    <a:pt x="646" y="534"/>
                    <a:pt x="646" y="534"/>
                  </a:cubicBezTo>
                  <a:cubicBezTo>
                    <a:pt x="648" y="532"/>
                    <a:pt x="649" y="530"/>
                    <a:pt x="650" y="528"/>
                  </a:cubicBezTo>
                  <a:cubicBezTo>
                    <a:pt x="701" y="556"/>
                    <a:pt x="701" y="556"/>
                    <a:pt x="701" y="556"/>
                  </a:cubicBezTo>
                  <a:cubicBezTo>
                    <a:pt x="700" y="559"/>
                    <a:pt x="698" y="561"/>
                    <a:pt x="697" y="564"/>
                  </a:cubicBezTo>
                  <a:close/>
                  <a:moveTo>
                    <a:pt x="48" y="556"/>
                  </a:moveTo>
                  <a:cubicBezTo>
                    <a:pt x="47" y="554"/>
                    <a:pt x="45" y="551"/>
                    <a:pt x="44" y="549"/>
                  </a:cubicBezTo>
                  <a:cubicBezTo>
                    <a:pt x="95" y="521"/>
                    <a:pt x="95" y="521"/>
                    <a:pt x="95" y="521"/>
                  </a:cubicBezTo>
                  <a:cubicBezTo>
                    <a:pt x="97" y="523"/>
                    <a:pt x="98" y="525"/>
                    <a:pt x="99" y="528"/>
                  </a:cubicBezTo>
                  <a:lnTo>
                    <a:pt x="48" y="556"/>
                  </a:lnTo>
                  <a:close/>
                  <a:moveTo>
                    <a:pt x="704" y="550"/>
                  </a:moveTo>
                  <a:cubicBezTo>
                    <a:pt x="653" y="522"/>
                    <a:pt x="653" y="522"/>
                    <a:pt x="653" y="522"/>
                  </a:cubicBezTo>
                  <a:cubicBezTo>
                    <a:pt x="654" y="520"/>
                    <a:pt x="655" y="518"/>
                    <a:pt x="656" y="516"/>
                  </a:cubicBezTo>
                  <a:cubicBezTo>
                    <a:pt x="708" y="542"/>
                    <a:pt x="708" y="542"/>
                    <a:pt x="708" y="542"/>
                  </a:cubicBezTo>
                  <a:cubicBezTo>
                    <a:pt x="707" y="545"/>
                    <a:pt x="706" y="547"/>
                    <a:pt x="704" y="550"/>
                  </a:cubicBezTo>
                  <a:close/>
                  <a:moveTo>
                    <a:pt x="40" y="542"/>
                  </a:moveTo>
                  <a:cubicBezTo>
                    <a:pt x="39" y="540"/>
                    <a:pt x="38" y="537"/>
                    <a:pt x="37" y="534"/>
                  </a:cubicBezTo>
                  <a:cubicBezTo>
                    <a:pt x="89" y="509"/>
                    <a:pt x="89" y="509"/>
                    <a:pt x="89" y="509"/>
                  </a:cubicBezTo>
                  <a:cubicBezTo>
                    <a:pt x="91" y="511"/>
                    <a:pt x="92" y="514"/>
                    <a:pt x="93" y="516"/>
                  </a:cubicBezTo>
                  <a:lnTo>
                    <a:pt x="40" y="542"/>
                  </a:lnTo>
                  <a:close/>
                  <a:moveTo>
                    <a:pt x="712" y="536"/>
                  </a:moveTo>
                  <a:cubicBezTo>
                    <a:pt x="659" y="510"/>
                    <a:pt x="659" y="510"/>
                    <a:pt x="659" y="510"/>
                  </a:cubicBezTo>
                  <a:cubicBezTo>
                    <a:pt x="660" y="508"/>
                    <a:pt x="661" y="506"/>
                    <a:pt x="662" y="504"/>
                  </a:cubicBezTo>
                  <a:cubicBezTo>
                    <a:pt x="715" y="528"/>
                    <a:pt x="715" y="528"/>
                    <a:pt x="715" y="528"/>
                  </a:cubicBezTo>
                  <a:cubicBezTo>
                    <a:pt x="714" y="531"/>
                    <a:pt x="713" y="533"/>
                    <a:pt x="712" y="536"/>
                  </a:cubicBezTo>
                  <a:close/>
                  <a:moveTo>
                    <a:pt x="34" y="528"/>
                  </a:moveTo>
                  <a:cubicBezTo>
                    <a:pt x="32" y="525"/>
                    <a:pt x="31" y="523"/>
                    <a:pt x="30" y="520"/>
                  </a:cubicBezTo>
                  <a:cubicBezTo>
                    <a:pt x="84" y="497"/>
                    <a:pt x="84" y="497"/>
                    <a:pt x="84" y="497"/>
                  </a:cubicBezTo>
                  <a:cubicBezTo>
                    <a:pt x="85" y="499"/>
                    <a:pt x="86" y="502"/>
                    <a:pt x="87" y="504"/>
                  </a:cubicBezTo>
                  <a:lnTo>
                    <a:pt x="34" y="528"/>
                  </a:lnTo>
                  <a:close/>
                  <a:moveTo>
                    <a:pt x="718" y="521"/>
                  </a:moveTo>
                  <a:cubicBezTo>
                    <a:pt x="665" y="498"/>
                    <a:pt x="665" y="498"/>
                    <a:pt x="665" y="498"/>
                  </a:cubicBezTo>
                  <a:cubicBezTo>
                    <a:pt x="666" y="496"/>
                    <a:pt x="666" y="494"/>
                    <a:pt x="667" y="491"/>
                  </a:cubicBezTo>
                  <a:cubicBezTo>
                    <a:pt x="722" y="513"/>
                    <a:pt x="722" y="513"/>
                    <a:pt x="722" y="513"/>
                  </a:cubicBezTo>
                  <a:cubicBezTo>
                    <a:pt x="721" y="516"/>
                    <a:pt x="719" y="519"/>
                    <a:pt x="718" y="521"/>
                  </a:cubicBezTo>
                  <a:close/>
                  <a:moveTo>
                    <a:pt x="27" y="513"/>
                  </a:moveTo>
                  <a:cubicBezTo>
                    <a:pt x="26" y="511"/>
                    <a:pt x="25" y="508"/>
                    <a:pt x="24" y="505"/>
                  </a:cubicBezTo>
                  <a:cubicBezTo>
                    <a:pt x="79" y="485"/>
                    <a:pt x="79" y="485"/>
                    <a:pt x="79" y="485"/>
                  </a:cubicBezTo>
                  <a:cubicBezTo>
                    <a:pt x="80" y="487"/>
                    <a:pt x="81" y="489"/>
                    <a:pt x="82" y="491"/>
                  </a:cubicBezTo>
                  <a:lnTo>
                    <a:pt x="27" y="513"/>
                  </a:lnTo>
                  <a:close/>
                  <a:moveTo>
                    <a:pt x="724" y="506"/>
                  </a:moveTo>
                  <a:cubicBezTo>
                    <a:pt x="670" y="486"/>
                    <a:pt x="670" y="486"/>
                    <a:pt x="670" y="486"/>
                  </a:cubicBezTo>
                  <a:cubicBezTo>
                    <a:pt x="670" y="483"/>
                    <a:pt x="671" y="481"/>
                    <a:pt x="672" y="479"/>
                  </a:cubicBezTo>
                  <a:cubicBezTo>
                    <a:pt x="727" y="498"/>
                    <a:pt x="727" y="498"/>
                    <a:pt x="727" y="498"/>
                  </a:cubicBezTo>
                  <a:cubicBezTo>
                    <a:pt x="726" y="501"/>
                    <a:pt x="725" y="504"/>
                    <a:pt x="724" y="506"/>
                  </a:cubicBezTo>
                  <a:close/>
                  <a:moveTo>
                    <a:pt x="22" y="498"/>
                  </a:moveTo>
                  <a:cubicBezTo>
                    <a:pt x="21" y="496"/>
                    <a:pt x="20" y="493"/>
                    <a:pt x="19" y="490"/>
                  </a:cubicBezTo>
                  <a:cubicBezTo>
                    <a:pt x="75" y="472"/>
                    <a:pt x="75" y="472"/>
                    <a:pt x="75" y="472"/>
                  </a:cubicBezTo>
                  <a:cubicBezTo>
                    <a:pt x="75" y="474"/>
                    <a:pt x="76" y="477"/>
                    <a:pt x="77" y="479"/>
                  </a:cubicBezTo>
                  <a:lnTo>
                    <a:pt x="22" y="498"/>
                  </a:lnTo>
                  <a:close/>
                  <a:moveTo>
                    <a:pt x="730" y="491"/>
                  </a:moveTo>
                  <a:cubicBezTo>
                    <a:pt x="674" y="473"/>
                    <a:pt x="674" y="473"/>
                    <a:pt x="674" y="473"/>
                  </a:cubicBezTo>
                  <a:cubicBezTo>
                    <a:pt x="675" y="471"/>
                    <a:pt x="676" y="468"/>
                    <a:pt x="676" y="466"/>
                  </a:cubicBezTo>
                  <a:cubicBezTo>
                    <a:pt x="732" y="483"/>
                    <a:pt x="732" y="483"/>
                    <a:pt x="732" y="483"/>
                  </a:cubicBezTo>
                  <a:cubicBezTo>
                    <a:pt x="731" y="486"/>
                    <a:pt x="731" y="489"/>
                    <a:pt x="730" y="491"/>
                  </a:cubicBezTo>
                  <a:close/>
                  <a:moveTo>
                    <a:pt x="17" y="483"/>
                  </a:moveTo>
                  <a:cubicBezTo>
                    <a:pt x="16" y="481"/>
                    <a:pt x="15" y="478"/>
                    <a:pt x="14" y="475"/>
                  </a:cubicBezTo>
                  <a:cubicBezTo>
                    <a:pt x="71" y="459"/>
                    <a:pt x="71" y="459"/>
                    <a:pt x="71" y="459"/>
                  </a:cubicBezTo>
                  <a:cubicBezTo>
                    <a:pt x="71" y="462"/>
                    <a:pt x="72" y="464"/>
                    <a:pt x="73" y="466"/>
                  </a:cubicBezTo>
                  <a:lnTo>
                    <a:pt x="17" y="483"/>
                  </a:lnTo>
                  <a:close/>
                  <a:moveTo>
                    <a:pt x="734" y="476"/>
                  </a:moveTo>
                  <a:cubicBezTo>
                    <a:pt x="678" y="460"/>
                    <a:pt x="678" y="460"/>
                    <a:pt x="678" y="460"/>
                  </a:cubicBezTo>
                  <a:cubicBezTo>
                    <a:pt x="679" y="458"/>
                    <a:pt x="679" y="456"/>
                    <a:pt x="680" y="453"/>
                  </a:cubicBezTo>
                  <a:cubicBezTo>
                    <a:pt x="737" y="468"/>
                    <a:pt x="737" y="468"/>
                    <a:pt x="737" y="468"/>
                  </a:cubicBezTo>
                  <a:cubicBezTo>
                    <a:pt x="736" y="471"/>
                    <a:pt x="735" y="473"/>
                    <a:pt x="734" y="476"/>
                  </a:cubicBezTo>
                  <a:close/>
                  <a:moveTo>
                    <a:pt x="12" y="468"/>
                  </a:moveTo>
                  <a:cubicBezTo>
                    <a:pt x="12" y="465"/>
                    <a:pt x="11" y="463"/>
                    <a:pt x="10" y="460"/>
                  </a:cubicBezTo>
                  <a:cubicBezTo>
                    <a:pt x="67" y="446"/>
                    <a:pt x="67" y="446"/>
                    <a:pt x="67" y="446"/>
                  </a:cubicBezTo>
                  <a:cubicBezTo>
                    <a:pt x="68" y="449"/>
                    <a:pt x="68" y="451"/>
                    <a:pt x="69" y="453"/>
                  </a:cubicBezTo>
                  <a:lnTo>
                    <a:pt x="12" y="468"/>
                  </a:lnTo>
                  <a:close/>
                  <a:moveTo>
                    <a:pt x="738" y="461"/>
                  </a:moveTo>
                  <a:cubicBezTo>
                    <a:pt x="681" y="447"/>
                    <a:pt x="681" y="447"/>
                    <a:pt x="681" y="447"/>
                  </a:cubicBezTo>
                  <a:cubicBezTo>
                    <a:pt x="682" y="445"/>
                    <a:pt x="683" y="443"/>
                    <a:pt x="683" y="440"/>
                  </a:cubicBezTo>
                  <a:cubicBezTo>
                    <a:pt x="740" y="452"/>
                    <a:pt x="740" y="452"/>
                    <a:pt x="740" y="452"/>
                  </a:cubicBezTo>
                  <a:cubicBezTo>
                    <a:pt x="740" y="455"/>
                    <a:pt x="739" y="458"/>
                    <a:pt x="738" y="461"/>
                  </a:cubicBezTo>
                  <a:close/>
                  <a:moveTo>
                    <a:pt x="9" y="453"/>
                  </a:moveTo>
                  <a:cubicBezTo>
                    <a:pt x="8" y="450"/>
                    <a:pt x="8" y="447"/>
                    <a:pt x="7" y="444"/>
                  </a:cubicBezTo>
                  <a:cubicBezTo>
                    <a:pt x="65" y="433"/>
                    <a:pt x="65" y="433"/>
                    <a:pt x="65" y="433"/>
                  </a:cubicBezTo>
                  <a:cubicBezTo>
                    <a:pt x="65" y="436"/>
                    <a:pt x="65" y="438"/>
                    <a:pt x="66" y="440"/>
                  </a:cubicBezTo>
                  <a:lnTo>
                    <a:pt x="9" y="453"/>
                  </a:lnTo>
                  <a:close/>
                  <a:moveTo>
                    <a:pt x="742" y="445"/>
                  </a:moveTo>
                  <a:cubicBezTo>
                    <a:pt x="684" y="434"/>
                    <a:pt x="684" y="434"/>
                    <a:pt x="684" y="434"/>
                  </a:cubicBezTo>
                  <a:cubicBezTo>
                    <a:pt x="685" y="432"/>
                    <a:pt x="685" y="429"/>
                    <a:pt x="686" y="427"/>
                  </a:cubicBezTo>
                  <a:cubicBezTo>
                    <a:pt x="743" y="437"/>
                    <a:pt x="743" y="437"/>
                    <a:pt x="743" y="437"/>
                  </a:cubicBezTo>
                  <a:cubicBezTo>
                    <a:pt x="743" y="440"/>
                    <a:pt x="742" y="443"/>
                    <a:pt x="742" y="445"/>
                  </a:cubicBezTo>
                  <a:close/>
                  <a:moveTo>
                    <a:pt x="6" y="437"/>
                  </a:moveTo>
                  <a:cubicBezTo>
                    <a:pt x="5" y="434"/>
                    <a:pt x="5" y="431"/>
                    <a:pt x="4" y="429"/>
                  </a:cubicBezTo>
                  <a:cubicBezTo>
                    <a:pt x="62" y="420"/>
                    <a:pt x="62" y="420"/>
                    <a:pt x="62" y="420"/>
                  </a:cubicBezTo>
                  <a:cubicBezTo>
                    <a:pt x="63" y="422"/>
                    <a:pt x="63" y="425"/>
                    <a:pt x="63" y="427"/>
                  </a:cubicBezTo>
                  <a:lnTo>
                    <a:pt x="6" y="437"/>
                  </a:lnTo>
                  <a:close/>
                  <a:moveTo>
                    <a:pt x="744" y="430"/>
                  </a:moveTo>
                  <a:cubicBezTo>
                    <a:pt x="687" y="421"/>
                    <a:pt x="687" y="421"/>
                    <a:pt x="687" y="421"/>
                  </a:cubicBezTo>
                  <a:cubicBezTo>
                    <a:pt x="687" y="419"/>
                    <a:pt x="687" y="416"/>
                    <a:pt x="688" y="414"/>
                  </a:cubicBezTo>
                  <a:cubicBezTo>
                    <a:pt x="746" y="421"/>
                    <a:pt x="746" y="421"/>
                    <a:pt x="746" y="421"/>
                  </a:cubicBezTo>
                  <a:cubicBezTo>
                    <a:pt x="745" y="424"/>
                    <a:pt x="745" y="427"/>
                    <a:pt x="744" y="430"/>
                  </a:cubicBezTo>
                  <a:close/>
                  <a:moveTo>
                    <a:pt x="3" y="421"/>
                  </a:moveTo>
                  <a:cubicBezTo>
                    <a:pt x="3" y="418"/>
                    <a:pt x="3" y="416"/>
                    <a:pt x="2" y="413"/>
                  </a:cubicBezTo>
                  <a:cubicBezTo>
                    <a:pt x="61" y="407"/>
                    <a:pt x="61" y="407"/>
                    <a:pt x="61" y="407"/>
                  </a:cubicBezTo>
                  <a:cubicBezTo>
                    <a:pt x="61" y="409"/>
                    <a:pt x="61" y="412"/>
                    <a:pt x="61" y="414"/>
                  </a:cubicBezTo>
                  <a:lnTo>
                    <a:pt x="3" y="421"/>
                  </a:lnTo>
                  <a:close/>
                  <a:moveTo>
                    <a:pt x="746" y="414"/>
                  </a:moveTo>
                  <a:cubicBezTo>
                    <a:pt x="688" y="408"/>
                    <a:pt x="688" y="408"/>
                    <a:pt x="688" y="408"/>
                  </a:cubicBezTo>
                  <a:cubicBezTo>
                    <a:pt x="689" y="405"/>
                    <a:pt x="689" y="403"/>
                    <a:pt x="689" y="400"/>
                  </a:cubicBezTo>
                  <a:cubicBezTo>
                    <a:pt x="747" y="405"/>
                    <a:pt x="747" y="405"/>
                    <a:pt x="747" y="405"/>
                  </a:cubicBezTo>
                  <a:cubicBezTo>
                    <a:pt x="747" y="408"/>
                    <a:pt x="747" y="411"/>
                    <a:pt x="746" y="414"/>
                  </a:cubicBezTo>
                  <a:close/>
                  <a:moveTo>
                    <a:pt x="2" y="406"/>
                  </a:moveTo>
                  <a:cubicBezTo>
                    <a:pt x="2" y="403"/>
                    <a:pt x="1" y="400"/>
                    <a:pt x="1" y="397"/>
                  </a:cubicBezTo>
                  <a:cubicBezTo>
                    <a:pt x="60" y="393"/>
                    <a:pt x="60" y="393"/>
                    <a:pt x="60" y="393"/>
                  </a:cubicBezTo>
                  <a:cubicBezTo>
                    <a:pt x="60" y="396"/>
                    <a:pt x="60" y="398"/>
                    <a:pt x="60" y="401"/>
                  </a:cubicBezTo>
                  <a:lnTo>
                    <a:pt x="2" y="406"/>
                  </a:lnTo>
                  <a:close/>
                  <a:moveTo>
                    <a:pt x="748" y="398"/>
                  </a:moveTo>
                  <a:cubicBezTo>
                    <a:pt x="689" y="394"/>
                    <a:pt x="689" y="394"/>
                    <a:pt x="689" y="394"/>
                  </a:cubicBezTo>
                  <a:cubicBezTo>
                    <a:pt x="690" y="392"/>
                    <a:pt x="690" y="390"/>
                    <a:pt x="690" y="387"/>
                  </a:cubicBezTo>
                  <a:cubicBezTo>
                    <a:pt x="748" y="390"/>
                    <a:pt x="748" y="390"/>
                    <a:pt x="748" y="390"/>
                  </a:cubicBezTo>
                  <a:cubicBezTo>
                    <a:pt x="748" y="392"/>
                    <a:pt x="748" y="395"/>
                    <a:pt x="748" y="398"/>
                  </a:cubicBezTo>
                  <a:close/>
                  <a:moveTo>
                    <a:pt x="1" y="390"/>
                  </a:moveTo>
                  <a:cubicBezTo>
                    <a:pt x="1" y="387"/>
                    <a:pt x="1" y="384"/>
                    <a:pt x="1" y="381"/>
                  </a:cubicBezTo>
                  <a:cubicBezTo>
                    <a:pt x="59" y="380"/>
                    <a:pt x="59" y="380"/>
                    <a:pt x="59" y="380"/>
                  </a:cubicBezTo>
                  <a:cubicBezTo>
                    <a:pt x="59" y="382"/>
                    <a:pt x="59" y="385"/>
                    <a:pt x="59" y="387"/>
                  </a:cubicBezTo>
                  <a:lnTo>
                    <a:pt x="1" y="390"/>
                  </a:lnTo>
                  <a:close/>
                  <a:moveTo>
                    <a:pt x="748" y="382"/>
                  </a:moveTo>
                  <a:cubicBezTo>
                    <a:pt x="690" y="381"/>
                    <a:pt x="690" y="381"/>
                    <a:pt x="690" y="381"/>
                  </a:cubicBezTo>
                  <a:cubicBezTo>
                    <a:pt x="690" y="379"/>
                    <a:pt x="690" y="376"/>
                    <a:pt x="690" y="374"/>
                  </a:cubicBezTo>
                  <a:cubicBezTo>
                    <a:pt x="690" y="373"/>
                    <a:pt x="690" y="373"/>
                    <a:pt x="690" y="373"/>
                  </a:cubicBezTo>
                  <a:cubicBezTo>
                    <a:pt x="749" y="373"/>
                    <a:pt x="749" y="373"/>
                    <a:pt x="749" y="373"/>
                  </a:cubicBezTo>
                  <a:cubicBezTo>
                    <a:pt x="749" y="374"/>
                    <a:pt x="749" y="374"/>
                    <a:pt x="749" y="374"/>
                  </a:cubicBezTo>
                  <a:cubicBezTo>
                    <a:pt x="749" y="377"/>
                    <a:pt x="749" y="379"/>
                    <a:pt x="748" y="382"/>
                  </a:cubicBezTo>
                  <a:close/>
                  <a:moveTo>
                    <a:pt x="59" y="374"/>
                  </a:moveTo>
                  <a:cubicBezTo>
                    <a:pt x="42" y="374"/>
                    <a:pt x="42" y="374"/>
                    <a:pt x="42" y="374"/>
                  </a:cubicBezTo>
                  <a:cubicBezTo>
                    <a:pt x="0" y="374"/>
                    <a:pt x="0" y="374"/>
                    <a:pt x="0" y="374"/>
                  </a:cubicBezTo>
                  <a:cubicBezTo>
                    <a:pt x="0" y="374"/>
                    <a:pt x="0" y="374"/>
                    <a:pt x="0" y="374"/>
                  </a:cubicBezTo>
                  <a:cubicBezTo>
                    <a:pt x="0" y="371"/>
                    <a:pt x="0" y="368"/>
                    <a:pt x="1" y="365"/>
                  </a:cubicBezTo>
                  <a:cubicBezTo>
                    <a:pt x="59" y="367"/>
                    <a:pt x="59" y="367"/>
                    <a:pt x="59" y="367"/>
                  </a:cubicBezTo>
                  <a:cubicBezTo>
                    <a:pt x="59" y="369"/>
                    <a:pt x="59" y="371"/>
                    <a:pt x="59" y="374"/>
                  </a:cubicBezTo>
                  <a:close/>
                  <a:moveTo>
                    <a:pt x="690" y="367"/>
                  </a:moveTo>
                  <a:cubicBezTo>
                    <a:pt x="690" y="365"/>
                    <a:pt x="690" y="362"/>
                    <a:pt x="690" y="360"/>
                  </a:cubicBezTo>
                  <a:cubicBezTo>
                    <a:pt x="748" y="357"/>
                    <a:pt x="748" y="357"/>
                    <a:pt x="748" y="357"/>
                  </a:cubicBezTo>
                  <a:cubicBezTo>
                    <a:pt x="748" y="360"/>
                    <a:pt x="748" y="363"/>
                    <a:pt x="748" y="366"/>
                  </a:cubicBezTo>
                  <a:lnTo>
                    <a:pt x="690" y="367"/>
                  </a:lnTo>
                  <a:close/>
                  <a:moveTo>
                    <a:pt x="59" y="360"/>
                  </a:moveTo>
                  <a:cubicBezTo>
                    <a:pt x="1" y="358"/>
                    <a:pt x="1" y="358"/>
                    <a:pt x="1" y="358"/>
                  </a:cubicBezTo>
                  <a:cubicBezTo>
                    <a:pt x="1" y="355"/>
                    <a:pt x="1" y="352"/>
                    <a:pt x="1" y="349"/>
                  </a:cubicBezTo>
                  <a:cubicBezTo>
                    <a:pt x="60" y="353"/>
                    <a:pt x="60" y="353"/>
                    <a:pt x="60" y="353"/>
                  </a:cubicBezTo>
                  <a:cubicBezTo>
                    <a:pt x="59" y="356"/>
                    <a:pt x="59" y="358"/>
                    <a:pt x="59" y="360"/>
                  </a:cubicBezTo>
                  <a:close/>
                  <a:moveTo>
                    <a:pt x="689" y="354"/>
                  </a:moveTo>
                  <a:cubicBezTo>
                    <a:pt x="689" y="351"/>
                    <a:pt x="689" y="349"/>
                    <a:pt x="689" y="346"/>
                  </a:cubicBezTo>
                  <a:cubicBezTo>
                    <a:pt x="747" y="342"/>
                    <a:pt x="747" y="342"/>
                    <a:pt x="747" y="342"/>
                  </a:cubicBezTo>
                  <a:cubicBezTo>
                    <a:pt x="747" y="344"/>
                    <a:pt x="748" y="347"/>
                    <a:pt x="748" y="350"/>
                  </a:cubicBezTo>
                  <a:lnTo>
                    <a:pt x="689" y="354"/>
                  </a:lnTo>
                  <a:close/>
                  <a:moveTo>
                    <a:pt x="60" y="347"/>
                  </a:moveTo>
                  <a:cubicBezTo>
                    <a:pt x="2" y="342"/>
                    <a:pt x="2" y="342"/>
                    <a:pt x="2" y="342"/>
                  </a:cubicBezTo>
                  <a:cubicBezTo>
                    <a:pt x="2" y="339"/>
                    <a:pt x="2" y="336"/>
                    <a:pt x="3" y="334"/>
                  </a:cubicBezTo>
                  <a:cubicBezTo>
                    <a:pt x="61" y="340"/>
                    <a:pt x="61" y="340"/>
                    <a:pt x="61" y="340"/>
                  </a:cubicBezTo>
                  <a:cubicBezTo>
                    <a:pt x="60" y="342"/>
                    <a:pt x="60" y="345"/>
                    <a:pt x="60" y="347"/>
                  </a:cubicBezTo>
                  <a:close/>
                  <a:moveTo>
                    <a:pt x="688" y="340"/>
                  </a:moveTo>
                  <a:cubicBezTo>
                    <a:pt x="688" y="338"/>
                    <a:pt x="688" y="336"/>
                    <a:pt x="688" y="333"/>
                  </a:cubicBezTo>
                  <a:cubicBezTo>
                    <a:pt x="746" y="326"/>
                    <a:pt x="746" y="326"/>
                    <a:pt x="746" y="326"/>
                  </a:cubicBezTo>
                  <a:cubicBezTo>
                    <a:pt x="746" y="329"/>
                    <a:pt x="746" y="331"/>
                    <a:pt x="747" y="334"/>
                  </a:cubicBezTo>
                  <a:lnTo>
                    <a:pt x="688" y="340"/>
                  </a:lnTo>
                  <a:close/>
                  <a:moveTo>
                    <a:pt x="61" y="334"/>
                  </a:moveTo>
                  <a:cubicBezTo>
                    <a:pt x="3" y="326"/>
                    <a:pt x="3" y="326"/>
                    <a:pt x="3" y="326"/>
                  </a:cubicBezTo>
                  <a:cubicBezTo>
                    <a:pt x="4" y="324"/>
                    <a:pt x="4" y="321"/>
                    <a:pt x="5" y="318"/>
                  </a:cubicBezTo>
                  <a:cubicBezTo>
                    <a:pt x="62" y="327"/>
                    <a:pt x="62" y="327"/>
                    <a:pt x="62" y="327"/>
                  </a:cubicBezTo>
                  <a:cubicBezTo>
                    <a:pt x="62" y="329"/>
                    <a:pt x="62" y="331"/>
                    <a:pt x="61" y="334"/>
                  </a:cubicBezTo>
                  <a:close/>
                  <a:moveTo>
                    <a:pt x="687" y="327"/>
                  </a:moveTo>
                  <a:cubicBezTo>
                    <a:pt x="686" y="325"/>
                    <a:pt x="686" y="322"/>
                    <a:pt x="686" y="320"/>
                  </a:cubicBezTo>
                  <a:cubicBezTo>
                    <a:pt x="743" y="310"/>
                    <a:pt x="743" y="310"/>
                    <a:pt x="743" y="310"/>
                  </a:cubicBezTo>
                  <a:cubicBezTo>
                    <a:pt x="744" y="313"/>
                    <a:pt x="744" y="316"/>
                    <a:pt x="745" y="319"/>
                  </a:cubicBezTo>
                  <a:lnTo>
                    <a:pt x="687" y="327"/>
                  </a:lnTo>
                  <a:close/>
                  <a:moveTo>
                    <a:pt x="63" y="320"/>
                  </a:moveTo>
                  <a:cubicBezTo>
                    <a:pt x="6" y="311"/>
                    <a:pt x="6" y="311"/>
                    <a:pt x="6" y="311"/>
                  </a:cubicBezTo>
                  <a:cubicBezTo>
                    <a:pt x="6" y="308"/>
                    <a:pt x="7" y="305"/>
                    <a:pt x="7" y="302"/>
                  </a:cubicBezTo>
                  <a:cubicBezTo>
                    <a:pt x="65" y="313"/>
                    <a:pt x="65" y="313"/>
                    <a:pt x="65" y="313"/>
                  </a:cubicBezTo>
                  <a:cubicBezTo>
                    <a:pt x="64" y="316"/>
                    <a:pt x="64" y="318"/>
                    <a:pt x="63" y="320"/>
                  </a:cubicBezTo>
                  <a:close/>
                  <a:moveTo>
                    <a:pt x="684" y="314"/>
                  </a:moveTo>
                  <a:cubicBezTo>
                    <a:pt x="684" y="312"/>
                    <a:pt x="683" y="309"/>
                    <a:pt x="683" y="307"/>
                  </a:cubicBezTo>
                  <a:cubicBezTo>
                    <a:pt x="740" y="294"/>
                    <a:pt x="740" y="294"/>
                    <a:pt x="740" y="294"/>
                  </a:cubicBezTo>
                  <a:cubicBezTo>
                    <a:pt x="741" y="297"/>
                    <a:pt x="741" y="300"/>
                    <a:pt x="742" y="303"/>
                  </a:cubicBezTo>
                  <a:lnTo>
                    <a:pt x="684" y="314"/>
                  </a:lnTo>
                  <a:close/>
                  <a:moveTo>
                    <a:pt x="66" y="307"/>
                  </a:moveTo>
                  <a:cubicBezTo>
                    <a:pt x="9" y="295"/>
                    <a:pt x="9" y="295"/>
                    <a:pt x="9" y="295"/>
                  </a:cubicBezTo>
                  <a:cubicBezTo>
                    <a:pt x="9" y="292"/>
                    <a:pt x="10" y="289"/>
                    <a:pt x="11" y="287"/>
                  </a:cubicBezTo>
                  <a:cubicBezTo>
                    <a:pt x="68" y="300"/>
                    <a:pt x="68" y="300"/>
                    <a:pt x="68" y="300"/>
                  </a:cubicBezTo>
                  <a:cubicBezTo>
                    <a:pt x="67" y="303"/>
                    <a:pt x="66" y="305"/>
                    <a:pt x="66" y="307"/>
                  </a:cubicBezTo>
                  <a:close/>
                  <a:moveTo>
                    <a:pt x="682" y="301"/>
                  </a:moveTo>
                  <a:cubicBezTo>
                    <a:pt x="681" y="298"/>
                    <a:pt x="680" y="296"/>
                    <a:pt x="680" y="294"/>
                  </a:cubicBezTo>
                  <a:cubicBezTo>
                    <a:pt x="736" y="279"/>
                    <a:pt x="736" y="279"/>
                    <a:pt x="736" y="279"/>
                  </a:cubicBezTo>
                  <a:cubicBezTo>
                    <a:pt x="737" y="282"/>
                    <a:pt x="738" y="285"/>
                    <a:pt x="739" y="287"/>
                  </a:cubicBezTo>
                  <a:lnTo>
                    <a:pt x="682" y="301"/>
                  </a:lnTo>
                  <a:close/>
                  <a:moveTo>
                    <a:pt x="69" y="294"/>
                  </a:moveTo>
                  <a:cubicBezTo>
                    <a:pt x="12" y="280"/>
                    <a:pt x="12" y="280"/>
                    <a:pt x="12" y="280"/>
                  </a:cubicBezTo>
                  <a:cubicBezTo>
                    <a:pt x="13" y="277"/>
                    <a:pt x="14" y="274"/>
                    <a:pt x="15" y="271"/>
                  </a:cubicBezTo>
                  <a:cubicBezTo>
                    <a:pt x="71" y="287"/>
                    <a:pt x="71" y="287"/>
                    <a:pt x="71" y="287"/>
                  </a:cubicBezTo>
                  <a:cubicBezTo>
                    <a:pt x="70" y="290"/>
                    <a:pt x="70" y="292"/>
                    <a:pt x="69" y="294"/>
                  </a:cubicBezTo>
                  <a:close/>
                  <a:moveTo>
                    <a:pt x="678" y="288"/>
                  </a:moveTo>
                  <a:cubicBezTo>
                    <a:pt x="678" y="286"/>
                    <a:pt x="677" y="283"/>
                    <a:pt x="676" y="281"/>
                  </a:cubicBezTo>
                  <a:cubicBezTo>
                    <a:pt x="732" y="264"/>
                    <a:pt x="732" y="264"/>
                    <a:pt x="732" y="264"/>
                  </a:cubicBezTo>
                  <a:cubicBezTo>
                    <a:pt x="733" y="266"/>
                    <a:pt x="734" y="269"/>
                    <a:pt x="735" y="272"/>
                  </a:cubicBezTo>
                  <a:lnTo>
                    <a:pt x="678" y="288"/>
                  </a:lnTo>
                  <a:close/>
                  <a:moveTo>
                    <a:pt x="73" y="281"/>
                  </a:moveTo>
                  <a:cubicBezTo>
                    <a:pt x="17" y="264"/>
                    <a:pt x="17" y="264"/>
                    <a:pt x="17" y="264"/>
                  </a:cubicBezTo>
                  <a:cubicBezTo>
                    <a:pt x="18" y="262"/>
                    <a:pt x="18" y="259"/>
                    <a:pt x="19" y="256"/>
                  </a:cubicBezTo>
                  <a:cubicBezTo>
                    <a:pt x="75" y="274"/>
                    <a:pt x="75" y="274"/>
                    <a:pt x="75" y="274"/>
                  </a:cubicBezTo>
                  <a:cubicBezTo>
                    <a:pt x="74" y="277"/>
                    <a:pt x="73" y="279"/>
                    <a:pt x="73" y="281"/>
                  </a:cubicBezTo>
                  <a:close/>
                  <a:moveTo>
                    <a:pt x="674" y="275"/>
                  </a:moveTo>
                  <a:cubicBezTo>
                    <a:pt x="674" y="273"/>
                    <a:pt x="673" y="270"/>
                    <a:pt x="672" y="268"/>
                  </a:cubicBezTo>
                  <a:cubicBezTo>
                    <a:pt x="727" y="249"/>
                    <a:pt x="727" y="249"/>
                    <a:pt x="727" y="249"/>
                  </a:cubicBezTo>
                  <a:cubicBezTo>
                    <a:pt x="728" y="251"/>
                    <a:pt x="729" y="254"/>
                    <a:pt x="730" y="257"/>
                  </a:cubicBezTo>
                  <a:lnTo>
                    <a:pt x="674" y="275"/>
                  </a:lnTo>
                  <a:close/>
                  <a:moveTo>
                    <a:pt x="77" y="269"/>
                  </a:moveTo>
                  <a:cubicBezTo>
                    <a:pt x="22" y="249"/>
                    <a:pt x="22" y="249"/>
                    <a:pt x="22" y="249"/>
                  </a:cubicBezTo>
                  <a:cubicBezTo>
                    <a:pt x="23" y="246"/>
                    <a:pt x="24" y="244"/>
                    <a:pt x="25" y="241"/>
                  </a:cubicBezTo>
                  <a:cubicBezTo>
                    <a:pt x="79" y="262"/>
                    <a:pt x="79" y="262"/>
                    <a:pt x="79" y="262"/>
                  </a:cubicBezTo>
                  <a:cubicBezTo>
                    <a:pt x="78" y="264"/>
                    <a:pt x="78" y="266"/>
                    <a:pt x="77" y="269"/>
                  </a:cubicBezTo>
                  <a:close/>
                  <a:moveTo>
                    <a:pt x="670" y="262"/>
                  </a:moveTo>
                  <a:cubicBezTo>
                    <a:pt x="669" y="260"/>
                    <a:pt x="668" y="258"/>
                    <a:pt x="667" y="256"/>
                  </a:cubicBezTo>
                  <a:cubicBezTo>
                    <a:pt x="722" y="234"/>
                    <a:pt x="722" y="234"/>
                    <a:pt x="722" y="234"/>
                  </a:cubicBezTo>
                  <a:cubicBezTo>
                    <a:pt x="723" y="236"/>
                    <a:pt x="724" y="239"/>
                    <a:pt x="725" y="242"/>
                  </a:cubicBezTo>
                  <a:lnTo>
                    <a:pt x="670" y="262"/>
                  </a:lnTo>
                  <a:close/>
                  <a:moveTo>
                    <a:pt x="82" y="256"/>
                  </a:moveTo>
                  <a:cubicBezTo>
                    <a:pt x="27" y="234"/>
                    <a:pt x="27" y="234"/>
                    <a:pt x="27" y="234"/>
                  </a:cubicBezTo>
                  <a:cubicBezTo>
                    <a:pt x="28" y="232"/>
                    <a:pt x="29" y="229"/>
                    <a:pt x="31" y="226"/>
                  </a:cubicBezTo>
                  <a:cubicBezTo>
                    <a:pt x="84" y="249"/>
                    <a:pt x="84" y="249"/>
                    <a:pt x="84" y="249"/>
                  </a:cubicBezTo>
                  <a:cubicBezTo>
                    <a:pt x="83" y="252"/>
                    <a:pt x="82" y="254"/>
                    <a:pt x="82" y="256"/>
                  </a:cubicBezTo>
                  <a:close/>
                  <a:moveTo>
                    <a:pt x="665" y="250"/>
                  </a:moveTo>
                  <a:cubicBezTo>
                    <a:pt x="664" y="248"/>
                    <a:pt x="663" y="246"/>
                    <a:pt x="662" y="243"/>
                  </a:cubicBezTo>
                  <a:cubicBezTo>
                    <a:pt x="715" y="219"/>
                    <a:pt x="715" y="219"/>
                    <a:pt x="715" y="219"/>
                  </a:cubicBezTo>
                  <a:cubicBezTo>
                    <a:pt x="716" y="222"/>
                    <a:pt x="718" y="224"/>
                    <a:pt x="719" y="227"/>
                  </a:cubicBezTo>
                  <a:lnTo>
                    <a:pt x="665" y="250"/>
                  </a:lnTo>
                  <a:close/>
                  <a:moveTo>
                    <a:pt x="87" y="244"/>
                  </a:moveTo>
                  <a:cubicBezTo>
                    <a:pt x="34" y="220"/>
                    <a:pt x="34" y="220"/>
                    <a:pt x="34" y="220"/>
                  </a:cubicBezTo>
                  <a:cubicBezTo>
                    <a:pt x="35" y="217"/>
                    <a:pt x="36" y="214"/>
                    <a:pt x="37" y="212"/>
                  </a:cubicBezTo>
                  <a:cubicBezTo>
                    <a:pt x="90" y="237"/>
                    <a:pt x="90" y="237"/>
                    <a:pt x="90" y="237"/>
                  </a:cubicBezTo>
                  <a:cubicBezTo>
                    <a:pt x="89" y="239"/>
                    <a:pt x="88" y="242"/>
                    <a:pt x="87" y="244"/>
                  </a:cubicBezTo>
                  <a:close/>
                  <a:moveTo>
                    <a:pt x="659" y="238"/>
                  </a:moveTo>
                  <a:cubicBezTo>
                    <a:pt x="658" y="236"/>
                    <a:pt x="657" y="234"/>
                    <a:pt x="656" y="231"/>
                  </a:cubicBezTo>
                  <a:cubicBezTo>
                    <a:pt x="708" y="205"/>
                    <a:pt x="708" y="205"/>
                    <a:pt x="708" y="205"/>
                  </a:cubicBezTo>
                  <a:cubicBezTo>
                    <a:pt x="710" y="208"/>
                    <a:pt x="711" y="210"/>
                    <a:pt x="712" y="213"/>
                  </a:cubicBezTo>
                  <a:lnTo>
                    <a:pt x="659" y="238"/>
                  </a:lnTo>
                  <a:close/>
                  <a:moveTo>
                    <a:pt x="93" y="232"/>
                  </a:moveTo>
                  <a:cubicBezTo>
                    <a:pt x="40" y="205"/>
                    <a:pt x="40" y="205"/>
                    <a:pt x="40" y="205"/>
                  </a:cubicBezTo>
                  <a:cubicBezTo>
                    <a:pt x="42" y="203"/>
                    <a:pt x="43" y="200"/>
                    <a:pt x="44" y="198"/>
                  </a:cubicBezTo>
                  <a:cubicBezTo>
                    <a:pt x="96" y="225"/>
                    <a:pt x="96" y="225"/>
                    <a:pt x="96" y="225"/>
                  </a:cubicBezTo>
                  <a:cubicBezTo>
                    <a:pt x="95" y="227"/>
                    <a:pt x="94" y="229"/>
                    <a:pt x="93" y="232"/>
                  </a:cubicBezTo>
                  <a:close/>
                  <a:moveTo>
                    <a:pt x="653" y="226"/>
                  </a:moveTo>
                  <a:cubicBezTo>
                    <a:pt x="652" y="224"/>
                    <a:pt x="651" y="222"/>
                    <a:pt x="650" y="220"/>
                  </a:cubicBezTo>
                  <a:cubicBezTo>
                    <a:pt x="701" y="191"/>
                    <a:pt x="701" y="191"/>
                    <a:pt x="701" y="191"/>
                  </a:cubicBezTo>
                  <a:cubicBezTo>
                    <a:pt x="702" y="193"/>
                    <a:pt x="704" y="196"/>
                    <a:pt x="705" y="199"/>
                  </a:cubicBezTo>
                  <a:lnTo>
                    <a:pt x="653" y="226"/>
                  </a:lnTo>
                  <a:close/>
                  <a:moveTo>
                    <a:pt x="99" y="220"/>
                  </a:moveTo>
                  <a:cubicBezTo>
                    <a:pt x="48" y="191"/>
                    <a:pt x="48" y="191"/>
                    <a:pt x="48" y="191"/>
                  </a:cubicBezTo>
                  <a:cubicBezTo>
                    <a:pt x="49" y="189"/>
                    <a:pt x="51" y="186"/>
                    <a:pt x="52" y="184"/>
                  </a:cubicBezTo>
                  <a:cubicBezTo>
                    <a:pt x="103" y="213"/>
                    <a:pt x="103" y="213"/>
                    <a:pt x="103" y="213"/>
                  </a:cubicBezTo>
                  <a:cubicBezTo>
                    <a:pt x="101" y="216"/>
                    <a:pt x="100" y="218"/>
                    <a:pt x="99" y="220"/>
                  </a:cubicBezTo>
                  <a:close/>
                  <a:moveTo>
                    <a:pt x="647" y="214"/>
                  </a:moveTo>
                  <a:cubicBezTo>
                    <a:pt x="646" y="212"/>
                    <a:pt x="644" y="210"/>
                    <a:pt x="643" y="208"/>
                  </a:cubicBezTo>
                  <a:cubicBezTo>
                    <a:pt x="693" y="177"/>
                    <a:pt x="693" y="177"/>
                    <a:pt x="693" y="177"/>
                  </a:cubicBezTo>
                  <a:cubicBezTo>
                    <a:pt x="694" y="180"/>
                    <a:pt x="696" y="182"/>
                    <a:pt x="697" y="185"/>
                  </a:cubicBezTo>
                  <a:lnTo>
                    <a:pt x="647" y="214"/>
                  </a:lnTo>
                  <a:close/>
                  <a:moveTo>
                    <a:pt x="106" y="208"/>
                  </a:moveTo>
                  <a:cubicBezTo>
                    <a:pt x="56" y="178"/>
                    <a:pt x="56" y="178"/>
                    <a:pt x="56" y="178"/>
                  </a:cubicBezTo>
                  <a:cubicBezTo>
                    <a:pt x="57" y="175"/>
                    <a:pt x="59" y="173"/>
                    <a:pt x="61" y="170"/>
                  </a:cubicBezTo>
                  <a:cubicBezTo>
                    <a:pt x="110" y="202"/>
                    <a:pt x="110" y="202"/>
                    <a:pt x="110" y="202"/>
                  </a:cubicBezTo>
                  <a:cubicBezTo>
                    <a:pt x="108" y="204"/>
                    <a:pt x="107" y="206"/>
                    <a:pt x="106" y="208"/>
                  </a:cubicBezTo>
                  <a:close/>
                  <a:moveTo>
                    <a:pt x="640" y="203"/>
                  </a:moveTo>
                  <a:cubicBezTo>
                    <a:pt x="639" y="201"/>
                    <a:pt x="637" y="199"/>
                    <a:pt x="636" y="197"/>
                  </a:cubicBezTo>
                  <a:cubicBezTo>
                    <a:pt x="684" y="164"/>
                    <a:pt x="684" y="164"/>
                    <a:pt x="684" y="164"/>
                  </a:cubicBezTo>
                  <a:cubicBezTo>
                    <a:pt x="686" y="166"/>
                    <a:pt x="688" y="169"/>
                    <a:pt x="689" y="171"/>
                  </a:cubicBezTo>
                  <a:lnTo>
                    <a:pt x="640" y="203"/>
                  </a:lnTo>
                  <a:close/>
                  <a:moveTo>
                    <a:pt x="113" y="197"/>
                  </a:moveTo>
                  <a:cubicBezTo>
                    <a:pt x="65" y="164"/>
                    <a:pt x="65" y="164"/>
                    <a:pt x="65" y="164"/>
                  </a:cubicBezTo>
                  <a:cubicBezTo>
                    <a:pt x="66" y="162"/>
                    <a:pt x="68" y="159"/>
                    <a:pt x="70" y="157"/>
                  </a:cubicBezTo>
                  <a:cubicBezTo>
                    <a:pt x="117" y="191"/>
                    <a:pt x="117" y="191"/>
                    <a:pt x="117" y="191"/>
                  </a:cubicBezTo>
                  <a:cubicBezTo>
                    <a:pt x="116" y="193"/>
                    <a:pt x="114" y="195"/>
                    <a:pt x="113" y="197"/>
                  </a:cubicBezTo>
                  <a:close/>
                  <a:moveTo>
                    <a:pt x="632" y="192"/>
                  </a:moveTo>
                  <a:cubicBezTo>
                    <a:pt x="631" y="190"/>
                    <a:pt x="630" y="188"/>
                    <a:pt x="628" y="186"/>
                  </a:cubicBezTo>
                  <a:cubicBezTo>
                    <a:pt x="675" y="151"/>
                    <a:pt x="675" y="151"/>
                    <a:pt x="675" y="151"/>
                  </a:cubicBezTo>
                  <a:cubicBezTo>
                    <a:pt x="677" y="153"/>
                    <a:pt x="679" y="156"/>
                    <a:pt x="680" y="158"/>
                  </a:cubicBezTo>
                  <a:lnTo>
                    <a:pt x="632" y="192"/>
                  </a:lnTo>
                  <a:close/>
                  <a:moveTo>
                    <a:pt x="121" y="186"/>
                  </a:moveTo>
                  <a:cubicBezTo>
                    <a:pt x="74" y="151"/>
                    <a:pt x="74" y="151"/>
                    <a:pt x="74" y="151"/>
                  </a:cubicBezTo>
                  <a:cubicBezTo>
                    <a:pt x="75" y="149"/>
                    <a:pt x="77" y="147"/>
                    <a:pt x="79" y="144"/>
                  </a:cubicBezTo>
                  <a:cubicBezTo>
                    <a:pt x="125" y="180"/>
                    <a:pt x="125" y="180"/>
                    <a:pt x="125" y="180"/>
                  </a:cubicBezTo>
                  <a:cubicBezTo>
                    <a:pt x="124" y="182"/>
                    <a:pt x="122" y="184"/>
                    <a:pt x="121" y="186"/>
                  </a:cubicBezTo>
                  <a:close/>
                  <a:moveTo>
                    <a:pt x="624" y="181"/>
                  </a:moveTo>
                  <a:cubicBezTo>
                    <a:pt x="623" y="179"/>
                    <a:pt x="622" y="177"/>
                    <a:pt x="620" y="175"/>
                  </a:cubicBezTo>
                  <a:cubicBezTo>
                    <a:pt x="665" y="139"/>
                    <a:pt x="665" y="139"/>
                    <a:pt x="665" y="139"/>
                  </a:cubicBezTo>
                  <a:cubicBezTo>
                    <a:pt x="667" y="141"/>
                    <a:pt x="669" y="143"/>
                    <a:pt x="671" y="145"/>
                  </a:cubicBezTo>
                  <a:lnTo>
                    <a:pt x="624" y="181"/>
                  </a:lnTo>
                  <a:close/>
                  <a:moveTo>
                    <a:pt x="129" y="175"/>
                  </a:moveTo>
                  <a:cubicBezTo>
                    <a:pt x="83" y="139"/>
                    <a:pt x="83" y="139"/>
                    <a:pt x="83" y="139"/>
                  </a:cubicBezTo>
                  <a:cubicBezTo>
                    <a:pt x="85" y="136"/>
                    <a:pt x="87" y="134"/>
                    <a:pt x="89" y="132"/>
                  </a:cubicBezTo>
                  <a:cubicBezTo>
                    <a:pt x="134" y="170"/>
                    <a:pt x="134" y="170"/>
                    <a:pt x="134" y="170"/>
                  </a:cubicBezTo>
                  <a:cubicBezTo>
                    <a:pt x="132" y="172"/>
                    <a:pt x="130" y="174"/>
                    <a:pt x="129" y="175"/>
                  </a:cubicBezTo>
                  <a:close/>
                  <a:moveTo>
                    <a:pt x="616" y="171"/>
                  </a:moveTo>
                  <a:cubicBezTo>
                    <a:pt x="615" y="169"/>
                    <a:pt x="613" y="167"/>
                    <a:pt x="611" y="165"/>
                  </a:cubicBezTo>
                  <a:cubicBezTo>
                    <a:pt x="655" y="126"/>
                    <a:pt x="655" y="126"/>
                    <a:pt x="655" y="126"/>
                  </a:cubicBezTo>
                  <a:cubicBezTo>
                    <a:pt x="657" y="129"/>
                    <a:pt x="659" y="131"/>
                    <a:pt x="661" y="133"/>
                  </a:cubicBezTo>
                  <a:lnTo>
                    <a:pt x="616" y="171"/>
                  </a:lnTo>
                  <a:close/>
                  <a:moveTo>
                    <a:pt x="138" y="165"/>
                  </a:moveTo>
                  <a:cubicBezTo>
                    <a:pt x="94" y="127"/>
                    <a:pt x="94" y="127"/>
                    <a:pt x="94" y="127"/>
                  </a:cubicBezTo>
                  <a:cubicBezTo>
                    <a:pt x="96" y="124"/>
                    <a:pt x="98" y="122"/>
                    <a:pt x="100" y="120"/>
                  </a:cubicBezTo>
                  <a:cubicBezTo>
                    <a:pt x="142" y="160"/>
                    <a:pt x="142" y="160"/>
                    <a:pt x="142" y="160"/>
                  </a:cubicBezTo>
                  <a:cubicBezTo>
                    <a:pt x="141" y="162"/>
                    <a:pt x="139" y="163"/>
                    <a:pt x="138" y="165"/>
                  </a:cubicBezTo>
                  <a:close/>
                  <a:moveTo>
                    <a:pt x="607" y="161"/>
                  </a:moveTo>
                  <a:cubicBezTo>
                    <a:pt x="606" y="159"/>
                    <a:pt x="604" y="157"/>
                    <a:pt x="602" y="155"/>
                  </a:cubicBezTo>
                  <a:cubicBezTo>
                    <a:pt x="644" y="115"/>
                    <a:pt x="644" y="115"/>
                    <a:pt x="644" y="115"/>
                  </a:cubicBezTo>
                  <a:cubicBezTo>
                    <a:pt x="646" y="117"/>
                    <a:pt x="648" y="119"/>
                    <a:pt x="650" y="121"/>
                  </a:cubicBezTo>
                  <a:lnTo>
                    <a:pt x="607" y="161"/>
                  </a:lnTo>
                  <a:close/>
                  <a:moveTo>
                    <a:pt x="147" y="155"/>
                  </a:moveTo>
                  <a:cubicBezTo>
                    <a:pt x="104" y="115"/>
                    <a:pt x="104" y="115"/>
                    <a:pt x="104" y="115"/>
                  </a:cubicBezTo>
                  <a:cubicBezTo>
                    <a:pt x="106" y="113"/>
                    <a:pt x="108" y="111"/>
                    <a:pt x="111" y="109"/>
                  </a:cubicBezTo>
                  <a:cubicBezTo>
                    <a:pt x="152" y="150"/>
                    <a:pt x="152" y="150"/>
                    <a:pt x="152" y="150"/>
                  </a:cubicBezTo>
                  <a:cubicBezTo>
                    <a:pt x="150" y="152"/>
                    <a:pt x="148" y="154"/>
                    <a:pt x="147" y="155"/>
                  </a:cubicBezTo>
                  <a:close/>
                  <a:moveTo>
                    <a:pt x="598" y="151"/>
                  </a:moveTo>
                  <a:cubicBezTo>
                    <a:pt x="596" y="149"/>
                    <a:pt x="595" y="147"/>
                    <a:pt x="593" y="146"/>
                  </a:cubicBezTo>
                  <a:cubicBezTo>
                    <a:pt x="633" y="104"/>
                    <a:pt x="633" y="104"/>
                    <a:pt x="633" y="104"/>
                  </a:cubicBezTo>
                  <a:cubicBezTo>
                    <a:pt x="635" y="106"/>
                    <a:pt x="637" y="108"/>
                    <a:pt x="639" y="110"/>
                  </a:cubicBezTo>
                  <a:lnTo>
                    <a:pt x="598" y="151"/>
                  </a:lnTo>
                  <a:close/>
                  <a:moveTo>
                    <a:pt x="156" y="146"/>
                  </a:moveTo>
                  <a:cubicBezTo>
                    <a:pt x="116" y="104"/>
                    <a:pt x="116" y="104"/>
                    <a:pt x="116" y="104"/>
                  </a:cubicBezTo>
                  <a:cubicBezTo>
                    <a:pt x="118" y="102"/>
                    <a:pt x="120" y="100"/>
                    <a:pt x="122" y="98"/>
                  </a:cubicBezTo>
                  <a:cubicBezTo>
                    <a:pt x="161" y="141"/>
                    <a:pt x="161" y="141"/>
                    <a:pt x="161" y="141"/>
                  </a:cubicBezTo>
                  <a:cubicBezTo>
                    <a:pt x="160" y="142"/>
                    <a:pt x="158" y="144"/>
                    <a:pt x="156" y="146"/>
                  </a:cubicBezTo>
                  <a:close/>
                  <a:moveTo>
                    <a:pt x="588" y="142"/>
                  </a:moveTo>
                  <a:cubicBezTo>
                    <a:pt x="587" y="140"/>
                    <a:pt x="585" y="138"/>
                    <a:pt x="583" y="137"/>
                  </a:cubicBezTo>
                  <a:cubicBezTo>
                    <a:pt x="622" y="93"/>
                    <a:pt x="622" y="93"/>
                    <a:pt x="622" y="93"/>
                  </a:cubicBezTo>
                  <a:cubicBezTo>
                    <a:pt x="624" y="95"/>
                    <a:pt x="626" y="97"/>
                    <a:pt x="628" y="99"/>
                  </a:cubicBezTo>
                  <a:lnTo>
                    <a:pt x="588" y="142"/>
                  </a:lnTo>
                  <a:close/>
                  <a:moveTo>
                    <a:pt x="166" y="137"/>
                  </a:moveTo>
                  <a:cubicBezTo>
                    <a:pt x="127" y="93"/>
                    <a:pt x="127" y="93"/>
                    <a:pt x="127" y="93"/>
                  </a:cubicBezTo>
                  <a:cubicBezTo>
                    <a:pt x="130" y="91"/>
                    <a:pt x="132" y="89"/>
                    <a:pt x="134" y="87"/>
                  </a:cubicBezTo>
                  <a:cubicBezTo>
                    <a:pt x="172" y="132"/>
                    <a:pt x="172" y="132"/>
                    <a:pt x="172" y="132"/>
                  </a:cubicBezTo>
                  <a:cubicBezTo>
                    <a:pt x="170" y="134"/>
                    <a:pt x="168" y="135"/>
                    <a:pt x="166" y="137"/>
                  </a:cubicBezTo>
                  <a:close/>
                  <a:moveTo>
                    <a:pt x="578" y="133"/>
                  </a:moveTo>
                  <a:cubicBezTo>
                    <a:pt x="576" y="131"/>
                    <a:pt x="575" y="130"/>
                    <a:pt x="573" y="128"/>
                  </a:cubicBezTo>
                  <a:cubicBezTo>
                    <a:pt x="609" y="83"/>
                    <a:pt x="609" y="83"/>
                    <a:pt x="609" y="83"/>
                  </a:cubicBezTo>
                  <a:cubicBezTo>
                    <a:pt x="612" y="84"/>
                    <a:pt x="614" y="86"/>
                    <a:pt x="616" y="88"/>
                  </a:cubicBezTo>
                  <a:lnTo>
                    <a:pt x="578" y="133"/>
                  </a:lnTo>
                  <a:close/>
                  <a:moveTo>
                    <a:pt x="176" y="128"/>
                  </a:moveTo>
                  <a:cubicBezTo>
                    <a:pt x="139" y="83"/>
                    <a:pt x="139" y="83"/>
                    <a:pt x="139" y="83"/>
                  </a:cubicBezTo>
                  <a:cubicBezTo>
                    <a:pt x="142" y="81"/>
                    <a:pt x="144" y="79"/>
                    <a:pt x="146" y="77"/>
                  </a:cubicBezTo>
                  <a:cubicBezTo>
                    <a:pt x="182" y="124"/>
                    <a:pt x="182" y="124"/>
                    <a:pt x="182" y="124"/>
                  </a:cubicBezTo>
                  <a:cubicBezTo>
                    <a:pt x="180" y="125"/>
                    <a:pt x="178" y="127"/>
                    <a:pt x="176" y="128"/>
                  </a:cubicBezTo>
                  <a:close/>
                  <a:moveTo>
                    <a:pt x="568" y="124"/>
                  </a:moveTo>
                  <a:cubicBezTo>
                    <a:pt x="566" y="123"/>
                    <a:pt x="564" y="121"/>
                    <a:pt x="562" y="120"/>
                  </a:cubicBezTo>
                  <a:cubicBezTo>
                    <a:pt x="597" y="73"/>
                    <a:pt x="597" y="73"/>
                    <a:pt x="597" y="73"/>
                  </a:cubicBezTo>
                  <a:cubicBezTo>
                    <a:pt x="599" y="75"/>
                    <a:pt x="601" y="76"/>
                    <a:pt x="604" y="78"/>
                  </a:cubicBezTo>
                  <a:lnTo>
                    <a:pt x="568" y="124"/>
                  </a:lnTo>
                  <a:close/>
                  <a:moveTo>
                    <a:pt x="187" y="120"/>
                  </a:moveTo>
                  <a:cubicBezTo>
                    <a:pt x="152" y="73"/>
                    <a:pt x="152" y="73"/>
                    <a:pt x="152" y="73"/>
                  </a:cubicBezTo>
                  <a:cubicBezTo>
                    <a:pt x="154" y="71"/>
                    <a:pt x="157" y="70"/>
                    <a:pt x="159" y="68"/>
                  </a:cubicBezTo>
                  <a:cubicBezTo>
                    <a:pt x="193" y="116"/>
                    <a:pt x="193" y="116"/>
                    <a:pt x="193" y="116"/>
                  </a:cubicBezTo>
                  <a:cubicBezTo>
                    <a:pt x="191" y="117"/>
                    <a:pt x="189" y="118"/>
                    <a:pt x="187" y="120"/>
                  </a:cubicBezTo>
                  <a:close/>
                  <a:moveTo>
                    <a:pt x="557" y="116"/>
                  </a:moveTo>
                  <a:cubicBezTo>
                    <a:pt x="555" y="115"/>
                    <a:pt x="553" y="113"/>
                    <a:pt x="551" y="112"/>
                  </a:cubicBezTo>
                  <a:cubicBezTo>
                    <a:pt x="584" y="64"/>
                    <a:pt x="584" y="64"/>
                    <a:pt x="584" y="64"/>
                  </a:cubicBezTo>
                  <a:cubicBezTo>
                    <a:pt x="586" y="65"/>
                    <a:pt x="589" y="67"/>
                    <a:pt x="591" y="69"/>
                  </a:cubicBezTo>
                  <a:lnTo>
                    <a:pt x="557" y="116"/>
                  </a:lnTo>
                  <a:close/>
                  <a:moveTo>
                    <a:pt x="198" y="112"/>
                  </a:moveTo>
                  <a:cubicBezTo>
                    <a:pt x="165" y="64"/>
                    <a:pt x="165" y="64"/>
                    <a:pt x="165" y="64"/>
                  </a:cubicBezTo>
                  <a:cubicBezTo>
                    <a:pt x="167" y="62"/>
                    <a:pt x="170" y="61"/>
                    <a:pt x="172" y="59"/>
                  </a:cubicBezTo>
                  <a:cubicBezTo>
                    <a:pt x="204" y="108"/>
                    <a:pt x="204" y="108"/>
                    <a:pt x="204" y="108"/>
                  </a:cubicBezTo>
                  <a:cubicBezTo>
                    <a:pt x="202" y="109"/>
                    <a:pt x="200" y="111"/>
                    <a:pt x="198" y="112"/>
                  </a:cubicBezTo>
                  <a:close/>
                  <a:moveTo>
                    <a:pt x="546" y="109"/>
                  </a:moveTo>
                  <a:cubicBezTo>
                    <a:pt x="544" y="107"/>
                    <a:pt x="542" y="106"/>
                    <a:pt x="540" y="105"/>
                  </a:cubicBezTo>
                  <a:cubicBezTo>
                    <a:pt x="571" y="55"/>
                    <a:pt x="571" y="55"/>
                    <a:pt x="571" y="55"/>
                  </a:cubicBezTo>
                  <a:cubicBezTo>
                    <a:pt x="573" y="57"/>
                    <a:pt x="575" y="58"/>
                    <a:pt x="578" y="60"/>
                  </a:cubicBezTo>
                  <a:lnTo>
                    <a:pt x="546" y="109"/>
                  </a:lnTo>
                  <a:close/>
                  <a:moveTo>
                    <a:pt x="209" y="105"/>
                  </a:moveTo>
                  <a:cubicBezTo>
                    <a:pt x="178" y="55"/>
                    <a:pt x="178" y="55"/>
                    <a:pt x="178" y="55"/>
                  </a:cubicBezTo>
                  <a:cubicBezTo>
                    <a:pt x="181" y="54"/>
                    <a:pt x="183" y="52"/>
                    <a:pt x="186" y="51"/>
                  </a:cubicBezTo>
                  <a:cubicBezTo>
                    <a:pt x="215" y="101"/>
                    <a:pt x="215" y="101"/>
                    <a:pt x="215" y="101"/>
                  </a:cubicBezTo>
                  <a:cubicBezTo>
                    <a:pt x="213" y="102"/>
                    <a:pt x="211" y="104"/>
                    <a:pt x="209" y="105"/>
                  </a:cubicBezTo>
                  <a:close/>
                  <a:moveTo>
                    <a:pt x="535" y="102"/>
                  </a:moveTo>
                  <a:cubicBezTo>
                    <a:pt x="533" y="100"/>
                    <a:pt x="530" y="99"/>
                    <a:pt x="528" y="98"/>
                  </a:cubicBezTo>
                  <a:cubicBezTo>
                    <a:pt x="557" y="47"/>
                    <a:pt x="557" y="47"/>
                    <a:pt x="557" y="47"/>
                  </a:cubicBezTo>
                  <a:cubicBezTo>
                    <a:pt x="559" y="48"/>
                    <a:pt x="562" y="50"/>
                    <a:pt x="564" y="51"/>
                  </a:cubicBezTo>
                  <a:lnTo>
                    <a:pt x="535" y="102"/>
                  </a:lnTo>
                  <a:close/>
                  <a:moveTo>
                    <a:pt x="220" y="98"/>
                  </a:moveTo>
                  <a:cubicBezTo>
                    <a:pt x="192" y="47"/>
                    <a:pt x="192" y="47"/>
                    <a:pt x="192" y="47"/>
                  </a:cubicBezTo>
                  <a:cubicBezTo>
                    <a:pt x="194" y="46"/>
                    <a:pt x="197" y="44"/>
                    <a:pt x="199" y="43"/>
                  </a:cubicBezTo>
                  <a:cubicBezTo>
                    <a:pt x="227" y="95"/>
                    <a:pt x="227" y="95"/>
                    <a:pt x="227" y="95"/>
                  </a:cubicBezTo>
                  <a:cubicBezTo>
                    <a:pt x="225" y="96"/>
                    <a:pt x="223" y="97"/>
                    <a:pt x="220" y="98"/>
                  </a:cubicBezTo>
                  <a:close/>
                  <a:moveTo>
                    <a:pt x="523" y="95"/>
                  </a:moveTo>
                  <a:cubicBezTo>
                    <a:pt x="521" y="94"/>
                    <a:pt x="519" y="93"/>
                    <a:pt x="516" y="92"/>
                  </a:cubicBezTo>
                  <a:cubicBezTo>
                    <a:pt x="543" y="40"/>
                    <a:pt x="543" y="40"/>
                    <a:pt x="543" y="40"/>
                  </a:cubicBezTo>
                  <a:cubicBezTo>
                    <a:pt x="545" y="41"/>
                    <a:pt x="548" y="42"/>
                    <a:pt x="550" y="44"/>
                  </a:cubicBezTo>
                  <a:lnTo>
                    <a:pt x="523" y="95"/>
                  </a:lnTo>
                  <a:close/>
                  <a:moveTo>
                    <a:pt x="232" y="92"/>
                  </a:moveTo>
                  <a:cubicBezTo>
                    <a:pt x="206" y="40"/>
                    <a:pt x="206" y="40"/>
                    <a:pt x="206" y="40"/>
                  </a:cubicBezTo>
                  <a:cubicBezTo>
                    <a:pt x="208" y="38"/>
                    <a:pt x="211" y="37"/>
                    <a:pt x="214" y="36"/>
                  </a:cubicBezTo>
                  <a:cubicBezTo>
                    <a:pt x="239" y="89"/>
                    <a:pt x="239" y="89"/>
                    <a:pt x="239" y="89"/>
                  </a:cubicBezTo>
                  <a:cubicBezTo>
                    <a:pt x="237" y="90"/>
                    <a:pt x="234" y="91"/>
                    <a:pt x="232" y="92"/>
                  </a:cubicBezTo>
                  <a:close/>
                  <a:moveTo>
                    <a:pt x="511" y="89"/>
                  </a:moveTo>
                  <a:cubicBezTo>
                    <a:pt x="509" y="88"/>
                    <a:pt x="507" y="87"/>
                    <a:pt x="504" y="86"/>
                  </a:cubicBezTo>
                  <a:cubicBezTo>
                    <a:pt x="528" y="33"/>
                    <a:pt x="528" y="33"/>
                    <a:pt x="528" y="33"/>
                  </a:cubicBezTo>
                  <a:cubicBezTo>
                    <a:pt x="531" y="34"/>
                    <a:pt x="534" y="35"/>
                    <a:pt x="536" y="36"/>
                  </a:cubicBezTo>
                  <a:lnTo>
                    <a:pt x="511" y="89"/>
                  </a:lnTo>
                  <a:close/>
                  <a:moveTo>
                    <a:pt x="244" y="86"/>
                  </a:moveTo>
                  <a:cubicBezTo>
                    <a:pt x="220" y="33"/>
                    <a:pt x="220" y="33"/>
                    <a:pt x="220" y="33"/>
                  </a:cubicBezTo>
                  <a:cubicBezTo>
                    <a:pt x="223" y="32"/>
                    <a:pt x="225" y="31"/>
                    <a:pt x="228" y="29"/>
                  </a:cubicBezTo>
                  <a:cubicBezTo>
                    <a:pt x="251" y="83"/>
                    <a:pt x="251" y="83"/>
                    <a:pt x="251" y="83"/>
                  </a:cubicBezTo>
                  <a:cubicBezTo>
                    <a:pt x="249" y="84"/>
                    <a:pt x="247" y="85"/>
                    <a:pt x="244" y="86"/>
                  </a:cubicBezTo>
                  <a:close/>
                  <a:moveTo>
                    <a:pt x="499" y="83"/>
                  </a:moveTo>
                  <a:cubicBezTo>
                    <a:pt x="496" y="83"/>
                    <a:pt x="494" y="82"/>
                    <a:pt x="492" y="81"/>
                  </a:cubicBezTo>
                  <a:cubicBezTo>
                    <a:pt x="514" y="26"/>
                    <a:pt x="514" y="26"/>
                    <a:pt x="514" y="26"/>
                  </a:cubicBezTo>
                  <a:cubicBezTo>
                    <a:pt x="516" y="27"/>
                    <a:pt x="519" y="29"/>
                    <a:pt x="522" y="30"/>
                  </a:cubicBezTo>
                  <a:lnTo>
                    <a:pt x="499" y="83"/>
                  </a:lnTo>
                  <a:close/>
                  <a:moveTo>
                    <a:pt x="257" y="81"/>
                  </a:moveTo>
                  <a:cubicBezTo>
                    <a:pt x="235" y="27"/>
                    <a:pt x="235" y="27"/>
                    <a:pt x="235" y="27"/>
                  </a:cubicBezTo>
                  <a:cubicBezTo>
                    <a:pt x="237" y="26"/>
                    <a:pt x="240" y="24"/>
                    <a:pt x="243" y="23"/>
                  </a:cubicBezTo>
                  <a:cubicBezTo>
                    <a:pt x="263" y="78"/>
                    <a:pt x="263" y="78"/>
                    <a:pt x="263" y="78"/>
                  </a:cubicBezTo>
                  <a:cubicBezTo>
                    <a:pt x="261" y="79"/>
                    <a:pt x="259" y="80"/>
                    <a:pt x="257" y="81"/>
                  </a:cubicBezTo>
                  <a:close/>
                  <a:moveTo>
                    <a:pt x="486" y="78"/>
                  </a:moveTo>
                  <a:cubicBezTo>
                    <a:pt x="484" y="78"/>
                    <a:pt x="482" y="77"/>
                    <a:pt x="479" y="76"/>
                  </a:cubicBezTo>
                  <a:cubicBezTo>
                    <a:pt x="499" y="21"/>
                    <a:pt x="499" y="21"/>
                    <a:pt x="499" y="21"/>
                  </a:cubicBezTo>
                  <a:cubicBezTo>
                    <a:pt x="502" y="22"/>
                    <a:pt x="504" y="23"/>
                    <a:pt x="507" y="24"/>
                  </a:cubicBezTo>
                  <a:lnTo>
                    <a:pt x="486" y="78"/>
                  </a:lnTo>
                  <a:close/>
                  <a:moveTo>
                    <a:pt x="269" y="76"/>
                  </a:moveTo>
                  <a:cubicBezTo>
                    <a:pt x="250" y="21"/>
                    <a:pt x="250" y="21"/>
                    <a:pt x="250" y="21"/>
                  </a:cubicBezTo>
                  <a:cubicBezTo>
                    <a:pt x="252" y="20"/>
                    <a:pt x="255" y="19"/>
                    <a:pt x="258" y="18"/>
                  </a:cubicBezTo>
                  <a:cubicBezTo>
                    <a:pt x="276" y="74"/>
                    <a:pt x="276" y="74"/>
                    <a:pt x="276" y="74"/>
                  </a:cubicBezTo>
                  <a:cubicBezTo>
                    <a:pt x="274" y="75"/>
                    <a:pt x="271" y="75"/>
                    <a:pt x="269" y="76"/>
                  </a:cubicBezTo>
                  <a:close/>
                  <a:moveTo>
                    <a:pt x="474" y="74"/>
                  </a:moveTo>
                  <a:cubicBezTo>
                    <a:pt x="471" y="73"/>
                    <a:pt x="469" y="72"/>
                    <a:pt x="467" y="72"/>
                  </a:cubicBezTo>
                  <a:cubicBezTo>
                    <a:pt x="484" y="16"/>
                    <a:pt x="484" y="16"/>
                    <a:pt x="484" y="16"/>
                  </a:cubicBezTo>
                  <a:cubicBezTo>
                    <a:pt x="486" y="17"/>
                    <a:pt x="489" y="18"/>
                    <a:pt x="492" y="18"/>
                  </a:cubicBezTo>
                  <a:lnTo>
                    <a:pt x="474" y="74"/>
                  </a:lnTo>
                  <a:close/>
                  <a:moveTo>
                    <a:pt x="282" y="72"/>
                  </a:moveTo>
                  <a:cubicBezTo>
                    <a:pt x="265" y="16"/>
                    <a:pt x="265" y="16"/>
                    <a:pt x="265" y="16"/>
                  </a:cubicBezTo>
                  <a:cubicBezTo>
                    <a:pt x="267" y="15"/>
                    <a:pt x="270" y="14"/>
                    <a:pt x="273" y="14"/>
                  </a:cubicBezTo>
                  <a:cubicBezTo>
                    <a:pt x="289" y="70"/>
                    <a:pt x="289" y="70"/>
                    <a:pt x="289" y="70"/>
                  </a:cubicBezTo>
                  <a:cubicBezTo>
                    <a:pt x="286" y="71"/>
                    <a:pt x="284" y="71"/>
                    <a:pt x="282" y="72"/>
                  </a:cubicBezTo>
                  <a:close/>
                  <a:moveTo>
                    <a:pt x="461" y="70"/>
                  </a:moveTo>
                  <a:cubicBezTo>
                    <a:pt x="458" y="69"/>
                    <a:pt x="456" y="69"/>
                    <a:pt x="454" y="68"/>
                  </a:cubicBezTo>
                  <a:cubicBezTo>
                    <a:pt x="468" y="12"/>
                    <a:pt x="468" y="12"/>
                    <a:pt x="468" y="12"/>
                  </a:cubicBezTo>
                  <a:cubicBezTo>
                    <a:pt x="471" y="12"/>
                    <a:pt x="474" y="13"/>
                    <a:pt x="477" y="14"/>
                  </a:cubicBezTo>
                  <a:lnTo>
                    <a:pt x="461" y="70"/>
                  </a:lnTo>
                  <a:close/>
                  <a:moveTo>
                    <a:pt x="295" y="68"/>
                  </a:moveTo>
                  <a:cubicBezTo>
                    <a:pt x="280" y="12"/>
                    <a:pt x="280" y="12"/>
                    <a:pt x="280" y="12"/>
                  </a:cubicBezTo>
                  <a:cubicBezTo>
                    <a:pt x="283" y="11"/>
                    <a:pt x="286" y="10"/>
                    <a:pt x="288" y="10"/>
                  </a:cubicBezTo>
                  <a:cubicBezTo>
                    <a:pt x="302" y="67"/>
                    <a:pt x="302" y="67"/>
                    <a:pt x="302" y="67"/>
                  </a:cubicBezTo>
                  <a:cubicBezTo>
                    <a:pt x="299" y="67"/>
                    <a:pt x="297" y="68"/>
                    <a:pt x="295" y="68"/>
                  </a:cubicBezTo>
                  <a:close/>
                  <a:moveTo>
                    <a:pt x="448" y="67"/>
                  </a:moveTo>
                  <a:cubicBezTo>
                    <a:pt x="445" y="66"/>
                    <a:pt x="443" y="66"/>
                    <a:pt x="441" y="65"/>
                  </a:cubicBezTo>
                  <a:cubicBezTo>
                    <a:pt x="453" y="8"/>
                    <a:pt x="453" y="8"/>
                    <a:pt x="453" y="8"/>
                  </a:cubicBezTo>
                  <a:cubicBezTo>
                    <a:pt x="456" y="8"/>
                    <a:pt x="459" y="9"/>
                    <a:pt x="461" y="10"/>
                  </a:cubicBezTo>
                  <a:lnTo>
                    <a:pt x="448" y="67"/>
                  </a:lnTo>
                  <a:close/>
                  <a:moveTo>
                    <a:pt x="308" y="65"/>
                  </a:moveTo>
                  <a:cubicBezTo>
                    <a:pt x="295" y="8"/>
                    <a:pt x="295" y="8"/>
                    <a:pt x="295" y="8"/>
                  </a:cubicBezTo>
                  <a:cubicBezTo>
                    <a:pt x="298" y="7"/>
                    <a:pt x="301" y="7"/>
                    <a:pt x="304" y="6"/>
                  </a:cubicBezTo>
                  <a:cubicBezTo>
                    <a:pt x="315" y="64"/>
                    <a:pt x="315" y="64"/>
                    <a:pt x="315" y="64"/>
                  </a:cubicBezTo>
                  <a:cubicBezTo>
                    <a:pt x="312" y="64"/>
                    <a:pt x="310" y="65"/>
                    <a:pt x="308" y="65"/>
                  </a:cubicBezTo>
                  <a:close/>
                  <a:moveTo>
                    <a:pt x="435" y="64"/>
                  </a:moveTo>
                  <a:cubicBezTo>
                    <a:pt x="432" y="63"/>
                    <a:pt x="430" y="63"/>
                    <a:pt x="428" y="63"/>
                  </a:cubicBezTo>
                  <a:cubicBezTo>
                    <a:pt x="437" y="5"/>
                    <a:pt x="437" y="5"/>
                    <a:pt x="437" y="5"/>
                  </a:cubicBezTo>
                  <a:cubicBezTo>
                    <a:pt x="440" y="5"/>
                    <a:pt x="443" y="6"/>
                    <a:pt x="446" y="6"/>
                  </a:cubicBezTo>
                  <a:lnTo>
                    <a:pt x="435" y="64"/>
                  </a:lnTo>
                  <a:close/>
                  <a:moveTo>
                    <a:pt x="321" y="63"/>
                  </a:moveTo>
                  <a:cubicBezTo>
                    <a:pt x="311" y="5"/>
                    <a:pt x="311" y="5"/>
                    <a:pt x="311" y="5"/>
                  </a:cubicBezTo>
                  <a:cubicBezTo>
                    <a:pt x="314" y="5"/>
                    <a:pt x="317" y="4"/>
                    <a:pt x="320" y="4"/>
                  </a:cubicBezTo>
                  <a:cubicBezTo>
                    <a:pt x="328" y="61"/>
                    <a:pt x="328" y="61"/>
                    <a:pt x="328" y="61"/>
                  </a:cubicBezTo>
                  <a:cubicBezTo>
                    <a:pt x="326" y="62"/>
                    <a:pt x="323" y="62"/>
                    <a:pt x="321" y="63"/>
                  </a:cubicBezTo>
                  <a:close/>
                  <a:moveTo>
                    <a:pt x="422" y="62"/>
                  </a:moveTo>
                  <a:cubicBezTo>
                    <a:pt x="419" y="61"/>
                    <a:pt x="417" y="61"/>
                    <a:pt x="414" y="61"/>
                  </a:cubicBezTo>
                  <a:cubicBezTo>
                    <a:pt x="422" y="3"/>
                    <a:pt x="422" y="3"/>
                    <a:pt x="422" y="3"/>
                  </a:cubicBezTo>
                  <a:cubicBezTo>
                    <a:pt x="424" y="3"/>
                    <a:pt x="427" y="3"/>
                    <a:pt x="430" y="4"/>
                  </a:cubicBezTo>
                  <a:lnTo>
                    <a:pt x="422" y="62"/>
                  </a:lnTo>
                  <a:close/>
                  <a:moveTo>
                    <a:pt x="334" y="61"/>
                  </a:moveTo>
                  <a:cubicBezTo>
                    <a:pt x="327" y="3"/>
                    <a:pt x="327" y="3"/>
                    <a:pt x="327" y="3"/>
                  </a:cubicBezTo>
                  <a:cubicBezTo>
                    <a:pt x="330" y="2"/>
                    <a:pt x="332" y="2"/>
                    <a:pt x="335" y="2"/>
                  </a:cubicBezTo>
                  <a:cubicBezTo>
                    <a:pt x="341" y="60"/>
                    <a:pt x="341" y="60"/>
                    <a:pt x="341" y="60"/>
                  </a:cubicBezTo>
                  <a:cubicBezTo>
                    <a:pt x="339" y="60"/>
                    <a:pt x="337" y="60"/>
                    <a:pt x="334" y="61"/>
                  </a:cubicBezTo>
                  <a:close/>
                  <a:moveTo>
                    <a:pt x="408" y="60"/>
                  </a:moveTo>
                  <a:cubicBezTo>
                    <a:pt x="406" y="60"/>
                    <a:pt x="403" y="59"/>
                    <a:pt x="401" y="59"/>
                  </a:cubicBezTo>
                  <a:cubicBezTo>
                    <a:pt x="406" y="1"/>
                    <a:pt x="406" y="1"/>
                    <a:pt x="406" y="1"/>
                  </a:cubicBezTo>
                  <a:cubicBezTo>
                    <a:pt x="409" y="1"/>
                    <a:pt x="412" y="1"/>
                    <a:pt x="414" y="2"/>
                  </a:cubicBezTo>
                  <a:lnTo>
                    <a:pt x="408" y="60"/>
                  </a:lnTo>
                  <a:close/>
                  <a:moveTo>
                    <a:pt x="347" y="59"/>
                  </a:moveTo>
                  <a:cubicBezTo>
                    <a:pt x="342" y="1"/>
                    <a:pt x="342" y="1"/>
                    <a:pt x="342" y="1"/>
                  </a:cubicBezTo>
                  <a:cubicBezTo>
                    <a:pt x="345" y="1"/>
                    <a:pt x="348" y="1"/>
                    <a:pt x="351" y="0"/>
                  </a:cubicBezTo>
                  <a:cubicBezTo>
                    <a:pt x="355" y="59"/>
                    <a:pt x="355" y="59"/>
                    <a:pt x="355" y="59"/>
                  </a:cubicBezTo>
                  <a:cubicBezTo>
                    <a:pt x="352" y="59"/>
                    <a:pt x="350" y="59"/>
                    <a:pt x="347" y="59"/>
                  </a:cubicBezTo>
                  <a:close/>
                  <a:moveTo>
                    <a:pt x="395" y="59"/>
                  </a:moveTo>
                  <a:cubicBezTo>
                    <a:pt x="392" y="59"/>
                    <a:pt x="390" y="58"/>
                    <a:pt x="388" y="58"/>
                  </a:cubicBezTo>
                  <a:cubicBezTo>
                    <a:pt x="390" y="0"/>
                    <a:pt x="390" y="0"/>
                    <a:pt x="390" y="0"/>
                  </a:cubicBezTo>
                  <a:cubicBezTo>
                    <a:pt x="393" y="0"/>
                    <a:pt x="396" y="0"/>
                    <a:pt x="399" y="0"/>
                  </a:cubicBezTo>
                  <a:lnTo>
                    <a:pt x="395" y="59"/>
                  </a:lnTo>
                  <a:close/>
                  <a:moveTo>
                    <a:pt x="361" y="58"/>
                  </a:moveTo>
                  <a:cubicBezTo>
                    <a:pt x="358" y="0"/>
                    <a:pt x="358" y="0"/>
                    <a:pt x="358" y="0"/>
                  </a:cubicBezTo>
                  <a:cubicBezTo>
                    <a:pt x="361" y="0"/>
                    <a:pt x="364" y="0"/>
                    <a:pt x="367" y="0"/>
                  </a:cubicBezTo>
                  <a:cubicBezTo>
                    <a:pt x="368" y="58"/>
                    <a:pt x="368" y="58"/>
                    <a:pt x="368" y="58"/>
                  </a:cubicBezTo>
                  <a:cubicBezTo>
                    <a:pt x="366" y="58"/>
                    <a:pt x="363" y="58"/>
                    <a:pt x="361" y="58"/>
                  </a:cubicBezTo>
                  <a:close/>
                  <a:moveTo>
                    <a:pt x="382" y="58"/>
                  </a:moveTo>
                  <a:cubicBezTo>
                    <a:pt x="379" y="58"/>
                    <a:pt x="377" y="58"/>
                    <a:pt x="375" y="58"/>
                  </a:cubicBezTo>
                  <a:cubicBezTo>
                    <a:pt x="374" y="58"/>
                    <a:pt x="374" y="58"/>
                    <a:pt x="374" y="58"/>
                  </a:cubicBezTo>
                  <a:cubicBezTo>
                    <a:pt x="374" y="23"/>
                    <a:pt x="374" y="23"/>
                    <a:pt x="374" y="23"/>
                  </a:cubicBezTo>
                  <a:cubicBezTo>
                    <a:pt x="374" y="0"/>
                    <a:pt x="374" y="0"/>
                    <a:pt x="374" y="0"/>
                  </a:cubicBezTo>
                  <a:cubicBezTo>
                    <a:pt x="375" y="0"/>
                    <a:pt x="375" y="0"/>
                    <a:pt x="375" y="0"/>
                  </a:cubicBezTo>
                  <a:cubicBezTo>
                    <a:pt x="377" y="0"/>
                    <a:pt x="380" y="0"/>
                    <a:pt x="383" y="0"/>
                  </a:cubicBezTo>
                  <a:lnTo>
                    <a:pt x="382" y="58"/>
                  </a:lnTo>
                  <a:close/>
                  <a:moveTo>
                    <a:pt x="374" y="23"/>
                  </a:moveTo>
                  <a:cubicBezTo>
                    <a:pt x="374" y="29"/>
                    <a:pt x="374" y="29"/>
                    <a:pt x="374" y="29"/>
                  </a:cubicBezTo>
                  <a:cubicBezTo>
                    <a:pt x="374" y="24"/>
                    <a:pt x="374" y="24"/>
                    <a:pt x="374" y="24"/>
                  </a:cubicBezTo>
                  <a:lnTo>
                    <a:pt x="374" y="2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6" name="Google Shape;286;p7"/>
            <p:cNvSpPr/>
            <p:nvPr/>
          </p:nvSpPr>
          <p:spPr>
            <a:xfrm>
              <a:off x="5734050" y="4329113"/>
              <a:ext cx="985838" cy="987424"/>
            </a:xfrm>
            <a:custGeom>
              <a:avLst/>
              <a:gdLst/>
              <a:ahLst/>
              <a:cxnLst/>
              <a:rect l="l" t="t" r="r" b="b"/>
              <a:pathLst>
                <a:path w="585" h="585" extrusionOk="0">
                  <a:moveTo>
                    <a:pt x="293" y="585"/>
                  </a:moveTo>
                  <a:cubicBezTo>
                    <a:pt x="131" y="585"/>
                    <a:pt x="0" y="454"/>
                    <a:pt x="0" y="293"/>
                  </a:cubicBezTo>
                  <a:cubicBezTo>
                    <a:pt x="0" y="131"/>
                    <a:pt x="131" y="0"/>
                    <a:pt x="293" y="0"/>
                  </a:cubicBezTo>
                  <a:cubicBezTo>
                    <a:pt x="454" y="0"/>
                    <a:pt x="585" y="131"/>
                    <a:pt x="585" y="293"/>
                  </a:cubicBezTo>
                  <a:cubicBezTo>
                    <a:pt x="585" y="454"/>
                    <a:pt x="454" y="585"/>
                    <a:pt x="293" y="585"/>
                  </a:cubicBezTo>
                  <a:close/>
                  <a:moveTo>
                    <a:pt x="293" y="5"/>
                  </a:moveTo>
                  <a:cubicBezTo>
                    <a:pt x="134" y="5"/>
                    <a:pt x="5" y="134"/>
                    <a:pt x="5" y="293"/>
                  </a:cubicBezTo>
                  <a:cubicBezTo>
                    <a:pt x="5" y="451"/>
                    <a:pt x="134" y="580"/>
                    <a:pt x="293" y="580"/>
                  </a:cubicBezTo>
                  <a:cubicBezTo>
                    <a:pt x="451" y="580"/>
                    <a:pt x="580" y="451"/>
                    <a:pt x="580" y="293"/>
                  </a:cubicBezTo>
                  <a:cubicBezTo>
                    <a:pt x="580" y="134"/>
                    <a:pt x="451" y="5"/>
                    <a:pt x="293" y="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7" name="Google Shape;287;p7"/>
            <p:cNvSpPr/>
            <p:nvPr/>
          </p:nvSpPr>
          <p:spPr>
            <a:xfrm>
              <a:off x="5738813" y="4333875"/>
              <a:ext cx="974725" cy="976313"/>
            </a:xfrm>
            <a:custGeom>
              <a:avLst/>
              <a:gdLst/>
              <a:ahLst/>
              <a:cxnLst/>
              <a:rect l="l" t="t" r="r" b="b"/>
              <a:pathLst>
                <a:path w="578" h="579" extrusionOk="0">
                  <a:moveTo>
                    <a:pt x="290" y="0"/>
                  </a:moveTo>
                  <a:cubicBezTo>
                    <a:pt x="289" y="0"/>
                    <a:pt x="289" y="0"/>
                    <a:pt x="289" y="0"/>
                  </a:cubicBezTo>
                  <a:cubicBezTo>
                    <a:pt x="289" y="0"/>
                    <a:pt x="289" y="0"/>
                    <a:pt x="289" y="0"/>
                  </a:cubicBezTo>
                  <a:cubicBezTo>
                    <a:pt x="289" y="0"/>
                    <a:pt x="289" y="0"/>
                    <a:pt x="289" y="0"/>
                  </a:cubicBezTo>
                  <a:cubicBezTo>
                    <a:pt x="289" y="0"/>
                    <a:pt x="289" y="0"/>
                    <a:pt x="289" y="0"/>
                  </a:cubicBezTo>
                  <a:cubicBezTo>
                    <a:pt x="289" y="0"/>
                    <a:pt x="289" y="0"/>
                    <a:pt x="289" y="0"/>
                  </a:cubicBezTo>
                  <a:cubicBezTo>
                    <a:pt x="288" y="0"/>
                    <a:pt x="287" y="0"/>
                    <a:pt x="287" y="0"/>
                  </a:cubicBezTo>
                  <a:cubicBezTo>
                    <a:pt x="287" y="49"/>
                    <a:pt x="287" y="49"/>
                    <a:pt x="287" y="49"/>
                  </a:cubicBezTo>
                  <a:cubicBezTo>
                    <a:pt x="288" y="49"/>
                    <a:pt x="289" y="49"/>
                    <a:pt x="290" y="49"/>
                  </a:cubicBezTo>
                  <a:lnTo>
                    <a:pt x="290" y="0"/>
                  </a:lnTo>
                  <a:close/>
                  <a:moveTo>
                    <a:pt x="234" y="5"/>
                  </a:moveTo>
                  <a:cubicBezTo>
                    <a:pt x="233" y="6"/>
                    <a:pt x="233" y="6"/>
                    <a:pt x="232" y="6"/>
                  </a:cubicBezTo>
                  <a:cubicBezTo>
                    <a:pt x="232" y="6"/>
                    <a:pt x="232" y="6"/>
                    <a:pt x="232" y="6"/>
                  </a:cubicBezTo>
                  <a:cubicBezTo>
                    <a:pt x="232" y="6"/>
                    <a:pt x="232" y="6"/>
                    <a:pt x="232" y="6"/>
                  </a:cubicBezTo>
                  <a:cubicBezTo>
                    <a:pt x="232" y="6"/>
                    <a:pt x="232" y="6"/>
                    <a:pt x="232" y="6"/>
                  </a:cubicBezTo>
                  <a:cubicBezTo>
                    <a:pt x="232" y="6"/>
                    <a:pt x="232" y="6"/>
                    <a:pt x="232" y="6"/>
                  </a:cubicBezTo>
                  <a:cubicBezTo>
                    <a:pt x="231" y="6"/>
                    <a:pt x="231" y="6"/>
                    <a:pt x="231" y="6"/>
                  </a:cubicBezTo>
                  <a:cubicBezTo>
                    <a:pt x="241" y="54"/>
                    <a:pt x="241" y="54"/>
                    <a:pt x="241" y="54"/>
                  </a:cubicBezTo>
                  <a:cubicBezTo>
                    <a:pt x="242" y="54"/>
                    <a:pt x="243" y="54"/>
                    <a:pt x="243" y="54"/>
                  </a:cubicBezTo>
                  <a:lnTo>
                    <a:pt x="234" y="5"/>
                  </a:lnTo>
                  <a:close/>
                  <a:moveTo>
                    <a:pt x="181" y="21"/>
                  </a:moveTo>
                  <a:cubicBezTo>
                    <a:pt x="180" y="22"/>
                    <a:pt x="179" y="22"/>
                    <a:pt x="179" y="22"/>
                  </a:cubicBezTo>
                  <a:cubicBezTo>
                    <a:pt x="179" y="22"/>
                    <a:pt x="179" y="22"/>
                    <a:pt x="179" y="22"/>
                  </a:cubicBezTo>
                  <a:cubicBezTo>
                    <a:pt x="179" y="22"/>
                    <a:pt x="179" y="22"/>
                    <a:pt x="179" y="22"/>
                  </a:cubicBezTo>
                  <a:cubicBezTo>
                    <a:pt x="179" y="22"/>
                    <a:pt x="179" y="22"/>
                    <a:pt x="179" y="22"/>
                  </a:cubicBezTo>
                  <a:cubicBezTo>
                    <a:pt x="179" y="22"/>
                    <a:pt x="179" y="22"/>
                    <a:pt x="179" y="22"/>
                  </a:cubicBezTo>
                  <a:cubicBezTo>
                    <a:pt x="178" y="22"/>
                    <a:pt x="178" y="22"/>
                    <a:pt x="178" y="22"/>
                  </a:cubicBezTo>
                  <a:cubicBezTo>
                    <a:pt x="197" y="68"/>
                    <a:pt x="197" y="68"/>
                    <a:pt x="197" y="68"/>
                  </a:cubicBezTo>
                  <a:cubicBezTo>
                    <a:pt x="198" y="67"/>
                    <a:pt x="198" y="67"/>
                    <a:pt x="199" y="67"/>
                  </a:cubicBezTo>
                  <a:lnTo>
                    <a:pt x="181" y="21"/>
                  </a:lnTo>
                  <a:close/>
                  <a:moveTo>
                    <a:pt x="131" y="47"/>
                  </a:moveTo>
                  <a:cubicBezTo>
                    <a:pt x="131" y="47"/>
                    <a:pt x="130" y="48"/>
                    <a:pt x="130" y="48"/>
                  </a:cubicBezTo>
                  <a:cubicBezTo>
                    <a:pt x="130" y="48"/>
                    <a:pt x="130" y="48"/>
                    <a:pt x="130" y="48"/>
                  </a:cubicBezTo>
                  <a:cubicBezTo>
                    <a:pt x="130" y="48"/>
                    <a:pt x="130" y="48"/>
                    <a:pt x="130" y="48"/>
                  </a:cubicBezTo>
                  <a:cubicBezTo>
                    <a:pt x="130" y="48"/>
                    <a:pt x="130" y="48"/>
                    <a:pt x="130" y="48"/>
                  </a:cubicBezTo>
                  <a:cubicBezTo>
                    <a:pt x="130" y="48"/>
                    <a:pt x="130" y="48"/>
                    <a:pt x="130" y="48"/>
                  </a:cubicBezTo>
                  <a:cubicBezTo>
                    <a:pt x="129" y="48"/>
                    <a:pt x="129" y="48"/>
                    <a:pt x="129" y="48"/>
                  </a:cubicBezTo>
                  <a:cubicBezTo>
                    <a:pt x="129" y="48"/>
                    <a:pt x="129" y="48"/>
                    <a:pt x="129" y="48"/>
                  </a:cubicBezTo>
                  <a:cubicBezTo>
                    <a:pt x="129" y="49"/>
                    <a:pt x="129" y="49"/>
                    <a:pt x="129" y="49"/>
                  </a:cubicBezTo>
                  <a:cubicBezTo>
                    <a:pt x="156" y="90"/>
                    <a:pt x="156" y="90"/>
                    <a:pt x="156" y="90"/>
                  </a:cubicBezTo>
                  <a:cubicBezTo>
                    <a:pt x="157" y="89"/>
                    <a:pt x="157" y="89"/>
                    <a:pt x="158" y="88"/>
                  </a:cubicBezTo>
                  <a:lnTo>
                    <a:pt x="131" y="47"/>
                  </a:lnTo>
                  <a:close/>
                  <a:moveTo>
                    <a:pt x="88" y="82"/>
                  </a:moveTo>
                  <a:cubicBezTo>
                    <a:pt x="87" y="82"/>
                    <a:pt x="87" y="83"/>
                    <a:pt x="87" y="83"/>
                  </a:cubicBezTo>
                  <a:cubicBezTo>
                    <a:pt x="87" y="83"/>
                    <a:pt x="87" y="83"/>
                    <a:pt x="87" y="83"/>
                  </a:cubicBezTo>
                  <a:cubicBezTo>
                    <a:pt x="86" y="83"/>
                    <a:pt x="86" y="83"/>
                    <a:pt x="86" y="83"/>
                  </a:cubicBezTo>
                  <a:cubicBezTo>
                    <a:pt x="86" y="83"/>
                    <a:pt x="86" y="83"/>
                    <a:pt x="86" y="83"/>
                  </a:cubicBezTo>
                  <a:cubicBezTo>
                    <a:pt x="86" y="83"/>
                    <a:pt x="86" y="83"/>
                    <a:pt x="86" y="83"/>
                  </a:cubicBezTo>
                  <a:cubicBezTo>
                    <a:pt x="86" y="84"/>
                    <a:pt x="86" y="84"/>
                    <a:pt x="86" y="84"/>
                  </a:cubicBezTo>
                  <a:cubicBezTo>
                    <a:pt x="120" y="119"/>
                    <a:pt x="120" y="119"/>
                    <a:pt x="120" y="119"/>
                  </a:cubicBezTo>
                  <a:cubicBezTo>
                    <a:pt x="121" y="118"/>
                    <a:pt x="121" y="118"/>
                    <a:pt x="122" y="117"/>
                  </a:cubicBezTo>
                  <a:lnTo>
                    <a:pt x="88" y="82"/>
                  </a:lnTo>
                  <a:close/>
                  <a:moveTo>
                    <a:pt x="52" y="125"/>
                  </a:moveTo>
                  <a:cubicBezTo>
                    <a:pt x="51" y="125"/>
                    <a:pt x="51" y="125"/>
                    <a:pt x="51" y="125"/>
                  </a:cubicBezTo>
                  <a:cubicBezTo>
                    <a:pt x="51" y="125"/>
                    <a:pt x="51" y="125"/>
                    <a:pt x="51" y="125"/>
                  </a:cubicBezTo>
                  <a:cubicBezTo>
                    <a:pt x="51" y="125"/>
                    <a:pt x="51" y="125"/>
                    <a:pt x="51" y="125"/>
                  </a:cubicBezTo>
                  <a:cubicBezTo>
                    <a:pt x="51" y="125"/>
                    <a:pt x="51" y="125"/>
                    <a:pt x="51" y="125"/>
                  </a:cubicBezTo>
                  <a:cubicBezTo>
                    <a:pt x="51" y="125"/>
                    <a:pt x="51" y="125"/>
                    <a:pt x="51" y="125"/>
                  </a:cubicBezTo>
                  <a:cubicBezTo>
                    <a:pt x="51" y="126"/>
                    <a:pt x="51" y="126"/>
                    <a:pt x="51" y="126"/>
                  </a:cubicBezTo>
                  <a:cubicBezTo>
                    <a:pt x="51" y="126"/>
                    <a:pt x="51" y="126"/>
                    <a:pt x="51" y="126"/>
                  </a:cubicBezTo>
                  <a:cubicBezTo>
                    <a:pt x="51" y="126"/>
                    <a:pt x="51" y="126"/>
                    <a:pt x="51" y="126"/>
                  </a:cubicBezTo>
                  <a:cubicBezTo>
                    <a:pt x="51" y="126"/>
                    <a:pt x="51" y="126"/>
                    <a:pt x="51" y="126"/>
                  </a:cubicBezTo>
                  <a:cubicBezTo>
                    <a:pt x="51" y="126"/>
                    <a:pt x="51" y="126"/>
                    <a:pt x="51" y="126"/>
                  </a:cubicBezTo>
                  <a:cubicBezTo>
                    <a:pt x="51" y="126"/>
                    <a:pt x="51" y="126"/>
                    <a:pt x="51" y="126"/>
                  </a:cubicBezTo>
                  <a:cubicBezTo>
                    <a:pt x="51" y="126"/>
                    <a:pt x="51" y="126"/>
                    <a:pt x="51" y="126"/>
                  </a:cubicBezTo>
                  <a:cubicBezTo>
                    <a:pt x="51" y="126"/>
                    <a:pt x="51" y="126"/>
                    <a:pt x="51" y="126"/>
                  </a:cubicBezTo>
                  <a:cubicBezTo>
                    <a:pt x="51" y="126"/>
                    <a:pt x="51" y="126"/>
                    <a:pt x="51" y="126"/>
                  </a:cubicBezTo>
                  <a:cubicBezTo>
                    <a:pt x="50" y="127"/>
                    <a:pt x="50" y="127"/>
                    <a:pt x="50" y="127"/>
                  </a:cubicBezTo>
                  <a:cubicBezTo>
                    <a:pt x="91" y="155"/>
                    <a:pt x="91" y="155"/>
                    <a:pt x="91" y="155"/>
                  </a:cubicBezTo>
                  <a:cubicBezTo>
                    <a:pt x="91" y="154"/>
                    <a:pt x="92" y="153"/>
                    <a:pt x="92" y="153"/>
                  </a:cubicBezTo>
                  <a:lnTo>
                    <a:pt x="52" y="125"/>
                  </a:lnTo>
                  <a:close/>
                  <a:moveTo>
                    <a:pt x="24" y="173"/>
                  </a:moveTo>
                  <a:cubicBezTo>
                    <a:pt x="24" y="173"/>
                    <a:pt x="24" y="173"/>
                    <a:pt x="24" y="173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4" y="174"/>
                    <a:pt x="24" y="175"/>
                    <a:pt x="23" y="176"/>
                  </a:cubicBezTo>
                  <a:cubicBezTo>
                    <a:pt x="23" y="176"/>
                    <a:pt x="23" y="176"/>
                    <a:pt x="23" y="176"/>
                  </a:cubicBezTo>
                  <a:cubicBezTo>
                    <a:pt x="23" y="176"/>
                    <a:pt x="23" y="176"/>
                    <a:pt x="23" y="176"/>
                  </a:cubicBezTo>
                  <a:cubicBezTo>
                    <a:pt x="23" y="176"/>
                    <a:pt x="23" y="176"/>
                    <a:pt x="23" y="176"/>
                  </a:cubicBezTo>
                  <a:cubicBezTo>
                    <a:pt x="23" y="176"/>
                    <a:pt x="23" y="176"/>
                    <a:pt x="23" y="176"/>
                  </a:cubicBezTo>
                  <a:cubicBezTo>
                    <a:pt x="68" y="195"/>
                    <a:pt x="68" y="195"/>
                    <a:pt x="68" y="195"/>
                  </a:cubicBezTo>
                  <a:cubicBezTo>
                    <a:pt x="69" y="194"/>
                    <a:pt x="69" y="194"/>
                    <a:pt x="69" y="193"/>
                  </a:cubicBezTo>
                  <a:lnTo>
                    <a:pt x="24" y="173"/>
                  </a:lnTo>
                  <a:close/>
                  <a:moveTo>
                    <a:pt x="7" y="226"/>
                  </a:moveTo>
                  <a:cubicBezTo>
                    <a:pt x="7" y="227"/>
                    <a:pt x="7" y="227"/>
                    <a:pt x="7" y="228"/>
                  </a:cubicBezTo>
                  <a:cubicBezTo>
                    <a:pt x="7" y="228"/>
                    <a:pt x="7" y="228"/>
                    <a:pt x="7" y="228"/>
                  </a:cubicBezTo>
                  <a:cubicBezTo>
                    <a:pt x="7" y="228"/>
                    <a:pt x="7" y="228"/>
                    <a:pt x="7" y="228"/>
                  </a:cubicBezTo>
                  <a:cubicBezTo>
                    <a:pt x="6" y="229"/>
                    <a:pt x="6" y="229"/>
                    <a:pt x="6" y="229"/>
                  </a:cubicBezTo>
                  <a:cubicBezTo>
                    <a:pt x="54" y="239"/>
                    <a:pt x="54" y="239"/>
                    <a:pt x="54" y="239"/>
                  </a:cubicBezTo>
                  <a:cubicBezTo>
                    <a:pt x="55" y="238"/>
                    <a:pt x="55" y="238"/>
                    <a:pt x="55" y="237"/>
                  </a:cubicBezTo>
                  <a:cubicBezTo>
                    <a:pt x="7" y="226"/>
                    <a:pt x="7" y="226"/>
                    <a:pt x="7" y="226"/>
                  </a:cubicBezTo>
                  <a:close/>
                  <a:moveTo>
                    <a:pt x="0" y="281"/>
                  </a:moveTo>
                  <a:cubicBezTo>
                    <a:pt x="0" y="281"/>
                    <a:pt x="0" y="281"/>
                    <a:pt x="0" y="281"/>
                  </a:cubicBezTo>
                  <a:cubicBezTo>
                    <a:pt x="0" y="282"/>
                    <a:pt x="0" y="282"/>
                    <a:pt x="0" y="282"/>
                  </a:cubicBezTo>
                  <a:cubicBezTo>
                    <a:pt x="0" y="282"/>
                    <a:pt x="0" y="282"/>
                    <a:pt x="0" y="282"/>
                  </a:cubicBezTo>
                  <a:cubicBezTo>
                    <a:pt x="0" y="282"/>
                    <a:pt x="0" y="282"/>
                    <a:pt x="0" y="282"/>
                  </a:cubicBezTo>
                  <a:cubicBezTo>
                    <a:pt x="0" y="282"/>
                    <a:pt x="0" y="282"/>
                    <a:pt x="0" y="282"/>
                  </a:cubicBezTo>
                  <a:cubicBezTo>
                    <a:pt x="0" y="282"/>
                    <a:pt x="0" y="282"/>
                    <a:pt x="0" y="282"/>
                  </a:cubicBezTo>
                  <a:cubicBezTo>
                    <a:pt x="0" y="283"/>
                    <a:pt x="0" y="283"/>
                    <a:pt x="0" y="283"/>
                  </a:cubicBezTo>
                  <a:cubicBezTo>
                    <a:pt x="0" y="283"/>
                    <a:pt x="0" y="283"/>
                    <a:pt x="0" y="283"/>
                  </a:cubicBezTo>
                  <a:cubicBezTo>
                    <a:pt x="0" y="283"/>
                    <a:pt x="0" y="283"/>
                    <a:pt x="0" y="283"/>
                  </a:cubicBezTo>
                  <a:cubicBezTo>
                    <a:pt x="0" y="283"/>
                    <a:pt x="0" y="283"/>
                    <a:pt x="0" y="283"/>
                  </a:cubicBezTo>
                  <a:cubicBezTo>
                    <a:pt x="0" y="283"/>
                    <a:pt x="0" y="283"/>
                    <a:pt x="0" y="283"/>
                  </a:cubicBezTo>
                  <a:cubicBezTo>
                    <a:pt x="0" y="283"/>
                    <a:pt x="0" y="283"/>
                    <a:pt x="0" y="283"/>
                  </a:cubicBezTo>
                  <a:cubicBezTo>
                    <a:pt x="0" y="283"/>
                    <a:pt x="0" y="283"/>
                    <a:pt x="0" y="283"/>
                  </a:cubicBezTo>
                  <a:cubicBezTo>
                    <a:pt x="0" y="283"/>
                    <a:pt x="0" y="283"/>
                    <a:pt x="0" y="283"/>
                  </a:cubicBezTo>
                  <a:cubicBezTo>
                    <a:pt x="0" y="284"/>
                    <a:pt x="0" y="284"/>
                    <a:pt x="0" y="284"/>
                  </a:cubicBezTo>
                  <a:cubicBezTo>
                    <a:pt x="0" y="284"/>
                    <a:pt x="0" y="284"/>
                    <a:pt x="0" y="284"/>
                  </a:cubicBezTo>
                  <a:cubicBezTo>
                    <a:pt x="0" y="284"/>
                    <a:pt x="0" y="284"/>
                    <a:pt x="0" y="284"/>
                  </a:cubicBezTo>
                  <a:cubicBezTo>
                    <a:pt x="0" y="284"/>
                    <a:pt x="0" y="284"/>
                    <a:pt x="0" y="284"/>
                  </a:cubicBezTo>
                  <a:cubicBezTo>
                    <a:pt x="0" y="284"/>
                    <a:pt x="0" y="284"/>
                    <a:pt x="0" y="284"/>
                  </a:cubicBezTo>
                  <a:cubicBezTo>
                    <a:pt x="0" y="284"/>
                    <a:pt x="0" y="284"/>
                    <a:pt x="0" y="284"/>
                  </a:cubicBezTo>
                  <a:cubicBezTo>
                    <a:pt x="49" y="285"/>
                    <a:pt x="49" y="285"/>
                    <a:pt x="49" y="285"/>
                  </a:cubicBezTo>
                  <a:cubicBezTo>
                    <a:pt x="49" y="284"/>
                    <a:pt x="49" y="284"/>
                    <a:pt x="49" y="283"/>
                  </a:cubicBezTo>
                  <a:lnTo>
                    <a:pt x="0" y="281"/>
                  </a:lnTo>
                  <a:close/>
                  <a:moveTo>
                    <a:pt x="52" y="329"/>
                  </a:moveTo>
                  <a:cubicBezTo>
                    <a:pt x="4" y="337"/>
                    <a:pt x="4" y="337"/>
                    <a:pt x="4" y="337"/>
                  </a:cubicBezTo>
                  <a:cubicBezTo>
                    <a:pt x="4" y="338"/>
                    <a:pt x="4" y="338"/>
                    <a:pt x="4" y="338"/>
                  </a:cubicBezTo>
                  <a:cubicBezTo>
                    <a:pt x="4" y="338"/>
                    <a:pt x="4" y="338"/>
                    <a:pt x="4" y="338"/>
                  </a:cubicBezTo>
                  <a:cubicBezTo>
                    <a:pt x="4" y="339"/>
                    <a:pt x="4" y="339"/>
                    <a:pt x="4" y="340"/>
                  </a:cubicBezTo>
                  <a:cubicBezTo>
                    <a:pt x="4" y="340"/>
                    <a:pt x="4" y="340"/>
                    <a:pt x="4" y="340"/>
                  </a:cubicBezTo>
                  <a:cubicBezTo>
                    <a:pt x="4" y="340"/>
                    <a:pt x="4" y="340"/>
                    <a:pt x="4" y="340"/>
                  </a:cubicBezTo>
                  <a:cubicBezTo>
                    <a:pt x="53" y="331"/>
                    <a:pt x="53" y="331"/>
                    <a:pt x="53" y="331"/>
                  </a:cubicBezTo>
                  <a:cubicBezTo>
                    <a:pt x="53" y="331"/>
                    <a:pt x="52" y="330"/>
                    <a:pt x="52" y="329"/>
                  </a:cubicBezTo>
                  <a:close/>
                  <a:moveTo>
                    <a:pt x="64" y="374"/>
                  </a:moveTo>
                  <a:cubicBezTo>
                    <a:pt x="18" y="391"/>
                    <a:pt x="18" y="391"/>
                    <a:pt x="18" y="391"/>
                  </a:cubicBezTo>
                  <a:cubicBezTo>
                    <a:pt x="19" y="392"/>
                    <a:pt x="19" y="393"/>
                    <a:pt x="19" y="394"/>
                  </a:cubicBezTo>
                  <a:cubicBezTo>
                    <a:pt x="65" y="376"/>
                    <a:pt x="65" y="376"/>
                    <a:pt x="65" y="376"/>
                  </a:cubicBezTo>
                  <a:cubicBezTo>
                    <a:pt x="65" y="375"/>
                    <a:pt x="64" y="374"/>
                    <a:pt x="64" y="374"/>
                  </a:cubicBezTo>
                  <a:close/>
                  <a:moveTo>
                    <a:pt x="84" y="415"/>
                  </a:moveTo>
                  <a:cubicBezTo>
                    <a:pt x="43" y="441"/>
                    <a:pt x="43" y="441"/>
                    <a:pt x="43" y="441"/>
                  </a:cubicBezTo>
                  <a:cubicBezTo>
                    <a:pt x="43" y="441"/>
                    <a:pt x="43" y="442"/>
                    <a:pt x="44" y="442"/>
                  </a:cubicBezTo>
                  <a:cubicBezTo>
                    <a:pt x="44" y="443"/>
                    <a:pt x="44" y="443"/>
                    <a:pt x="44" y="443"/>
                  </a:cubicBezTo>
                  <a:cubicBezTo>
                    <a:pt x="44" y="443"/>
                    <a:pt x="44" y="443"/>
                    <a:pt x="44" y="443"/>
                  </a:cubicBezTo>
                  <a:cubicBezTo>
                    <a:pt x="44" y="443"/>
                    <a:pt x="44" y="443"/>
                    <a:pt x="44" y="443"/>
                  </a:cubicBezTo>
                  <a:cubicBezTo>
                    <a:pt x="44" y="443"/>
                    <a:pt x="44" y="443"/>
                    <a:pt x="44" y="443"/>
                  </a:cubicBezTo>
                  <a:cubicBezTo>
                    <a:pt x="44" y="443"/>
                    <a:pt x="44" y="443"/>
                    <a:pt x="44" y="443"/>
                  </a:cubicBezTo>
                  <a:cubicBezTo>
                    <a:pt x="44" y="443"/>
                    <a:pt x="44" y="443"/>
                    <a:pt x="44" y="443"/>
                  </a:cubicBezTo>
                  <a:cubicBezTo>
                    <a:pt x="44" y="443"/>
                    <a:pt x="44" y="443"/>
                    <a:pt x="44" y="443"/>
                  </a:cubicBezTo>
                  <a:cubicBezTo>
                    <a:pt x="86" y="417"/>
                    <a:pt x="86" y="417"/>
                    <a:pt x="86" y="417"/>
                  </a:cubicBezTo>
                  <a:cubicBezTo>
                    <a:pt x="85" y="417"/>
                    <a:pt x="85" y="416"/>
                    <a:pt x="84" y="415"/>
                  </a:cubicBezTo>
                  <a:close/>
                  <a:moveTo>
                    <a:pt x="112" y="452"/>
                  </a:moveTo>
                  <a:cubicBezTo>
                    <a:pt x="76" y="485"/>
                    <a:pt x="76" y="485"/>
                    <a:pt x="76" y="485"/>
                  </a:cubicBezTo>
                  <a:cubicBezTo>
                    <a:pt x="77" y="486"/>
                    <a:pt x="77" y="486"/>
                    <a:pt x="77" y="486"/>
                  </a:cubicBezTo>
                  <a:cubicBezTo>
                    <a:pt x="77" y="486"/>
                    <a:pt x="77" y="486"/>
                    <a:pt x="77" y="486"/>
                  </a:cubicBezTo>
                  <a:cubicBezTo>
                    <a:pt x="77" y="486"/>
                    <a:pt x="77" y="486"/>
                    <a:pt x="77" y="486"/>
                  </a:cubicBezTo>
                  <a:cubicBezTo>
                    <a:pt x="77" y="486"/>
                    <a:pt x="77" y="486"/>
                    <a:pt x="77" y="486"/>
                  </a:cubicBezTo>
                  <a:cubicBezTo>
                    <a:pt x="77" y="486"/>
                    <a:pt x="77" y="486"/>
                    <a:pt x="77" y="486"/>
                  </a:cubicBezTo>
                  <a:cubicBezTo>
                    <a:pt x="77" y="487"/>
                    <a:pt x="78" y="487"/>
                    <a:pt x="78" y="487"/>
                  </a:cubicBezTo>
                  <a:cubicBezTo>
                    <a:pt x="78" y="487"/>
                    <a:pt x="78" y="487"/>
                    <a:pt x="78" y="487"/>
                  </a:cubicBezTo>
                  <a:cubicBezTo>
                    <a:pt x="78" y="487"/>
                    <a:pt x="78" y="487"/>
                    <a:pt x="78" y="487"/>
                  </a:cubicBezTo>
                  <a:cubicBezTo>
                    <a:pt x="78" y="488"/>
                    <a:pt x="78" y="488"/>
                    <a:pt x="78" y="488"/>
                  </a:cubicBezTo>
                  <a:cubicBezTo>
                    <a:pt x="78" y="488"/>
                    <a:pt x="78" y="488"/>
                    <a:pt x="78" y="488"/>
                  </a:cubicBezTo>
                  <a:cubicBezTo>
                    <a:pt x="114" y="454"/>
                    <a:pt x="114" y="454"/>
                    <a:pt x="114" y="454"/>
                  </a:cubicBezTo>
                  <a:cubicBezTo>
                    <a:pt x="113" y="453"/>
                    <a:pt x="113" y="453"/>
                    <a:pt x="112" y="452"/>
                  </a:cubicBezTo>
                  <a:close/>
                  <a:moveTo>
                    <a:pt x="147" y="483"/>
                  </a:moveTo>
                  <a:cubicBezTo>
                    <a:pt x="118" y="523"/>
                    <a:pt x="118" y="523"/>
                    <a:pt x="118" y="523"/>
                  </a:cubicBezTo>
                  <a:cubicBezTo>
                    <a:pt x="119" y="523"/>
                    <a:pt x="119" y="523"/>
                    <a:pt x="119" y="523"/>
                  </a:cubicBezTo>
                  <a:cubicBezTo>
                    <a:pt x="119" y="523"/>
                    <a:pt x="119" y="523"/>
                    <a:pt x="119" y="523"/>
                  </a:cubicBezTo>
                  <a:cubicBezTo>
                    <a:pt x="119" y="523"/>
                    <a:pt x="119" y="523"/>
                    <a:pt x="119" y="523"/>
                  </a:cubicBezTo>
                  <a:cubicBezTo>
                    <a:pt x="119" y="524"/>
                    <a:pt x="119" y="524"/>
                    <a:pt x="119" y="524"/>
                  </a:cubicBezTo>
                  <a:cubicBezTo>
                    <a:pt x="119" y="524"/>
                    <a:pt x="119" y="524"/>
                    <a:pt x="119" y="524"/>
                  </a:cubicBezTo>
                  <a:cubicBezTo>
                    <a:pt x="120" y="524"/>
                    <a:pt x="120" y="524"/>
                    <a:pt x="120" y="524"/>
                  </a:cubicBezTo>
                  <a:cubicBezTo>
                    <a:pt x="120" y="524"/>
                    <a:pt x="120" y="524"/>
                    <a:pt x="120" y="524"/>
                  </a:cubicBezTo>
                  <a:cubicBezTo>
                    <a:pt x="149" y="485"/>
                    <a:pt x="149" y="485"/>
                    <a:pt x="149" y="485"/>
                  </a:cubicBezTo>
                  <a:cubicBezTo>
                    <a:pt x="148" y="484"/>
                    <a:pt x="147" y="484"/>
                    <a:pt x="147" y="483"/>
                  </a:cubicBezTo>
                  <a:close/>
                  <a:moveTo>
                    <a:pt x="187" y="507"/>
                  </a:moveTo>
                  <a:cubicBezTo>
                    <a:pt x="165" y="551"/>
                    <a:pt x="165" y="551"/>
                    <a:pt x="165" y="551"/>
                  </a:cubicBezTo>
                  <a:cubicBezTo>
                    <a:pt x="166" y="552"/>
                    <a:pt x="167" y="552"/>
                    <a:pt x="167" y="552"/>
                  </a:cubicBezTo>
                  <a:cubicBezTo>
                    <a:pt x="167" y="552"/>
                    <a:pt x="167" y="552"/>
                    <a:pt x="167" y="552"/>
                  </a:cubicBezTo>
                  <a:cubicBezTo>
                    <a:pt x="168" y="552"/>
                    <a:pt x="168" y="552"/>
                    <a:pt x="168" y="552"/>
                  </a:cubicBezTo>
                  <a:cubicBezTo>
                    <a:pt x="168" y="552"/>
                    <a:pt x="168" y="552"/>
                    <a:pt x="168" y="552"/>
                  </a:cubicBezTo>
                  <a:cubicBezTo>
                    <a:pt x="168" y="552"/>
                    <a:pt x="168" y="552"/>
                    <a:pt x="168" y="552"/>
                  </a:cubicBezTo>
                  <a:cubicBezTo>
                    <a:pt x="168" y="553"/>
                    <a:pt x="168" y="553"/>
                    <a:pt x="168" y="553"/>
                  </a:cubicBezTo>
                  <a:cubicBezTo>
                    <a:pt x="189" y="508"/>
                    <a:pt x="189" y="508"/>
                    <a:pt x="189" y="508"/>
                  </a:cubicBezTo>
                  <a:cubicBezTo>
                    <a:pt x="188" y="508"/>
                    <a:pt x="187" y="507"/>
                    <a:pt x="187" y="507"/>
                  </a:cubicBezTo>
                  <a:close/>
                  <a:moveTo>
                    <a:pt x="230" y="523"/>
                  </a:moveTo>
                  <a:cubicBezTo>
                    <a:pt x="218" y="570"/>
                    <a:pt x="218" y="570"/>
                    <a:pt x="218" y="570"/>
                  </a:cubicBezTo>
                  <a:cubicBezTo>
                    <a:pt x="218" y="570"/>
                    <a:pt x="218" y="570"/>
                    <a:pt x="218" y="570"/>
                  </a:cubicBezTo>
                  <a:cubicBezTo>
                    <a:pt x="218" y="570"/>
                    <a:pt x="218" y="570"/>
                    <a:pt x="218" y="570"/>
                  </a:cubicBezTo>
                  <a:cubicBezTo>
                    <a:pt x="218" y="570"/>
                    <a:pt x="218" y="570"/>
                    <a:pt x="218" y="570"/>
                  </a:cubicBezTo>
                  <a:cubicBezTo>
                    <a:pt x="218" y="570"/>
                    <a:pt x="218" y="570"/>
                    <a:pt x="218" y="570"/>
                  </a:cubicBezTo>
                  <a:cubicBezTo>
                    <a:pt x="218" y="570"/>
                    <a:pt x="218" y="570"/>
                    <a:pt x="218" y="570"/>
                  </a:cubicBezTo>
                  <a:cubicBezTo>
                    <a:pt x="219" y="570"/>
                    <a:pt x="219" y="570"/>
                    <a:pt x="219" y="570"/>
                  </a:cubicBezTo>
                  <a:cubicBezTo>
                    <a:pt x="219" y="570"/>
                    <a:pt x="219" y="570"/>
                    <a:pt x="219" y="570"/>
                  </a:cubicBezTo>
                  <a:cubicBezTo>
                    <a:pt x="219" y="570"/>
                    <a:pt x="219" y="570"/>
                    <a:pt x="219" y="570"/>
                  </a:cubicBezTo>
                  <a:cubicBezTo>
                    <a:pt x="219" y="570"/>
                    <a:pt x="219" y="570"/>
                    <a:pt x="219" y="570"/>
                  </a:cubicBezTo>
                  <a:cubicBezTo>
                    <a:pt x="219" y="571"/>
                    <a:pt x="219" y="571"/>
                    <a:pt x="219" y="571"/>
                  </a:cubicBezTo>
                  <a:cubicBezTo>
                    <a:pt x="219" y="571"/>
                    <a:pt x="219" y="571"/>
                    <a:pt x="219" y="571"/>
                  </a:cubicBezTo>
                  <a:cubicBezTo>
                    <a:pt x="219" y="571"/>
                    <a:pt x="219" y="571"/>
                    <a:pt x="219" y="571"/>
                  </a:cubicBezTo>
                  <a:cubicBezTo>
                    <a:pt x="220" y="571"/>
                    <a:pt x="220" y="571"/>
                    <a:pt x="221" y="571"/>
                  </a:cubicBezTo>
                  <a:cubicBezTo>
                    <a:pt x="232" y="523"/>
                    <a:pt x="232" y="523"/>
                    <a:pt x="232" y="523"/>
                  </a:cubicBezTo>
                  <a:cubicBezTo>
                    <a:pt x="232" y="523"/>
                    <a:pt x="231" y="523"/>
                    <a:pt x="230" y="523"/>
                  </a:cubicBezTo>
                  <a:close/>
                  <a:moveTo>
                    <a:pt x="276" y="530"/>
                  </a:moveTo>
                  <a:cubicBezTo>
                    <a:pt x="273" y="579"/>
                    <a:pt x="273" y="579"/>
                    <a:pt x="273" y="579"/>
                  </a:cubicBezTo>
                  <a:cubicBezTo>
                    <a:pt x="273" y="579"/>
                    <a:pt x="273" y="579"/>
                    <a:pt x="273" y="579"/>
                  </a:cubicBezTo>
                  <a:cubicBezTo>
                    <a:pt x="273" y="579"/>
                    <a:pt x="273" y="579"/>
                    <a:pt x="273" y="579"/>
                  </a:cubicBezTo>
                  <a:cubicBezTo>
                    <a:pt x="274" y="579"/>
                    <a:pt x="274" y="579"/>
                    <a:pt x="274" y="579"/>
                  </a:cubicBezTo>
                  <a:cubicBezTo>
                    <a:pt x="274" y="579"/>
                    <a:pt x="274" y="579"/>
                    <a:pt x="274" y="579"/>
                  </a:cubicBezTo>
                  <a:cubicBezTo>
                    <a:pt x="274" y="579"/>
                    <a:pt x="274" y="579"/>
                    <a:pt x="274" y="579"/>
                  </a:cubicBezTo>
                  <a:cubicBezTo>
                    <a:pt x="274" y="579"/>
                    <a:pt x="275" y="579"/>
                    <a:pt x="276" y="579"/>
                  </a:cubicBezTo>
                  <a:cubicBezTo>
                    <a:pt x="278" y="530"/>
                    <a:pt x="278" y="530"/>
                    <a:pt x="278" y="530"/>
                  </a:cubicBezTo>
                  <a:cubicBezTo>
                    <a:pt x="277" y="530"/>
                    <a:pt x="277" y="530"/>
                    <a:pt x="276" y="530"/>
                  </a:cubicBezTo>
                  <a:close/>
                  <a:moveTo>
                    <a:pt x="325" y="528"/>
                  </a:moveTo>
                  <a:cubicBezTo>
                    <a:pt x="324" y="528"/>
                    <a:pt x="323" y="528"/>
                    <a:pt x="322" y="528"/>
                  </a:cubicBezTo>
                  <a:cubicBezTo>
                    <a:pt x="329" y="577"/>
                    <a:pt x="329" y="577"/>
                    <a:pt x="329" y="577"/>
                  </a:cubicBezTo>
                  <a:cubicBezTo>
                    <a:pt x="329" y="577"/>
                    <a:pt x="329" y="577"/>
                    <a:pt x="329" y="577"/>
                  </a:cubicBezTo>
                  <a:cubicBezTo>
                    <a:pt x="330" y="576"/>
                    <a:pt x="331" y="576"/>
                    <a:pt x="332" y="576"/>
                  </a:cubicBezTo>
                  <a:lnTo>
                    <a:pt x="325" y="528"/>
                  </a:lnTo>
                  <a:close/>
                  <a:moveTo>
                    <a:pt x="369" y="516"/>
                  </a:moveTo>
                  <a:cubicBezTo>
                    <a:pt x="369" y="517"/>
                    <a:pt x="368" y="517"/>
                    <a:pt x="367" y="517"/>
                  </a:cubicBezTo>
                  <a:cubicBezTo>
                    <a:pt x="383" y="564"/>
                    <a:pt x="383" y="564"/>
                    <a:pt x="383" y="564"/>
                  </a:cubicBezTo>
                  <a:cubicBezTo>
                    <a:pt x="384" y="563"/>
                    <a:pt x="384" y="563"/>
                    <a:pt x="384" y="563"/>
                  </a:cubicBezTo>
                  <a:cubicBezTo>
                    <a:pt x="384" y="563"/>
                    <a:pt x="384" y="563"/>
                    <a:pt x="384" y="563"/>
                  </a:cubicBezTo>
                  <a:cubicBezTo>
                    <a:pt x="384" y="563"/>
                    <a:pt x="384" y="563"/>
                    <a:pt x="384" y="563"/>
                  </a:cubicBezTo>
                  <a:cubicBezTo>
                    <a:pt x="385" y="563"/>
                    <a:pt x="385" y="563"/>
                    <a:pt x="386" y="563"/>
                  </a:cubicBezTo>
                  <a:lnTo>
                    <a:pt x="369" y="516"/>
                  </a:lnTo>
                  <a:close/>
                  <a:moveTo>
                    <a:pt x="411" y="497"/>
                  </a:moveTo>
                  <a:cubicBezTo>
                    <a:pt x="411" y="497"/>
                    <a:pt x="410" y="498"/>
                    <a:pt x="409" y="498"/>
                  </a:cubicBezTo>
                  <a:cubicBezTo>
                    <a:pt x="434" y="541"/>
                    <a:pt x="434" y="541"/>
                    <a:pt x="434" y="541"/>
                  </a:cubicBezTo>
                  <a:cubicBezTo>
                    <a:pt x="434" y="541"/>
                    <a:pt x="434" y="541"/>
                    <a:pt x="434" y="541"/>
                  </a:cubicBezTo>
                  <a:cubicBezTo>
                    <a:pt x="434" y="541"/>
                    <a:pt x="434" y="541"/>
                    <a:pt x="434" y="541"/>
                  </a:cubicBezTo>
                  <a:cubicBezTo>
                    <a:pt x="434" y="541"/>
                    <a:pt x="434" y="541"/>
                    <a:pt x="434" y="541"/>
                  </a:cubicBezTo>
                  <a:cubicBezTo>
                    <a:pt x="435" y="540"/>
                    <a:pt x="436" y="540"/>
                    <a:pt x="436" y="539"/>
                  </a:cubicBezTo>
                  <a:lnTo>
                    <a:pt x="411" y="497"/>
                  </a:lnTo>
                  <a:close/>
                  <a:moveTo>
                    <a:pt x="449" y="470"/>
                  </a:moveTo>
                  <a:cubicBezTo>
                    <a:pt x="448" y="470"/>
                    <a:pt x="448" y="471"/>
                    <a:pt x="447" y="471"/>
                  </a:cubicBezTo>
                  <a:cubicBezTo>
                    <a:pt x="479" y="508"/>
                    <a:pt x="479" y="508"/>
                    <a:pt x="479" y="508"/>
                  </a:cubicBezTo>
                  <a:cubicBezTo>
                    <a:pt x="480" y="508"/>
                    <a:pt x="480" y="508"/>
                    <a:pt x="480" y="508"/>
                  </a:cubicBezTo>
                  <a:cubicBezTo>
                    <a:pt x="480" y="507"/>
                    <a:pt x="480" y="507"/>
                    <a:pt x="480" y="507"/>
                  </a:cubicBezTo>
                  <a:cubicBezTo>
                    <a:pt x="480" y="507"/>
                    <a:pt x="480" y="507"/>
                    <a:pt x="480" y="507"/>
                  </a:cubicBezTo>
                  <a:cubicBezTo>
                    <a:pt x="481" y="507"/>
                    <a:pt x="481" y="507"/>
                    <a:pt x="481" y="507"/>
                  </a:cubicBezTo>
                  <a:lnTo>
                    <a:pt x="449" y="470"/>
                  </a:lnTo>
                  <a:close/>
                  <a:moveTo>
                    <a:pt x="480" y="436"/>
                  </a:moveTo>
                  <a:cubicBezTo>
                    <a:pt x="480" y="437"/>
                    <a:pt x="479" y="437"/>
                    <a:pt x="479" y="438"/>
                  </a:cubicBezTo>
                  <a:cubicBezTo>
                    <a:pt x="518" y="468"/>
                    <a:pt x="518" y="468"/>
                    <a:pt x="518" y="468"/>
                  </a:cubicBezTo>
                  <a:cubicBezTo>
                    <a:pt x="518" y="467"/>
                    <a:pt x="519" y="467"/>
                    <a:pt x="519" y="466"/>
                  </a:cubicBezTo>
                  <a:cubicBezTo>
                    <a:pt x="519" y="466"/>
                    <a:pt x="519" y="466"/>
                    <a:pt x="519" y="466"/>
                  </a:cubicBezTo>
                  <a:cubicBezTo>
                    <a:pt x="519" y="466"/>
                    <a:pt x="519" y="466"/>
                    <a:pt x="519" y="466"/>
                  </a:cubicBezTo>
                  <a:cubicBezTo>
                    <a:pt x="519" y="466"/>
                    <a:pt x="519" y="466"/>
                    <a:pt x="519" y="466"/>
                  </a:cubicBezTo>
                  <a:cubicBezTo>
                    <a:pt x="519" y="466"/>
                    <a:pt x="519" y="466"/>
                    <a:pt x="519" y="466"/>
                  </a:cubicBezTo>
                  <a:lnTo>
                    <a:pt x="480" y="436"/>
                  </a:lnTo>
                  <a:close/>
                  <a:moveTo>
                    <a:pt x="505" y="397"/>
                  </a:moveTo>
                  <a:cubicBezTo>
                    <a:pt x="505" y="397"/>
                    <a:pt x="504" y="398"/>
                    <a:pt x="504" y="399"/>
                  </a:cubicBezTo>
                  <a:cubicBezTo>
                    <a:pt x="548" y="421"/>
                    <a:pt x="548" y="421"/>
                    <a:pt x="548" y="421"/>
                  </a:cubicBezTo>
                  <a:cubicBezTo>
                    <a:pt x="548" y="421"/>
                    <a:pt x="548" y="420"/>
                    <a:pt x="548" y="420"/>
                  </a:cubicBezTo>
                  <a:cubicBezTo>
                    <a:pt x="548" y="420"/>
                    <a:pt x="548" y="420"/>
                    <a:pt x="548" y="420"/>
                  </a:cubicBezTo>
                  <a:cubicBezTo>
                    <a:pt x="548" y="419"/>
                    <a:pt x="548" y="419"/>
                    <a:pt x="548" y="419"/>
                  </a:cubicBezTo>
                  <a:cubicBezTo>
                    <a:pt x="548" y="419"/>
                    <a:pt x="548" y="419"/>
                    <a:pt x="548" y="419"/>
                  </a:cubicBezTo>
                  <a:cubicBezTo>
                    <a:pt x="548" y="419"/>
                    <a:pt x="548" y="419"/>
                    <a:pt x="548" y="419"/>
                  </a:cubicBezTo>
                  <a:cubicBezTo>
                    <a:pt x="549" y="418"/>
                    <a:pt x="549" y="418"/>
                    <a:pt x="549" y="418"/>
                  </a:cubicBezTo>
                  <a:lnTo>
                    <a:pt x="505" y="397"/>
                  </a:lnTo>
                  <a:close/>
                  <a:moveTo>
                    <a:pt x="521" y="353"/>
                  </a:moveTo>
                  <a:cubicBezTo>
                    <a:pt x="521" y="354"/>
                    <a:pt x="521" y="355"/>
                    <a:pt x="521" y="356"/>
                  </a:cubicBezTo>
                  <a:cubicBezTo>
                    <a:pt x="568" y="369"/>
                    <a:pt x="568" y="369"/>
                    <a:pt x="568" y="369"/>
                  </a:cubicBezTo>
                  <a:cubicBezTo>
                    <a:pt x="568" y="368"/>
                    <a:pt x="568" y="367"/>
                    <a:pt x="569" y="366"/>
                  </a:cubicBezTo>
                  <a:lnTo>
                    <a:pt x="521" y="353"/>
                  </a:lnTo>
                  <a:close/>
                  <a:moveTo>
                    <a:pt x="529" y="308"/>
                  </a:moveTo>
                  <a:cubicBezTo>
                    <a:pt x="529" y="309"/>
                    <a:pt x="529" y="309"/>
                    <a:pt x="529" y="310"/>
                  </a:cubicBezTo>
                  <a:cubicBezTo>
                    <a:pt x="578" y="314"/>
                    <a:pt x="578" y="314"/>
                    <a:pt x="578" y="314"/>
                  </a:cubicBezTo>
                  <a:cubicBezTo>
                    <a:pt x="578" y="314"/>
                    <a:pt x="578" y="314"/>
                    <a:pt x="578" y="314"/>
                  </a:cubicBezTo>
                  <a:cubicBezTo>
                    <a:pt x="578" y="314"/>
                    <a:pt x="578" y="314"/>
                    <a:pt x="578" y="314"/>
                  </a:cubicBezTo>
                  <a:cubicBezTo>
                    <a:pt x="578" y="314"/>
                    <a:pt x="578" y="314"/>
                    <a:pt x="578" y="314"/>
                  </a:cubicBezTo>
                  <a:cubicBezTo>
                    <a:pt x="578" y="314"/>
                    <a:pt x="578" y="314"/>
                    <a:pt x="578" y="314"/>
                  </a:cubicBezTo>
                  <a:cubicBezTo>
                    <a:pt x="578" y="314"/>
                    <a:pt x="578" y="314"/>
                    <a:pt x="578" y="314"/>
                  </a:cubicBezTo>
                  <a:cubicBezTo>
                    <a:pt x="578" y="314"/>
                    <a:pt x="578" y="314"/>
                    <a:pt x="578" y="314"/>
                  </a:cubicBezTo>
                  <a:cubicBezTo>
                    <a:pt x="578" y="313"/>
                    <a:pt x="578" y="312"/>
                    <a:pt x="578" y="311"/>
                  </a:cubicBezTo>
                  <a:lnTo>
                    <a:pt x="529" y="308"/>
                  </a:lnTo>
                  <a:close/>
                  <a:moveTo>
                    <a:pt x="577" y="256"/>
                  </a:moveTo>
                  <a:cubicBezTo>
                    <a:pt x="528" y="261"/>
                    <a:pt x="528" y="261"/>
                    <a:pt x="528" y="261"/>
                  </a:cubicBezTo>
                  <a:cubicBezTo>
                    <a:pt x="528" y="262"/>
                    <a:pt x="528" y="263"/>
                    <a:pt x="529" y="264"/>
                  </a:cubicBezTo>
                  <a:cubicBezTo>
                    <a:pt x="577" y="259"/>
                    <a:pt x="577" y="259"/>
                    <a:pt x="577" y="259"/>
                  </a:cubicBezTo>
                  <a:cubicBezTo>
                    <a:pt x="577" y="258"/>
                    <a:pt x="577" y="257"/>
                    <a:pt x="577" y="256"/>
                  </a:cubicBezTo>
                  <a:cubicBezTo>
                    <a:pt x="577" y="256"/>
                    <a:pt x="577" y="256"/>
                    <a:pt x="577" y="256"/>
                  </a:cubicBezTo>
                  <a:cubicBezTo>
                    <a:pt x="577" y="256"/>
                    <a:pt x="577" y="256"/>
                    <a:pt x="577" y="256"/>
                  </a:cubicBezTo>
                  <a:cubicBezTo>
                    <a:pt x="577" y="256"/>
                    <a:pt x="577" y="256"/>
                    <a:pt x="577" y="256"/>
                  </a:cubicBezTo>
                  <a:close/>
                  <a:moveTo>
                    <a:pt x="565" y="201"/>
                  </a:moveTo>
                  <a:cubicBezTo>
                    <a:pt x="519" y="216"/>
                    <a:pt x="519" y="216"/>
                    <a:pt x="519" y="216"/>
                  </a:cubicBezTo>
                  <a:cubicBezTo>
                    <a:pt x="519" y="217"/>
                    <a:pt x="519" y="218"/>
                    <a:pt x="519" y="219"/>
                  </a:cubicBezTo>
                  <a:cubicBezTo>
                    <a:pt x="566" y="204"/>
                    <a:pt x="566" y="204"/>
                    <a:pt x="566" y="204"/>
                  </a:cubicBezTo>
                  <a:cubicBezTo>
                    <a:pt x="566" y="203"/>
                    <a:pt x="566" y="202"/>
                    <a:pt x="565" y="201"/>
                  </a:cubicBezTo>
                  <a:close/>
                  <a:moveTo>
                    <a:pt x="543" y="150"/>
                  </a:moveTo>
                  <a:cubicBezTo>
                    <a:pt x="500" y="174"/>
                    <a:pt x="500" y="174"/>
                    <a:pt x="500" y="174"/>
                  </a:cubicBezTo>
                  <a:cubicBezTo>
                    <a:pt x="501" y="175"/>
                    <a:pt x="501" y="175"/>
                    <a:pt x="501" y="176"/>
                  </a:cubicBezTo>
                  <a:cubicBezTo>
                    <a:pt x="545" y="153"/>
                    <a:pt x="545" y="153"/>
                    <a:pt x="545" y="153"/>
                  </a:cubicBezTo>
                  <a:cubicBezTo>
                    <a:pt x="544" y="152"/>
                    <a:pt x="544" y="151"/>
                    <a:pt x="543" y="150"/>
                  </a:cubicBezTo>
                  <a:close/>
                  <a:moveTo>
                    <a:pt x="512" y="104"/>
                  </a:moveTo>
                  <a:cubicBezTo>
                    <a:pt x="474" y="136"/>
                    <a:pt x="474" y="136"/>
                    <a:pt x="474" y="136"/>
                  </a:cubicBezTo>
                  <a:cubicBezTo>
                    <a:pt x="475" y="136"/>
                    <a:pt x="475" y="137"/>
                    <a:pt x="476" y="137"/>
                  </a:cubicBezTo>
                  <a:cubicBezTo>
                    <a:pt x="514" y="106"/>
                    <a:pt x="514" y="106"/>
                    <a:pt x="514" y="106"/>
                  </a:cubicBezTo>
                  <a:cubicBezTo>
                    <a:pt x="513" y="106"/>
                    <a:pt x="513" y="106"/>
                    <a:pt x="513" y="106"/>
                  </a:cubicBezTo>
                  <a:cubicBezTo>
                    <a:pt x="513" y="106"/>
                    <a:pt x="513" y="106"/>
                    <a:pt x="513" y="106"/>
                  </a:cubicBezTo>
                  <a:cubicBezTo>
                    <a:pt x="513" y="106"/>
                    <a:pt x="513" y="106"/>
                    <a:pt x="513" y="106"/>
                  </a:cubicBezTo>
                  <a:cubicBezTo>
                    <a:pt x="513" y="106"/>
                    <a:pt x="513" y="106"/>
                    <a:pt x="513" y="106"/>
                  </a:cubicBezTo>
                  <a:cubicBezTo>
                    <a:pt x="513" y="106"/>
                    <a:pt x="513" y="106"/>
                    <a:pt x="513" y="106"/>
                  </a:cubicBezTo>
                  <a:cubicBezTo>
                    <a:pt x="513" y="106"/>
                    <a:pt x="513" y="106"/>
                    <a:pt x="513" y="106"/>
                  </a:cubicBezTo>
                  <a:cubicBezTo>
                    <a:pt x="513" y="106"/>
                    <a:pt x="513" y="106"/>
                    <a:pt x="513" y="106"/>
                  </a:cubicBezTo>
                  <a:cubicBezTo>
                    <a:pt x="513" y="106"/>
                    <a:pt x="513" y="106"/>
                    <a:pt x="513" y="106"/>
                  </a:cubicBezTo>
                  <a:cubicBezTo>
                    <a:pt x="513" y="106"/>
                    <a:pt x="513" y="106"/>
                    <a:pt x="513" y="106"/>
                  </a:cubicBezTo>
                  <a:cubicBezTo>
                    <a:pt x="513" y="105"/>
                    <a:pt x="512" y="105"/>
                    <a:pt x="512" y="104"/>
                  </a:cubicBezTo>
                  <a:close/>
                  <a:moveTo>
                    <a:pt x="472" y="65"/>
                  </a:moveTo>
                  <a:cubicBezTo>
                    <a:pt x="441" y="103"/>
                    <a:pt x="441" y="103"/>
                    <a:pt x="441" y="103"/>
                  </a:cubicBezTo>
                  <a:cubicBezTo>
                    <a:pt x="442" y="104"/>
                    <a:pt x="442" y="104"/>
                    <a:pt x="443" y="105"/>
                  </a:cubicBezTo>
                  <a:cubicBezTo>
                    <a:pt x="474" y="67"/>
                    <a:pt x="474" y="67"/>
                    <a:pt x="474" y="67"/>
                  </a:cubicBezTo>
                  <a:cubicBezTo>
                    <a:pt x="473" y="66"/>
                    <a:pt x="473" y="66"/>
                    <a:pt x="473" y="66"/>
                  </a:cubicBezTo>
                  <a:cubicBezTo>
                    <a:pt x="473" y="66"/>
                    <a:pt x="473" y="66"/>
                    <a:pt x="473" y="66"/>
                  </a:cubicBezTo>
                  <a:cubicBezTo>
                    <a:pt x="473" y="66"/>
                    <a:pt x="473" y="66"/>
                    <a:pt x="473" y="66"/>
                  </a:cubicBezTo>
                  <a:cubicBezTo>
                    <a:pt x="473" y="66"/>
                    <a:pt x="473" y="66"/>
                    <a:pt x="473" y="66"/>
                  </a:cubicBezTo>
                  <a:cubicBezTo>
                    <a:pt x="473" y="66"/>
                    <a:pt x="473" y="66"/>
                    <a:pt x="473" y="66"/>
                  </a:cubicBezTo>
                  <a:cubicBezTo>
                    <a:pt x="473" y="66"/>
                    <a:pt x="473" y="66"/>
                    <a:pt x="473" y="66"/>
                  </a:cubicBezTo>
                  <a:cubicBezTo>
                    <a:pt x="473" y="66"/>
                    <a:pt x="473" y="66"/>
                    <a:pt x="473" y="66"/>
                  </a:cubicBezTo>
                  <a:cubicBezTo>
                    <a:pt x="473" y="66"/>
                    <a:pt x="473" y="66"/>
                    <a:pt x="473" y="66"/>
                  </a:cubicBezTo>
                  <a:cubicBezTo>
                    <a:pt x="473" y="65"/>
                    <a:pt x="473" y="65"/>
                    <a:pt x="473" y="65"/>
                  </a:cubicBezTo>
                  <a:cubicBezTo>
                    <a:pt x="473" y="65"/>
                    <a:pt x="473" y="65"/>
                    <a:pt x="473" y="65"/>
                  </a:cubicBezTo>
                  <a:lnTo>
                    <a:pt x="472" y="65"/>
                  </a:lnTo>
                  <a:close/>
                  <a:moveTo>
                    <a:pt x="426" y="34"/>
                  </a:moveTo>
                  <a:cubicBezTo>
                    <a:pt x="403" y="77"/>
                    <a:pt x="403" y="77"/>
                    <a:pt x="403" y="77"/>
                  </a:cubicBezTo>
                  <a:cubicBezTo>
                    <a:pt x="403" y="78"/>
                    <a:pt x="404" y="78"/>
                    <a:pt x="405" y="79"/>
                  </a:cubicBezTo>
                  <a:cubicBezTo>
                    <a:pt x="428" y="35"/>
                    <a:pt x="428" y="35"/>
                    <a:pt x="428" y="35"/>
                  </a:cubicBezTo>
                  <a:cubicBezTo>
                    <a:pt x="428" y="35"/>
                    <a:pt x="428" y="35"/>
                    <a:pt x="428" y="35"/>
                  </a:cubicBezTo>
                  <a:cubicBezTo>
                    <a:pt x="428" y="35"/>
                    <a:pt x="428" y="35"/>
                    <a:pt x="428" y="35"/>
                  </a:cubicBezTo>
                  <a:cubicBezTo>
                    <a:pt x="428" y="35"/>
                    <a:pt x="428" y="35"/>
                    <a:pt x="428" y="35"/>
                  </a:cubicBezTo>
                  <a:cubicBezTo>
                    <a:pt x="427" y="35"/>
                    <a:pt x="426" y="35"/>
                    <a:pt x="426" y="34"/>
                  </a:cubicBezTo>
                  <a:close/>
                  <a:moveTo>
                    <a:pt x="374" y="13"/>
                  </a:moveTo>
                  <a:cubicBezTo>
                    <a:pt x="360" y="60"/>
                    <a:pt x="360" y="60"/>
                    <a:pt x="360" y="60"/>
                  </a:cubicBezTo>
                  <a:cubicBezTo>
                    <a:pt x="361" y="60"/>
                    <a:pt x="361" y="60"/>
                    <a:pt x="362" y="60"/>
                  </a:cubicBezTo>
                  <a:cubicBezTo>
                    <a:pt x="377" y="14"/>
                    <a:pt x="377" y="14"/>
                    <a:pt x="377" y="14"/>
                  </a:cubicBezTo>
                  <a:cubicBezTo>
                    <a:pt x="376" y="13"/>
                    <a:pt x="376" y="13"/>
                    <a:pt x="375" y="13"/>
                  </a:cubicBezTo>
                  <a:cubicBezTo>
                    <a:pt x="375" y="13"/>
                    <a:pt x="375" y="13"/>
                    <a:pt x="375" y="13"/>
                  </a:cubicBezTo>
                  <a:cubicBezTo>
                    <a:pt x="375" y="13"/>
                    <a:pt x="375" y="13"/>
                    <a:pt x="375" y="13"/>
                  </a:cubicBezTo>
                  <a:cubicBezTo>
                    <a:pt x="375" y="13"/>
                    <a:pt x="375" y="13"/>
                    <a:pt x="375" y="13"/>
                  </a:cubicBezTo>
                  <a:cubicBezTo>
                    <a:pt x="375" y="13"/>
                    <a:pt x="375" y="13"/>
                    <a:pt x="375" y="13"/>
                  </a:cubicBezTo>
                  <a:cubicBezTo>
                    <a:pt x="375" y="13"/>
                    <a:pt x="375" y="13"/>
                    <a:pt x="375" y="13"/>
                  </a:cubicBezTo>
                  <a:cubicBezTo>
                    <a:pt x="375" y="13"/>
                    <a:pt x="375" y="13"/>
                    <a:pt x="375" y="13"/>
                  </a:cubicBezTo>
                  <a:lnTo>
                    <a:pt x="374" y="13"/>
                  </a:lnTo>
                  <a:close/>
                  <a:moveTo>
                    <a:pt x="320" y="2"/>
                  </a:moveTo>
                  <a:cubicBezTo>
                    <a:pt x="315" y="51"/>
                    <a:pt x="315" y="51"/>
                    <a:pt x="315" y="51"/>
                  </a:cubicBezTo>
                  <a:cubicBezTo>
                    <a:pt x="315" y="51"/>
                    <a:pt x="316" y="51"/>
                    <a:pt x="317" y="51"/>
                  </a:cubicBezTo>
                  <a:cubicBezTo>
                    <a:pt x="322" y="2"/>
                    <a:pt x="322" y="2"/>
                    <a:pt x="322" y="2"/>
                  </a:cubicBezTo>
                  <a:cubicBezTo>
                    <a:pt x="322" y="2"/>
                    <a:pt x="321" y="2"/>
                    <a:pt x="320" y="2"/>
                  </a:cubicBezTo>
                  <a:cubicBezTo>
                    <a:pt x="320" y="2"/>
                    <a:pt x="320" y="2"/>
                    <a:pt x="320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8" name="Google Shape;288;p7"/>
            <p:cNvSpPr/>
            <p:nvPr/>
          </p:nvSpPr>
          <p:spPr>
            <a:xfrm>
              <a:off x="5867400" y="4462463"/>
              <a:ext cx="720725" cy="722312"/>
            </a:xfrm>
            <a:custGeom>
              <a:avLst/>
              <a:gdLst/>
              <a:ahLst/>
              <a:cxnLst/>
              <a:rect l="l" t="t" r="r" b="b"/>
              <a:pathLst>
                <a:path w="428" h="428" extrusionOk="0">
                  <a:moveTo>
                    <a:pt x="214" y="422"/>
                  </a:moveTo>
                  <a:cubicBezTo>
                    <a:pt x="214" y="419"/>
                    <a:pt x="217" y="416"/>
                    <a:pt x="220" y="416"/>
                  </a:cubicBezTo>
                  <a:cubicBezTo>
                    <a:pt x="223" y="416"/>
                    <a:pt x="226" y="418"/>
                    <a:pt x="226" y="422"/>
                  </a:cubicBezTo>
                  <a:cubicBezTo>
                    <a:pt x="226" y="425"/>
                    <a:pt x="223" y="428"/>
                    <a:pt x="220" y="428"/>
                  </a:cubicBezTo>
                  <a:cubicBezTo>
                    <a:pt x="220" y="428"/>
                    <a:pt x="220" y="428"/>
                    <a:pt x="220" y="428"/>
                  </a:cubicBezTo>
                  <a:cubicBezTo>
                    <a:pt x="217" y="428"/>
                    <a:pt x="214" y="425"/>
                    <a:pt x="214" y="422"/>
                  </a:cubicBezTo>
                  <a:close/>
                  <a:moveTo>
                    <a:pt x="187" y="426"/>
                  </a:moveTo>
                  <a:cubicBezTo>
                    <a:pt x="187" y="426"/>
                    <a:pt x="187" y="426"/>
                    <a:pt x="187" y="426"/>
                  </a:cubicBezTo>
                  <a:cubicBezTo>
                    <a:pt x="184" y="426"/>
                    <a:pt x="182" y="423"/>
                    <a:pt x="182" y="420"/>
                  </a:cubicBezTo>
                  <a:cubicBezTo>
                    <a:pt x="182" y="416"/>
                    <a:pt x="185" y="414"/>
                    <a:pt x="189" y="415"/>
                  </a:cubicBezTo>
                  <a:cubicBezTo>
                    <a:pt x="189" y="415"/>
                    <a:pt x="189" y="415"/>
                    <a:pt x="189" y="415"/>
                  </a:cubicBezTo>
                  <a:cubicBezTo>
                    <a:pt x="192" y="415"/>
                    <a:pt x="194" y="418"/>
                    <a:pt x="194" y="421"/>
                  </a:cubicBezTo>
                  <a:cubicBezTo>
                    <a:pt x="193" y="424"/>
                    <a:pt x="191" y="426"/>
                    <a:pt x="188" y="426"/>
                  </a:cubicBezTo>
                  <a:lnTo>
                    <a:pt x="187" y="426"/>
                  </a:lnTo>
                  <a:close/>
                  <a:moveTo>
                    <a:pt x="246" y="419"/>
                  </a:moveTo>
                  <a:cubicBezTo>
                    <a:pt x="245" y="416"/>
                    <a:pt x="248" y="413"/>
                    <a:pt x="251" y="413"/>
                  </a:cubicBezTo>
                  <a:cubicBezTo>
                    <a:pt x="254" y="412"/>
                    <a:pt x="257" y="414"/>
                    <a:pt x="257" y="417"/>
                  </a:cubicBezTo>
                  <a:cubicBezTo>
                    <a:pt x="258" y="420"/>
                    <a:pt x="256" y="424"/>
                    <a:pt x="253" y="424"/>
                  </a:cubicBezTo>
                  <a:cubicBezTo>
                    <a:pt x="252" y="424"/>
                    <a:pt x="252" y="424"/>
                    <a:pt x="252" y="424"/>
                  </a:cubicBezTo>
                  <a:cubicBezTo>
                    <a:pt x="249" y="424"/>
                    <a:pt x="247" y="422"/>
                    <a:pt x="246" y="419"/>
                  </a:cubicBezTo>
                  <a:close/>
                  <a:moveTo>
                    <a:pt x="155" y="420"/>
                  </a:moveTo>
                  <a:cubicBezTo>
                    <a:pt x="152" y="419"/>
                    <a:pt x="150" y="415"/>
                    <a:pt x="151" y="412"/>
                  </a:cubicBezTo>
                  <a:cubicBezTo>
                    <a:pt x="152" y="409"/>
                    <a:pt x="155" y="407"/>
                    <a:pt x="158" y="408"/>
                  </a:cubicBezTo>
                  <a:cubicBezTo>
                    <a:pt x="158" y="408"/>
                    <a:pt x="158" y="408"/>
                    <a:pt x="158" y="408"/>
                  </a:cubicBezTo>
                  <a:cubicBezTo>
                    <a:pt x="161" y="409"/>
                    <a:pt x="163" y="412"/>
                    <a:pt x="162" y="416"/>
                  </a:cubicBezTo>
                  <a:cubicBezTo>
                    <a:pt x="161" y="418"/>
                    <a:pt x="159" y="420"/>
                    <a:pt x="157" y="420"/>
                  </a:cubicBezTo>
                  <a:cubicBezTo>
                    <a:pt x="156" y="420"/>
                    <a:pt x="155" y="420"/>
                    <a:pt x="155" y="420"/>
                  </a:cubicBezTo>
                  <a:close/>
                  <a:moveTo>
                    <a:pt x="277" y="412"/>
                  </a:moveTo>
                  <a:cubicBezTo>
                    <a:pt x="276" y="409"/>
                    <a:pt x="278" y="406"/>
                    <a:pt x="281" y="405"/>
                  </a:cubicBezTo>
                  <a:cubicBezTo>
                    <a:pt x="284" y="404"/>
                    <a:pt x="287" y="405"/>
                    <a:pt x="288" y="408"/>
                  </a:cubicBezTo>
                  <a:cubicBezTo>
                    <a:pt x="289" y="411"/>
                    <a:pt x="288" y="415"/>
                    <a:pt x="285" y="416"/>
                  </a:cubicBezTo>
                  <a:cubicBezTo>
                    <a:pt x="284" y="416"/>
                    <a:pt x="283" y="416"/>
                    <a:pt x="283" y="416"/>
                  </a:cubicBezTo>
                  <a:cubicBezTo>
                    <a:pt x="280" y="416"/>
                    <a:pt x="278" y="414"/>
                    <a:pt x="277" y="412"/>
                  </a:cubicBezTo>
                  <a:close/>
                  <a:moveTo>
                    <a:pt x="124" y="408"/>
                  </a:moveTo>
                  <a:cubicBezTo>
                    <a:pt x="121" y="407"/>
                    <a:pt x="120" y="403"/>
                    <a:pt x="121" y="400"/>
                  </a:cubicBezTo>
                  <a:cubicBezTo>
                    <a:pt x="122" y="397"/>
                    <a:pt x="126" y="396"/>
                    <a:pt x="129" y="398"/>
                  </a:cubicBezTo>
                  <a:cubicBezTo>
                    <a:pt x="132" y="399"/>
                    <a:pt x="133" y="402"/>
                    <a:pt x="132" y="405"/>
                  </a:cubicBezTo>
                  <a:cubicBezTo>
                    <a:pt x="131" y="407"/>
                    <a:pt x="129" y="409"/>
                    <a:pt x="126" y="409"/>
                  </a:cubicBezTo>
                  <a:cubicBezTo>
                    <a:pt x="126" y="409"/>
                    <a:pt x="125" y="409"/>
                    <a:pt x="124" y="408"/>
                  </a:cubicBezTo>
                  <a:close/>
                  <a:moveTo>
                    <a:pt x="307" y="400"/>
                  </a:moveTo>
                  <a:cubicBezTo>
                    <a:pt x="305" y="397"/>
                    <a:pt x="306" y="394"/>
                    <a:pt x="309" y="392"/>
                  </a:cubicBezTo>
                  <a:cubicBezTo>
                    <a:pt x="312" y="391"/>
                    <a:pt x="316" y="392"/>
                    <a:pt x="317" y="394"/>
                  </a:cubicBezTo>
                  <a:cubicBezTo>
                    <a:pt x="319" y="397"/>
                    <a:pt x="318" y="401"/>
                    <a:pt x="315" y="402"/>
                  </a:cubicBezTo>
                  <a:cubicBezTo>
                    <a:pt x="314" y="403"/>
                    <a:pt x="313" y="403"/>
                    <a:pt x="312" y="403"/>
                  </a:cubicBezTo>
                  <a:cubicBezTo>
                    <a:pt x="310" y="403"/>
                    <a:pt x="308" y="402"/>
                    <a:pt x="307" y="400"/>
                  </a:cubicBezTo>
                  <a:close/>
                  <a:moveTo>
                    <a:pt x="95" y="392"/>
                  </a:moveTo>
                  <a:cubicBezTo>
                    <a:pt x="93" y="390"/>
                    <a:pt x="92" y="387"/>
                    <a:pt x="94" y="384"/>
                  </a:cubicBezTo>
                  <a:cubicBezTo>
                    <a:pt x="95" y="381"/>
                    <a:pt x="99" y="381"/>
                    <a:pt x="102" y="382"/>
                  </a:cubicBezTo>
                  <a:cubicBezTo>
                    <a:pt x="104" y="384"/>
                    <a:pt x="105" y="388"/>
                    <a:pt x="103" y="390"/>
                  </a:cubicBezTo>
                  <a:cubicBezTo>
                    <a:pt x="102" y="392"/>
                    <a:pt x="100" y="393"/>
                    <a:pt x="98" y="393"/>
                  </a:cubicBezTo>
                  <a:cubicBezTo>
                    <a:pt x="97" y="393"/>
                    <a:pt x="96" y="393"/>
                    <a:pt x="95" y="392"/>
                  </a:cubicBezTo>
                  <a:close/>
                  <a:moveTo>
                    <a:pt x="334" y="383"/>
                  </a:moveTo>
                  <a:cubicBezTo>
                    <a:pt x="332" y="381"/>
                    <a:pt x="333" y="377"/>
                    <a:pt x="335" y="375"/>
                  </a:cubicBezTo>
                  <a:cubicBezTo>
                    <a:pt x="338" y="373"/>
                    <a:pt x="342" y="374"/>
                    <a:pt x="344" y="376"/>
                  </a:cubicBezTo>
                  <a:cubicBezTo>
                    <a:pt x="346" y="379"/>
                    <a:pt x="345" y="383"/>
                    <a:pt x="342" y="385"/>
                  </a:cubicBezTo>
                  <a:cubicBezTo>
                    <a:pt x="341" y="385"/>
                    <a:pt x="340" y="386"/>
                    <a:pt x="339" y="386"/>
                  </a:cubicBezTo>
                  <a:cubicBezTo>
                    <a:pt x="337" y="386"/>
                    <a:pt x="335" y="385"/>
                    <a:pt x="334" y="383"/>
                  </a:cubicBezTo>
                  <a:close/>
                  <a:moveTo>
                    <a:pt x="69" y="372"/>
                  </a:moveTo>
                  <a:cubicBezTo>
                    <a:pt x="69" y="372"/>
                    <a:pt x="69" y="372"/>
                    <a:pt x="69" y="372"/>
                  </a:cubicBezTo>
                  <a:cubicBezTo>
                    <a:pt x="67" y="370"/>
                    <a:pt x="67" y="366"/>
                    <a:pt x="69" y="364"/>
                  </a:cubicBezTo>
                  <a:cubicBezTo>
                    <a:pt x="71" y="361"/>
                    <a:pt x="75" y="361"/>
                    <a:pt x="77" y="363"/>
                  </a:cubicBezTo>
                  <a:cubicBezTo>
                    <a:pt x="79" y="365"/>
                    <a:pt x="80" y="369"/>
                    <a:pt x="77" y="371"/>
                  </a:cubicBezTo>
                  <a:cubicBezTo>
                    <a:pt x="76" y="373"/>
                    <a:pt x="75" y="373"/>
                    <a:pt x="73" y="373"/>
                  </a:cubicBezTo>
                  <a:cubicBezTo>
                    <a:pt x="72" y="373"/>
                    <a:pt x="70" y="373"/>
                    <a:pt x="69" y="372"/>
                  </a:cubicBezTo>
                  <a:close/>
                  <a:moveTo>
                    <a:pt x="359" y="363"/>
                  </a:moveTo>
                  <a:cubicBezTo>
                    <a:pt x="357" y="361"/>
                    <a:pt x="357" y="357"/>
                    <a:pt x="359" y="355"/>
                  </a:cubicBezTo>
                  <a:cubicBezTo>
                    <a:pt x="359" y="355"/>
                    <a:pt x="359" y="355"/>
                    <a:pt x="359" y="355"/>
                  </a:cubicBezTo>
                  <a:cubicBezTo>
                    <a:pt x="361" y="352"/>
                    <a:pt x="365" y="352"/>
                    <a:pt x="367" y="354"/>
                  </a:cubicBezTo>
                  <a:cubicBezTo>
                    <a:pt x="369" y="357"/>
                    <a:pt x="369" y="360"/>
                    <a:pt x="367" y="363"/>
                  </a:cubicBezTo>
                  <a:cubicBezTo>
                    <a:pt x="366" y="364"/>
                    <a:pt x="364" y="364"/>
                    <a:pt x="363" y="364"/>
                  </a:cubicBezTo>
                  <a:cubicBezTo>
                    <a:pt x="361" y="364"/>
                    <a:pt x="360" y="364"/>
                    <a:pt x="359" y="363"/>
                  </a:cubicBezTo>
                  <a:close/>
                  <a:moveTo>
                    <a:pt x="47" y="348"/>
                  </a:moveTo>
                  <a:cubicBezTo>
                    <a:pt x="45" y="345"/>
                    <a:pt x="45" y="342"/>
                    <a:pt x="48" y="340"/>
                  </a:cubicBezTo>
                  <a:cubicBezTo>
                    <a:pt x="50" y="338"/>
                    <a:pt x="54" y="338"/>
                    <a:pt x="56" y="340"/>
                  </a:cubicBezTo>
                  <a:cubicBezTo>
                    <a:pt x="58" y="343"/>
                    <a:pt x="57" y="347"/>
                    <a:pt x="55" y="349"/>
                  </a:cubicBezTo>
                  <a:cubicBezTo>
                    <a:pt x="54" y="350"/>
                    <a:pt x="53" y="350"/>
                    <a:pt x="51" y="350"/>
                  </a:cubicBezTo>
                  <a:cubicBezTo>
                    <a:pt x="50" y="350"/>
                    <a:pt x="48" y="349"/>
                    <a:pt x="47" y="348"/>
                  </a:cubicBezTo>
                  <a:close/>
                  <a:moveTo>
                    <a:pt x="380" y="339"/>
                  </a:moveTo>
                  <a:cubicBezTo>
                    <a:pt x="377" y="337"/>
                    <a:pt x="377" y="333"/>
                    <a:pt x="379" y="331"/>
                  </a:cubicBezTo>
                  <a:cubicBezTo>
                    <a:pt x="381" y="328"/>
                    <a:pt x="384" y="327"/>
                    <a:pt x="387" y="329"/>
                  </a:cubicBezTo>
                  <a:cubicBezTo>
                    <a:pt x="389" y="331"/>
                    <a:pt x="390" y="335"/>
                    <a:pt x="388" y="337"/>
                  </a:cubicBezTo>
                  <a:cubicBezTo>
                    <a:pt x="387" y="339"/>
                    <a:pt x="385" y="340"/>
                    <a:pt x="383" y="340"/>
                  </a:cubicBezTo>
                  <a:cubicBezTo>
                    <a:pt x="382" y="340"/>
                    <a:pt x="381" y="339"/>
                    <a:pt x="380" y="339"/>
                  </a:cubicBezTo>
                  <a:close/>
                  <a:moveTo>
                    <a:pt x="28" y="321"/>
                  </a:moveTo>
                  <a:cubicBezTo>
                    <a:pt x="26" y="318"/>
                    <a:pt x="27" y="314"/>
                    <a:pt x="30" y="313"/>
                  </a:cubicBezTo>
                  <a:cubicBezTo>
                    <a:pt x="33" y="311"/>
                    <a:pt x="37" y="312"/>
                    <a:pt x="38" y="315"/>
                  </a:cubicBezTo>
                  <a:cubicBezTo>
                    <a:pt x="40" y="318"/>
                    <a:pt x="39" y="321"/>
                    <a:pt x="36" y="323"/>
                  </a:cubicBezTo>
                  <a:cubicBezTo>
                    <a:pt x="35" y="323"/>
                    <a:pt x="34" y="324"/>
                    <a:pt x="33" y="324"/>
                  </a:cubicBezTo>
                  <a:cubicBezTo>
                    <a:pt x="31" y="324"/>
                    <a:pt x="29" y="323"/>
                    <a:pt x="28" y="321"/>
                  </a:cubicBezTo>
                  <a:close/>
                  <a:moveTo>
                    <a:pt x="397" y="312"/>
                  </a:moveTo>
                  <a:cubicBezTo>
                    <a:pt x="394" y="310"/>
                    <a:pt x="393" y="307"/>
                    <a:pt x="395" y="304"/>
                  </a:cubicBezTo>
                  <a:cubicBezTo>
                    <a:pt x="396" y="301"/>
                    <a:pt x="400" y="300"/>
                    <a:pt x="403" y="301"/>
                  </a:cubicBezTo>
                  <a:cubicBezTo>
                    <a:pt x="405" y="303"/>
                    <a:pt x="407" y="306"/>
                    <a:pt x="405" y="309"/>
                  </a:cubicBezTo>
                  <a:cubicBezTo>
                    <a:pt x="404" y="311"/>
                    <a:pt x="402" y="312"/>
                    <a:pt x="400" y="312"/>
                  </a:cubicBezTo>
                  <a:cubicBezTo>
                    <a:pt x="399" y="312"/>
                    <a:pt x="398" y="312"/>
                    <a:pt x="397" y="312"/>
                  </a:cubicBezTo>
                  <a:close/>
                  <a:moveTo>
                    <a:pt x="14" y="291"/>
                  </a:moveTo>
                  <a:cubicBezTo>
                    <a:pt x="13" y="288"/>
                    <a:pt x="14" y="285"/>
                    <a:pt x="17" y="283"/>
                  </a:cubicBezTo>
                  <a:cubicBezTo>
                    <a:pt x="20" y="282"/>
                    <a:pt x="24" y="284"/>
                    <a:pt x="25" y="287"/>
                  </a:cubicBezTo>
                  <a:cubicBezTo>
                    <a:pt x="26" y="290"/>
                    <a:pt x="24" y="293"/>
                    <a:pt x="21" y="294"/>
                  </a:cubicBezTo>
                  <a:cubicBezTo>
                    <a:pt x="21" y="295"/>
                    <a:pt x="20" y="295"/>
                    <a:pt x="19" y="295"/>
                  </a:cubicBezTo>
                  <a:cubicBezTo>
                    <a:pt x="17" y="295"/>
                    <a:pt x="15" y="293"/>
                    <a:pt x="14" y="291"/>
                  </a:cubicBezTo>
                  <a:close/>
                  <a:moveTo>
                    <a:pt x="410" y="282"/>
                  </a:moveTo>
                  <a:cubicBezTo>
                    <a:pt x="407" y="281"/>
                    <a:pt x="405" y="278"/>
                    <a:pt x="406" y="275"/>
                  </a:cubicBezTo>
                  <a:cubicBezTo>
                    <a:pt x="407" y="272"/>
                    <a:pt x="411" y="270"/>
                    <a:pt x="414" y="271"/>
                  </a:cubicBezTo>
                  <a:cubicBezTo>
                    <a:pt x="417" y="272"/>
                    <a:pt x="419" y="275"/>
                    <a:pt x="418" y="279"/>
                  </a:cubicBezTo>
                  <a:cubicBezTo>
                    <a:pt x="417" y="281"/>
                    <a:pt x="414" y="283"/>
                    <a:pt x="412" y="283"/>
                  </a:cubicBezTo>
                  <a:cubicBezTo>
                    <a:pt x="411" y="283"/>
                    <a:pt x="411" y="283"/>
                    <a:pt x="410" y="282"/>
                  </a:cubicBezTo>
                  <a:close/>
                  <a:moveTo>
                    <a:pt x="4" y="259"/>
                  </a:moveTo>
                  <a:cubicBezTo>
                    <a:pt x="4" y="256"/>
                    <a:pt x="6" y="253"/>
                    <a:pt x="9" y="252"/>
                  </a:cubicBezTo>
                  <a:cubicBezTo>
                    <a:pt x="12" y="252"/>
                    <a:pt x="15" y="254"/>
                    <a:pt x="16" y="257"/>
                  </a:cubicBezTo>
                  <a:cubicBezTo>
                    <a:pt x="16" y="260"/>
                    <a:pt x="14" y="263"/>
                    <a:pt x="11" y="264"/>
                  </a:cubicBezTo>
                  <a:cubicBezTo>
                    <a:pt x="11" y="264"/>
                    <a:pt x="10" y="264"/>
                    <a:pt x="10" y="264"/>
                  </a:cubicBezTo>
                  <a:cubicBezTo>
                    <a:pt x="7" y="264"/>
                    <a:pt x="5" y="262"/>
                    <a:pt x="4" y="259"/>
                  </a:cubicBezTo>
                  <a:close/>
                  <a:moveTo>
                    <a:pt x="418" y="251"/>
                  </a:moveTo>
                  <a:cubicBezTo>
                    <a:pt x="415" y="251"/>
                    <a:pt x="413" y="248"/>
                    <a:pt x="414" y="245"/>
                  </a:cubicBezTo>
                  <a:cubicBezTo>
                    <a:pt x="414" y="242"/>
                    <a:pt x="417" y="239"/>
                    <a:pt x="420" y="240"/>
                  </a:cubicBezTo>
                  <a:cubicBezTo>
                    <a:pt x="423" y="240"/>
                    <a:pt x="426" y="243"/>
                    <a:pt x="425" y="246"/>
                  </a:cubicBezTo>
                  <a:cubicBezTo>
                    <a:pt x="425" y="249"/>
                    <a:pt x="422" y="251"/>
                    <a:pt x="419" y="251"/>
                  </a:cubicBezTo>
                  <a:lnTo>
                    <a:pt x="418" y="251"/>
                  </a:lnTo>
                  <a:close/>
                  <a:moveTo>
                    <a:pt x="0" y="227"/>
                  </a:moveTo>
                  <a:cubicBezTo>
                    <a:pt x="0" y="227"/>
                    <a:pt x="0" y="227"/>
                    <a:pt x="0" y="227"/>
                  </a:cubicBezTo>
                  <a:cubicBezTo>
                    <a:pt x="0" y="224"/>
                    <a:pt x="2" y="221"/>
                    <a:pt x="5" y="221"/>
                  </a:cubicBezTo>
                  <a:cubicBezTo>
                    <a:pt x="9" y="220"/>
                    <a:pt x="11" y="223"/>
                    <a:pt x="11" y="226"/>
                  </a:cubicBezTo>
                  <a:cubicBezTo>
                    <a:pt x="11" y="226"/>
                    <a:pt x="11" y="226"/>
                    <a:pt x="11" y="226"/>
                  </a:cubicBezTo>
                  <a:cubicBezTo>
                    <a:pt x="12" y="229"/>
                    <a:pt x="9" y="232"/>
                    <a:pt x="6" y="232"/>
                  </a:cubicBezTo>
                  <a:cubicBezTo>
                    <a:pt x="6" y="232"/>
                    <a:pt x="6" y="232"/>
                    <a:pt x="6" y="232"/>
                  </a:cubicBezTo>
                  <a:cubicBezTo>
                    <a:pt x="3" y="232"/>
                    <a:pt x="0" y="230"/>
                    <a:pt x="0" y="227"/>
                  </a:cubicBezTo>
                  <a:close/>
                  <a:moveTo>
                    <a:pt x="416" y="214"/>
                  </a:moveTo>
                  <a:cubicBezTo>
                    <a:pt x="416" y="210"/>
                    <a:pt x="419" y="208"/>
                    <a:pt x="422" y="208"/>
                  </a:cubicBezTo>
                  <a:cubicBezTo>
                    <a:pt x="425" y="208"/>
                    <a:pt x="428" y="210"/>
                    <a:pt x="428" y="214"/>
                  </a:cubicBezTo>
                  <a:cubicBezTo>
                    <a:pt x="428" y="217"/>
                    <a:pt x="425" y="219"/>
                    <a:pt x="422" y="219"/>
                  </a:cubicBezTo>
                  <a:cubicBezTo>
                    <a:pt x="419" y="219"/>
                    <a:pt x="416" y="217"/>
                    <a:pt x="416" y="214"/>
                  </a:cubicBezTo>
                  <a:close/>
                  <a:moveTo>
                    <a:pt x="6" y="200"/>
                  </a:moveTo>
                  <a:cubicBezTo>
                    <a:pt x="2" y="200"/>
                    <a:pt x="0" y="197"/>
                    <a:pt x="0" y="194"/>
                  </a:cubicBezTo>
                  <a:cubicBezTo>
                    <a:pt x="1" y="191"/>
                    <a:pt x="3" y="188"/>
                    <a:pt x="7" y="189"/>
                  </a:cubicBezTo>
                  <a:cubicBezTo>
                    <a:pt x="10" y="189"/>
                    <a:pt x="12" y="192"/>
                    <a:pt x="12" y="195"/>
                  </a:cubicBezTo>
                  <a:cubicBezTo>
                    <a:pt x="12" y="198"/>
                    <a:pt x="9" y="200"/>
                    <a:pt x="6" y="200"/>
                  </a:cubicBezTo>
                  <a:close/>
                  <a:moveTo>
                    <a:pt x="414" y="189"/>
                  </a:moveTo>
                  <a:cubicBezTo>
                    <a:pt x="414" y="189"/>
                    <a:pt x="414" y="189"/>
                    <a:pt x="414" y="189"/>
                  </a:cubicBezTo>
                  <a:cubicBezTo>
                    <a:pt x="414" y="186"/>
                    <a:pt x="416" y="183"/>
                    <a:pt x="419" y="182"/>
                  </a:cubicBezTo>
                  <a:cubicBezTo>
                    <a:pt x="423" y="182"/>
                    <a:pt x="426" y="184"/>
                    <a:pt x="426" y="187"/>
                  </a:cubicBezTo>
                  <a:cubicBezTo>
                    <a:pt x="426" y="191"/>
                    <a:pt x="424" y="194"/>
                    <a:pt x="421" y="194"/>
                  </a:cubicBezTo>
                  <a:cubicBezTo>
                    <a:pt x="420" y="194"/>
                    <a:pt x="420" y="194"/>
                    <a:pt x="420" y="194"/>
                  </a:cubicBezTo>
                  <a:cubicBezTo>
                    <a:pt x="417" y="194"/>
                    <a:pt x="415" y="192"/>
                    <a:pt x="414" y="189"/>
                  </a:cubicBezTo>
                  <a:close/>
                  <a:moveTo>
                    <a:pt x="10" y="168"/>
                  </a:moveTo>
                  <a:cubicBezTo>
                    <a:pt x="7" y="168"/>
                    <a:pt x="5" y="165"/>
                    <a:pt x="6" y="161"/>
                  </a:cubicBezTo>
                  <a:cubicBezTo>
                    <a:pt x="7" y="158"/>
                    <a:pt x="10" y="156"/>
                    <a:pt x="13" y="157"/>
                  </a:cubicBezTo>
                  <a:cubicBezTo>
                    <a:pt x="16" y="158"/>
                    <a:pt x="18" y="161"/>
                    <a:pt x="17" y="164"/>
                  </a:cubicBezTo>
                  <a:cubicBezTo>
                    <a:pt x="17" y="167"/>
                    <a:pt x="14" y="169"/>
                    <a:pt x="12" y="169"/>
                  </a:cubicBezTo>
                  <a:cubicBezTo>
                    <a:pt x="11" y="169"/>
                    <a:pt x="11" y="169"/>
                    <a:pt x="10" y="168"/>
                  </a:cubicBezTo>
                  <a:close/>
                  <a:moveTo>
                    <a:pt x="408" y="158"/>
                  </a:moveTo>
                  <a:cubicBezTo>
                    <a:pt x="408" y="158"/>
                    <a:pt x="408" y="158"/>
                    <a:pt x="408" y="158"/>
                  </a:cubicBezTo>
                  <a:cubicBezTo>
                    <a:pt x="407" y="155"/>
                    <a:pt x="409" y="152"/>
                    <a:pt x="412" y="151"/>
                  </a:cubicBezTo>
                  <a:cubicBezTo>
                    <a:pt x="415" y="150"/>
                    <a:pt x="419" y="152"/>
                    <a:pt x="419" y="155"/>
                  </a:cubicBezTo>
                  <a:cubicBezTo>
                    <a:pt x="420" y="158"/>
                    <a:pt x="419" y="162"/>
                    <a:pt x="415" y="162"/>
                  </a:cubicBezTo>
                  <a:cubicBezTo>
                    <a:pt x="415" y="163"/>
                    <a:pt x="414" y="163"/>
                    <a:pt x="414" y="163"/>
                  </a:cubicBezTo>
                  <a:cubicBezTo>
                    <a:pt x="411" y="163"/>
                    <a:pt x="409" y="161"/>
                    <a:pt x="408" y="158"/>
                  </a:cubicBezTo>
                  <a:close/>
                  <a:moveTo>
                    <a:pt x="19" y="138"/>
                  </a:moveTo>
                  <a:cubicBezTo>
                    <a:pt x="16" y="137"/>
                    <a:pt x="15" y="133"/>
                    <a:pt x="16" y="130"/>
                  </a:cubicBezTo>
                  <a:cubicBezTo>
                    <a:pt x="18" y="127"/>
                    <a:pt x="21" y="126"/>
                    <a:pt x="24" y="127"/>
                  </a:cubicBezTo>
                  <a:cubicBezTo>
                    <a:pt x="27" y="128"/>
                    <a:pt x="28" y="132"/>
                    <a:pt x="27" y="135"/>
                  </a:cubicBezTo>
                  <a:cubicBezTo>
                    <a:pt x="26" y="137"/>
                    <a:pt x="24" y="138"/>
                    <a:pt x="22" y="138"/>
                  </a:cubicBezTo>
                  <a:cubicBezTo>
                    <a:pt x="21" y="138"/>
                    <a:pt x="20" y="138"/>
                    <a:pt x="19" y="138"/>
                  </a:cubicBezTo>
                  <a:close/>
                  <a:moveTo>
                    <a:pt x="397" y="129"/>
                  </a:moveTo>
                  <a:cubicBezTo>
                    <a:pt x="396" y="126"/>
                    <a:pt x="397" y="123"/>
                    <a:pt x="400" y="121"/>
                  </a:cubicBezTo>
                  <a:cubicBezTo>
                    <a:pt x="403" y="120"/>
                    <a:pt x="407" y="121"/>
                    <a:pt x="408" y="124"/>
                  </a:cubicBezTo>
                  <a:cubicBezTo>
                    <a:pt x="408" y="124"/>
                    <a:pt x="408" y="124"/>
                    <a:pt x="408" y="124"/>
                  </a:cubicBezTo>
                  <a:cubicBezTo>
                    <a:pt x="409" y="127"/>
                    <a:pt x="408" y="131"/>
                    <a:pt x="405" y="132"/>
                  </a:cubicBezTo>
                  <a:cubicBezTo>
                    <a:pt x="404" y="132"/>
                    <a:pt x="404" y="133"/>
                    <a:pt x="403" y="133"/>
                  </a:cubicBezTo>
                  <a:cubicBezTo>
                    <a:pt x="401" y="133"/>
                    <a:pt x="398" y="131"/>
                    <a:pt x="397" y="129"/>
                  </a:cubicBezTo>
                  <a:close/>
                  <a:moveTo>
                    <a:pt x="33" y="109"/>
                  </a:moveTo>
                  <a:cubicBezTo>
                    <a:pt x="31" y="107"/>
                    <a:pt x="30" y="104"/>
                    <a:pt x="32" y="101"/>
                  </a:cubicBezTo>
                  <a:cubicBezTo>
                    <a:pt x="33" y="98"/>
                    <a:pt x="37" y="97"/>
                    <a:pt x="40" y="99"/>
                  </a:cubicBezTo>
                  <a:cubicBezTo>
                    <a:pt x="42" y="101"/>
                    <a:pt x="43" y="104"/>
                    <a:pt x="41" y="107"/>
                  </a:cubicBezTo>
                  <a:cubicBezTo>
                    <a:pt x="40" y="109"/>
                    <a:pt x="38" y="110"/>
                    <a:pt x="36" y="110"/>
                  </a:cubicBezTo>
                  <a:cubicBezTo>
                    <a:pt x="35" y="110"/>
                    <a:pt x="34" y="110"/>
                    <a:pt x="33" y="109"/>
                  </a:cubicBezTo>
                  <a:close/>
                  <a:moveTo>
                    <a:pt x="382" y="102"/>
                  </a:moveTo>
                  <a:cubicBezTo>
                    <a:pt x="381" y="99"/>
                    <a:pt x="381" y="96"/>
                    <a:pt x="384" y="94"/>
                  </a:cubicBezTo>
                  <a:cubicBezTo>
                    <a:pt x="387" y="92"/>
                    <a:pt x="390" y="93"/>
                    <a:pt x="392" y="96"/>
                  </a:cubicBezTo>
                  <a:cubicBezTo>
                    <a:pt x="394" y="98"/>
                    <a:pt x="393" y="102"/>
                    <a:pt x="390" y="104"/>
                  </a:cubicBezTo>
                  <a:cubicBezTo>
                    <a:pt x="389" y="104"/>
                    <a:pt x="388" y="105"/>
                    <a:pt x="387" y="105"/>
                  </a:cubicBezTo>
                  <a:cubicBezTo>
                    <a:pt x="385" y="105"/>
                    <a:pt x="383" y="104"/>
                    <a:pt x="382" y="102"/>
                  </a:cubicBezTo>
                  <a:close/>
                  <a:moveTo>
                    <a:pt x="52" y="83"/>
                  </a:moveTo>
                  <a:cubicBezTo>
                    <a:pt x="49" y="80"/>
                    <a:pt x="49" y="77"/>
                    <a:pt x="51" y="74"/>
                  </a:cubicBezTo>
                  <a:cubicBezTo>
                    <a:pt x="53" y="72"/>
                    <a:pt x="57" y="72"/>
                    <a:pt x="59" y="74"/>
                  </a:cubicBezTo>
                  <a:cubicBezTo>
                    <a:pt x="62" y="76"/>
                    <a:pt x="62" y="79"/>
                    <a:pt x="60" y="82"/>
                  </a:cubicBezTo>
                  <a:cubicBezTo>
                    <a:pt x="59" y="83"/>
                    <a:pt x="57" y="84"/>
                    <a:pt x="55" y="84"/>
                  </a:cubicBezTo>
                  <a:cubicBezTo>
                    <a:pt x="54" y="84"/>
                    <a:pt x="53" y="83"/>
                    <a:pt x="52" y="83"/>
                  </a:cubicBezTo>
                  <a:close/>
                  <a:moveTo>
                    <a:pt x="363" y="77"/>
                  </a:moveTo>
                  <a:cubicBezTo>
                    <a:pt x="363" y="77"/>
                    <a:pt x="363" y="77"/>
                    <a:pt x="363" y="77"/>
                  </a:cubicBezTo>
                  <a:cubicBezTo>
                    <a:pt x="361" y="75"/>
                    <a:pt x="361" y="71"/>
                    <a:pt x="364" y="69"/>
                  </a:cubicBezTo>
                  <a:cubicBezTo>
                    <a:pt x="366" y="67"/>
                    <a:pt x="370" y="67"/>
                    <a:pt x="372" y="70"/>
                  </a:cubicBezTo>
                  <a:cubicBezTo>
                    <a:pt x="374" y="72"/>
                    <a:pt x="374" y="76"/>
                    <a:pt x="371" y="78"/>
                  </a:cubicBezTo>
                  <a:cubicBezTo>
                    <a:pt x="370" y="79"/>
                    <a:pt x="369" y="79"/>
                    <a:pt x="367" y="79"/>
                  </a:cubicBezTo>
                  <a:cubicBezTo>
                    <a:pt x="366" y="79"/>
                    <a:pt x="364" y="79"/>
                    <a:pt x="363" y="77"/>
                  </a:cubicBezTo>
                  <a:close/>
                  <a:moveTo>
                    <a:pt x="74" y="59"/>
                  </a:moveTo>
                  <a:cubicBezTo>
                    <a:pt x="72" y="57"/>
                    <a:pt x="72" y="53"/>
                    <a:pt x="74" y="51"/>
                  </a:cubicBezTo>
                  <a:cubicBezTo>
                    <a:pt x="74" y="51"/>
                    <a:pt x="74" y="51"/>
                    <a:pt x="74" y="51"/>
                  </a:cubicBezTo>
                  <a:cubicBezTo>
                    <a:pt x="77" y="49"/>
                    <a:pt x="80" y="49"/>
                    <a:pt x="83" y="52"/>
                  </a:cubicBezTo>
                  <a:cubicBezTo>
                    <a:pt x="85" y="54"/>
                    <a:pt x="84" y="58"/>
                    <a:pt x="82" y="60"/>
                  </a:cubicBezTo>
                  <a:cubicBezTo>
                    <a:pt x="81" y="61"/>
                    <a:pt x="79" y="61"/>
                    <a:pt x="78" y="61"/>
                  </a:cubicBezTo>
                  <a:cubicBezTo>
                    <a:pt x="76" y="61"/>
                    <a:pt x="75" y="61"/>
                    <a:pt x="74" y="59"/>
                  </a:cubicBezTo>
                  <a:close/>
                  <a:moveTo>
                    <a:pt x="340" y="56"/>
                  </a:moveTo>
                  <a:cubicBezTo>
                    <a:pt x="338" y="54"/>
                    <a:pt x="338" y="50"/>
                    <a:pt x="340" y="48"/>
                  </a:cubicBezTo>
                  <a:cubicBezTo>
                    <a:pt x="342" y="45"/>
                    <a:pt x="345" y="45"/>
                    <a:pt x="348" y="47"/>
                  </a:cubicBezTo>
                  <a:cubicBezTo>
                    <a:pt x="350" y="49"/>
                    <a:pt x="351" y="53"/>
                    <a:pt x="349" y="55"/>
                  </a:cubicBezTo>
                  <a:cubicBezTo>
                    <a:pt x="348" y="57"/>
                    <a:pt x="346" y="57"/>
                    <a:pt x="344" y="57"/>
                  </a:cubicBezTo>
                  <a:cubicBezTo>
                    <a:pt x="343" y="57"/>
                    <a:pt x="342" y="57"/>
                    <a:pt x="340" y="56"/>
                  </a:cubicBezTo>
                  <a:close/>
                  <a:moveTo>
                    <a:pt x="99" y="40"/>
                  </a:moveTo>
                  <a:cubicBezTo>
                    <a:pt x="97" y="37"/>
                    <a:pt x="98" y="33"/>
                    <a:pt x="101" y="32"/>
                  </a:cubicBezTo>
                  <a:cubicBezTo>
                    <a:pt x="104" y="30"/>
                    <a:pt x="107" y="31"/>
                    <a:pt x="109" y="33"/>
                  </a:cubicBezTo>
                  <a:cubicBezTo>
                    <a:pt x="111" y="36"/>
                    <a:pt x="110" y="40"/>
                    <a:pt x="107" y="42"/>
                  </a:cubicBezTo>
                  <a:cubicBezTo>
                    <a:pt x="106" y="42"/>
                    <a:pt x="105" y="42"/>
                    <a:pt x="104" y="42"/>
                  </a:cubicBezTo>
                  <a:cubicBezTo>
                    <a:pt x="102" y="42"/>
                    <a:pt x="100" y="41"/>
                    <a:pt x="99" y="40"/>
                  </a:cubicBezTo>
                  <a:close/>
                  <a:moveTo>
                    <a:pt x="315" y="38"/>
                  </a:moveTo>
                  <a:cubicBezTo>
                    <a:pt x="312" y="37"/>
                    <a:pt x="311" y="33"/>
                    <a:pt x="313" y="30"/>
                  </a:cubicBezTo>
                  <a:cubicBezTo>
                    <a:pt x="314" y="28"/>
                    <a:pt x="318" y="27"/>
                    <a:pt x="321" y="28"/>
                  </a:cubicBezTo>
                  <a:cubicBezTo>
                    <a:pt x="323" y="30"/>
                    <a:pt x="324" y="33"/>
                    <a:pt x="323" y="36"/>
                  </a:cubicBezTo>
                  <a:cubicBezTo>
                    <a:pt x="322" y="38"/>
                    <a:pt x="320" y="39"/>
                    <a:pt x="318" y="39"/>
                  </a:cubicBezTo>
                  <a:cubicBezTo>
                    <a:pt x="317" y="39"/>
                    <a:pt x="316" y="39"/>
                    <a:pt x="315" y="38"/>
                  </a:cubicBezTo>
                  <a:close/>
                  <a:moveTo>
                    <a:pt x="127" y="24"/>
                  </a:moveTo>
                  <a:cubicBezTo>
                    <a:pt x="126" y="21"/>
                    <a:pt x="127" y="18"/>
                    <a:pt x="130" y="16"/>
                  </a:cubicBezTo>
                  <a:cubicBezTo>
                    <a:pt x="133" y="15"/>
                    <a:pt x="136" y="17"/>
                    <a:pt x="138" y="20"/>
                  </a:cubicBezTo>
                  <a:cubicBezTo>
                    <a:pt x="139" y="23"/>
                    <a:pt x="138" y="26"/>
                    <a:pt x="135" y="27"/>
                  </a:cubicBezTo>
                  <a:cubicBezTo>
                    <a:pt x="134" y="28"/>
                    <a:pt x="133" y="28"/>
                    <a:pt x="132" y="28"/>
                  </a:cubicBezTo>
                  <a:cubicBezTo>
                    <a:pt x="130" y="28"/>
                    <a:pt x="128" y="26"/>
                    <a:pt x="127" y="24"/>
                  </a:cubicBezTo>
                  <a:close/>
                  <a:moveTo>
                    <a:pt x="287" y="25"/>
                  </a:moveTo>
                  <a:cubicBezTo>
                    <a:pt x="284" y="24"/>
                    <a:pt x="282" y="20"/>
                    <a:pt x="283" y="17"/>
                  </a:cubicBezTo>
                  <a:cubicBezTo>
                    <a:pt x="285" y="14"/>
                    <a:pt x="288" y="13"/>
                    <a:pt x="291" y="14"/>
                  </a:cubicBezTo>
                  <a:cubicBezTo>
                    <a:pt x="294" y="15"/>
                    <a:pt x="295" y="19"/>
                    <a:pt x="294" y="22"/>
                  </a:cubicBezTo>
                  <a:cubicBezTo>
                    <a:pt x="293" y="24"/>
                    <a:pt x="291" y="25"/>
                    <a:pt x="289" y="25"/>
                  </a:cubicBezTo>
                  <a:cubicBezTo>
                    <a:pt x="288" y="25"/>
                    <a:pt x="287" y="25"/>
                    <a:pt x="287" y="25"/>
                  </a:cubicBezTo>
                  <a:close/>
                  <a:moveTo>
                    <a:pt x="157" y="13"/>
                  </a:moveTo>
                  <a:cubicBezTo>
                    <a:pt x="156" y="10"/>
                    <a:pt x="158" y="7"/>
                    <a:pt x="161" y="6"/>
                  </a:cubicBezTo>
                  <a:cubicBezTo>
                    <a:pt x="164" y="5"/>
                    <a:pt x="168" y="7"/>
                    <a:pt x="168" y="10"/>
                  </a:cubicBezTo>
                  <a:cubicBezTo>
                    <a:pt x="169" y="13"/>
                    <a:pt x="167" y="17"/>
                    <a:pt x="164" y="17"/>
                  </a:cubicBezTo>
                  <a:cubicBezTo>
                    <a:pt x="164" y="17"/>
                    <a:pt x="163" y="17"/>
                    <a:pt x="163" y="17"/>
                  </a:cubicBezTo>
                  <a:cubicBezTo>
                    <a:pt x="160" y="17"/>
                    <a:pt x="158" y="16"/>
                    <a:pt x="157" y="13"/>
                  </a:cubicBezTo>
                  <a:close/>
                  <a:moveTo>
                    <a:pt x="257" y="16"/>
                  </a:moveTo>
                  <a:cubicBezTo>
                    <a:pt x="254" y="15"/>
                    <a:pt x="252" y="12"/>
                    <a:pt x="252" y="9"/>
                  </a:cubicBezTo>
                  <a:cubicBezTo>
                    <a:pt x="253" y="6"/>
                    <a:pt x="256" y="4"/>
                    <a:pt x="259" y="5"/>
                  </a:cubicBezTo>
                  <a:cubicBezTo>
                    <a:pt x="263" y="5"/>
                    <a:pt x="265" y="8"/>
                    <a:pt x="264" y="11"/>
                  </a:cubicBezTo>
                  <a:cubicBezTo>
                    <a:pt x="263" y="14"/>
                    <a:pt x="261" y="16"/>
                    <a:pt x="258" y="16"/>
                  </a:cubicBezTo>
                  <a:cubicBezTo>
                    <a:pt x="258" y="16"/>
                    <a:pt x="257" y="16"/>
                    <a:pt x="257" y="16"/>
                  </a:cubicBezTo>
                  <a:close/>
                  <a:moveTo>
                    <a:pt x="189" y="7"/>
                  </a:moveTo>
                  <a:cubicBezTo>
                    <a:pt x="188" y="4"/>
                    <a:pt x="191" y="1"/>
                    <a:pt x="194" y="0"/>
                  </a:cubicBezTo>
                  <a:cubicBezTo>
                    <a:pt x="197" y="0"/>
                    <a:pt x="200" y="3"/>
                    <a:pt x="200" y="6"/>
                  </a:cubicBezTo>
                  <a:cubicBezTo>
                    <a:pt x="200" y="9"/>
                    <a:pt x="198" y="12"/>
                    <a:pt x="195" y="12"/>
                  </a:cubicBezTo>
                  <a:cubicBezTo>
                    <a:pt x="194" y="12"/>
                    <a:pt x="194" y="12"/>
                    <a:pt x="194" y="12"/>
                  </a:cubicBezTo>
                  <a:cubicBezTo>
                    <a:pt x="191" y="12"/>
                    <a:pt x="189" y="10"/>
                    <a:pt x="189" y="7"/>
                  </a:cubicBezTo>
                  <a:close/>
                  <a:moveTo>
                    <a:pt x="226" y="12"/>
                  </a:moveTo>
                  <a:cubicBezTo>
                    <a:pt x="223" y="11"/>
                    <a:pt x="220" y="9"/>
                    <a:pt x="221" y="5"/>
                  </a:cubicBezTo>
                  <a:cubicBezTo>
                    <a:pt x="221" y="2"/>
                    <a:pt x="224" y="0"/>
                    <a:pt x="227" y="0"/>
                  </a:cubicBezTo>
                  <a:cubicBezTo>
                    <a:pt x="230" y="0"/>
                    <a:pt x="232" y="3"/>
                    <a:pt x="232" y="6"/>
                  </a:cubicBezTo>
                  <a:cubicBezTo>
                    <a:pt x="232" y="9"/>
                    <a:pt x="229" y="12"/>
                    <a:pt x="226" y="1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9" name="Google Shape;289;p7"/>
            <p:cNvSpPr/>
            <p:nvPr/>
          </p:nvSpPr>
          <p:spPr>
            <a:xfrm>
              <a:off x="5913438" y="4510088"/>
              <a:ext cx="625475" cy="625475"/>
            </a:xfrm>
            <a:custGeom>
              <a:avLst/>
              <a:gdLst/>
              <a:ahLst/>
              <a:cxnLst/>
              <a:rect l="l" t="t" r="r" b="b"/>
              <a:pathLst>
                <a:path w="371" h="371" extrusionOk="0">
                  <a:moveTo>
                    <a:pt x="186" y="371"/>
                  </a:moveTo>
                  <a:cubicBezTo>
                    <a:pt x="83" y="371"/>
                    <a:pt x="0" y="288"/>
                    <a:pt x="0" y="186"/>
                  </a:cubicBezTo>
                  <a:cubicBezTo>
                    <a:pt x="0" y="83"/>
                    <a:pt x="83" y="0"/>
                    <a:pt x="186" y="0"/>
                  </a:cubicBezTo>
                  <a:cubicBezTo>
                    <a:pt x="288" y="0"/>
                    <a:pt x="371" y="83"/>
                    <a:pt x="371" y="186"/>
                  </a:cubicBezTo>
                  <a:cubicBezTo>
                    <a:pt x="371" y="288"/>
                    <a:pt x="288" y="371"/>
                    <a:pt x="186" y="371"/>
                  </a:cubicBezTo>
                  <a:close/>
                  <a:moveTo>
                    <a:pt x="186" y="8"/>
                  </a:moveTo>
                  <a:cubicBezTo>
                    <a:pt x="88" y="8"/>
                    <a:pt x="8" y="88"/>
                    <a:pt x="8" y="186"/>
                  </a:cubicBezTo>
                  <a:cubicBezTo>
                    <a:pt x="8" y="283"/>
                    <a:pt x="88" y="363"/>
                    <a:pt x="186" y="363"/>
                  </a:cubicBezTo>
                  <a:cubicBezTo>
                    <a:pt x="283" y="363"/>
                    <a:pt x="363" y="283"/>
                    <a:pt x="363" y="186"/>
                  </a:cubicBezTo>
                  <a:cubicBezTo>
                    <a:pt x="363" y="88"/>
                    <a:pt x="283" y="8"/>
                    <a:pt x="186" y="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0" name="Google Shape;290;p7"/>
            <p:cNvSpPr/>
            <p:nvPr/>
          </p:nvSpPr>
          <p:spPr>
            <a:xfrm>
              <a:off x="5978525" y="4573588"/>
              <a:ext cx="496888" cy="498475"/>
            </a:xfrm>
            <a:custGeom>
              <a:avLst/>
              <a:gdLst/>
              <a:ahLst/>
              <a:cxnLst/>
              <a:rect l="l" t="t" r="r" b="b"/>
              <a:pathLst>
                <a:path w="295" h="295" extrusionOk="0">
                  <a:moveTo>
                    <a:pt x="148" y="295"/>
                  </a:moveTo>
                  <a:cubicBezTo>
                    <a:pt x="66" y="295"/>
                    <a:pt x="0" y="229"/>
                    <a:pt x="0" y="148"/>
                  </a:cubicBezTo>
                  <a:cubicBezTo>
                    <a:pt x="0" y="66"/>
                    <a:pt x="66" y="0"/>
                    <a:pt x="148" y="0"/>
                  </a:cubicBezTo>
                  <a:cubicBezTo>
                    <a:pt x="229" y="0"/>
                    <a:pt x="295" y="66"/>
                    <a:pt x="295" y="148"/>
                  </a:cubicBezTo>
                  <a:cubicBezTo>
                    <a:pt x="295" y="229"/>
                    <a:pt x="229" y="295"/>
                    <a:pt x="148" y="295"/>
                  </a:cubicBezTo>
                  <a:close/>
                  <a:moveTo>
                    <a:pt x="148" y="31"/>
                  </a:moveTo>
                  <a:cubicBezTo>
                    <a:pt x="83" y="31"/>
                    <a:pt x="31" y="83"/>
                    <a:pt x="31" y="148"/>
                  </a:cubicBezTo>
                  <a:cubicBezTo>
                    <a:pt x="31" y="212"/>
                    <a:pt x="83" y="264"/>
                    <a:pt x="148" y="264"/>
                  </a:cubicBezTo>
                  <a:cubicBezTo>
                    <a:pt x="212" y="264"/>
                    <a:pt x="264" y="212"/>
                    <a:pt x="264" y="148"/>
                  </a:cubicBezTo>
                  <a:cubicBezTo>
                    <a:pt x="264" y="83"/>
                    <a:pt x="212" y="31"/>
                    <a:pt x="148" y="3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1" name="Google Shape;291;p7"/>
          <p:cNvGrpSpPr/>
          <p:nvPr/>
        </p:nvGrpSpPr>
        <p:grpSpPr>
          <a:xfrm>
            <a:off x="715175" y="3353343"/>
            <a:ext cx="8428828" cy="1790153"/>
            <a:chOff x="715175" y="3353343"/>
            <a:chExt cx="8428828" cy="1790153"/>
          </a:xfrm>
        </p:grpSpPr>
        <p:grpSp>
          <p:nvGrpSpPr>
            <p:cNvPr id="292" name="Google Shape;292;p7"/>
            <p:cNvGrpSpPr/>
            <p:nvPr/>
          </p:nvGrpSpPr>
          <p:grpSpPr>
            <a:xfrm>
              <a:off x="7356018" y="3353343"/>
              <a:ext cx="1787985" cy="1790153"/>
              <a:chOff x="4087813" y="1714500"/>
              <a:chExt cx="1309688" cy="1311275"/>
            </a:xfrm>
          </p:grpSpPr>
          <p:sp>
            <p:nvSpPr>
              <p:cNvPr id="293" name="Google Shape;293;p7"/>
              <p:cNvSpPr/>
              <p:nvPr/>
            </p:nvSpPr>
            <p:spPr>
              <a:xfrm>
                <a:off x="5318125" y="2239963"/>
                <a:ext cx="79375" cy="785813"/>
              </a:xfrm>
              <a:custGeom>
                <a:avLst/>
                <a:gdLst/>
                <a:ahLst/>
                <a:cxnLst/>
                <a:rect l="l" t="t" r="r" b="b"/>
                <a:pathLst>
                  <a:path w="50" h="495" extrusionOk="0">
                    <a:moveTo>
                      <a:pt x="50" y="495"/>
                    </a:moveTo>
                    <a:lnTo>
                      <a:pt x="0" y="495"/>
                    </a:lnTo>
                    <a:lnTo>
                      <a:pt x="0" y="50"/>
                    </a:lnTo>
                    <a:lnTo>
                      <a:pt x="50" y="0"/>
                    </a:lnTo>
                    <a:lnTo>
                      <a:pt x="50" y="49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4" name="Google Shape;294;p7"/>
              <p:cNvSpPr/>
              <p:nvPr/>
            </p:nvSpPr>
            <p:spPr>
              <a:xfrm>
                <a:off x="5318125" y="2065338"/>
                <a:ext cx="79375" cy="166688"/>
              </a:xfrm>
              <a:custGeom>
                <a:avLst/>
                <a:gdLst/>
                <a:ahLst/>
                <a:cxnLst/>
                <a:rect l="l" t="t" r="r" b="b"/>
                <a:pathLst>
                  <a:path w="50" h="105" extrusionOk="0">
                    <a:moveTo>
                      <a:pt x="50" y="55"/>
                    </a:moveTo>
                    <a:lnTo>
                      <a:pt x="0" y="105"/>
                    </a:lnTo>
                    <a:lnTo>
                      <a:pt x="0" y="50"/>
                    </a:lnTo>
                    <a:lnTo>
                      <a:pt x="50" y="0"/>
                    </a:lnTo>
                    <a:lnTo>
                      <a:pt x="50" y="5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5" name="Google Shape;295;p7"/>
              <p:cNvSpPr/>
              <p:nvPr/>
            </p:nvSpPr>
            <p:spPr>
              <a:xfrm>
                <a:off x="5318125" y="1889125"/>
                <a:ext cx="79375" cy="166688"/>
              </a:xfrm>
              <a:custGeom>
                <a:avLst/>
                <a:gdLst/>
                <a:ahLst/>
                <a:cxnLst/>
                <a:rect l="l" t="t" r="r" b="b"/>
                <a:pathLst>
                  <a:path w="50" h="105" extrusionOk="0">
                    <a:moveTo>
                      <a:pt x="50" y="56"/>
                    </a:moveTo>
                    <a:lnTo>
                      <a:pt x="0" y="105"/>
                    </a:lnTo>
                    <a:lnTo>
                      <a:pt x="0" y="50"/>
                    </a:lnTo>
                    <a:lnTo>
                      <a:pt x="50" y="0"/>
                    </a:lnTo>
                    <a:lnTo>
                      <a:pt x="50" y="56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6" name="Google Shape;296;p7"/>
              <p:cNvSpPr/>
              <p:nvPr/>
            </p:nvSpPr>
            <p:spPr>
              <a:xfrm>
                <a:off x="5318125" y="1714500"/>
                <a:ext cx="79375" cy="166688"/>
              </a:xfrm>
              <a:custGeom>
                <a:avLst/>
                <a:gdLst/>
                <a:ahLst/>
                <a:cxnLst/>
                <a:rect l="l" t="t" r="r" b="b"/>
                <a:pathLst>
                  <a:path w="50" h="105" extrusionOk="0">
                    <a:moveTo>
                      <a:pt x="0" y="50"/>
                    </a:moveTo>
                    <a:lnTo>
                      <a:pt x="50" y="0"/>
                    </a:lnTo>
                    <a:lnTo>
                      <a:pt x="50" y="55"/>
                    </a:lnTo>
                    <a:lnTo>
                      <a:pt x="0" y="105"/>
                    </a:lnTo>
                    <a:lnTo>
                      <a:pt x="0" y="5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7" name="Google Shape;297;p7"/>
              <p:cNvSpPr/>
              <p:nvPr/>
            </p:nvSpPr>
            <p:spPr>
              <a:xfrm>
                <a:off x="4613275" y="2943225"/>
                <a:ext cx="784225" cy="82550"/>
              </a:xfrm>
              <a:custGeom>
                <a:avLst/>
                <a:gdLst/>
                <a:ahLst/>
                <a:cxnLst/>
                <a:rect l="l" t="t" r="r" b="b"/>
                <a:pathLst>
                  <a:path w="494" h="52" extrusionOk="0">
                    <a:moveTo>
                      <a:pt x="494" y="52"/>
                    </a:moveTo>
                    <a:lnTo>
                      <a:pt x="494" y="0"/>
                    </a:lnTo>
                    <a:lnTo>
                      <a:pt x="51" y="0"/>
                    </a:lnTo>
                    <a:lnTo>
                      <a:pt x="0" y="52"/>
                    </a:lnTo>
                    <a:lnTo>
                      <a:pt x="494" y="5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8" name="Google Shape;298;p7"/>
              <p:cNvSpPr/>
              <p:nvPr/>
            </p:nvSpPr>
            <p:spPr>
              <a:xfrm>
                <a:off x="4438650" y="2943225"/>
                <a:ext cx="168275" cy="82550"/>
              </a:xfrm>
              <a:custGeom>
                <a:avLst/>
                <a:gdLst/>
                <a:ahLst/>
                <a:cxnLst/>
                <a:rect l="l" t="t" r="r" b="b"/>
                <a:pathLst>
                  <a:path w="106" h="52" extrusionOk="0">
                    <a:moveTo>
                      <a:pt x="55" y="52"/>
                    </a:moveTo>
                    <a:lnTo>
                      <a:pt x="106" y="0"/>
                    </a:lnTo>
                    <a:lnTo>
                      <a:pt x="50" y="0"/>
                    </a:lnTo>
                    <a:lnTo>
                      <a:pt x="0" y="52"/>
                    </a:lnTo>
                    <a:lnTo>
                      <a:pt x="55" y="5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9" name="Google Shape;299;p7"/>
              <p:cNvSpPr/>
              <p:nvPr/>
            </p:nvSpPr>
            <p:spPr>
              <a:xfrm>
                <a:off x="4262438" y="2943225"/>
                <a:ext cx="166688" cy="82550"/>
              </a:xfrm>
              <a:custGeom>
                <a:avLst/>
                <a:gdLst/>
                <a:ahLst/>
                <a:cxnLst/>
                <a:rect l="l" t="t" r="r" b="b"/>
                <a:pathLst>
                  <a:path w="105" h="52" extrusionOk="0">
                    <a:moveTo>
                      <a:pt x="56" y="52"/>
                    </a:moveTo>
                    <a:lnTo>
                      <a:pt x="105" y="0"/>
                    </a:lnTo>
                    <a:lnTo>
                      <a:pt x="50" y="0"/>
                    </a:lnTo>
                    <a:lnTo>
                      <a:pt x="0" y="52"/>
                    </a:lnTo>
                    <a:lnTo>
                      <a:pt x="56" y="5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0" name="Google Shape;300;p7"/>
              <p:cNvSpPr/>
              <p:nvPr/>
            </p:nvSpPr>
            <p:spPr>
              <a:xfrm>
                <a:off x="4087813" y="2943225"/>
                <a:ext cx="166688" cy="82550"/>
              </a:xfrm>
              <a:custGeom>
                <a:avLst/>
                <a:gdLst/>
                <a:ahLst/>
                <a:cxnLst/>
                <a:rect l="l" t="t" r="r" b="b"/>
                <a:pathLst>
                  <a:path w="105" h="52" extrusionOk="0">
                    <a:moveTo>
                      <a:pt x="50" y="0"/>
                    </a:moveTo>
                    <a:lnTo>
                      <a:pt x="0" y="52"/>
                    </a:lnTo>
                    <a:lnTo>
                      <a:pt x="55" y="52"/>
                    </a:lnTo>
                    <a:lnTo>
                      <a:pt x="105" y="0"/>
                    </a:lnTo>
                    <a:lnTo>
                      <a:pt x="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301" name="Google Shape;301;p7"/>
            <p:cNvCxnSpPr/>
            <p:nvPr/>
          </p:nvCxnSpPr>
          <p:spPr>
            <a:xfrm>
              <a:off x="715175" y="4873700"/>
              <a:ext cx="2783100" cy="0"/>
            </a:xfrm>
            <a:prstGeom prst="straightConnector1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02" name="Google Shape;302;p7"/>
          <p:cNvSpPr txBox="1">
            <a:spLocks noGrp="1"/>
          </p:cNvSpPr>
          <p:nvPr>
            <p:ph type="title"/>
          </p:nvPr>
        </p:nvSpPr>
        <p:spPr>
          <a:xfrm>
            <a:off x="4135975" y="878850"/>
            <a:ext cx="3703500" cy="102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03" name="Google Shape;303;p7"/>
          <p:cNvSpPr txBox="1">
            <a:spLocks noGrp="1"/>
          </p:cNvSpPr>
          <p:nvPr>
            <p:ph type="subTitle" idx="1"/>
          </p:nvPr>
        </p:nvSpPr>
        <p:spPr>
          <a:xfrm>
            <a:off x="4135975" y="1966350"/>
            <a:ext cx="4294800" cy="229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1pPr>
            <a:lvl2pPr lvl="1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romanLcPeriod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rabicPeriod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rabicPeriod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lphaLcPeriod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9pPr>
          </a:lstStyle>
          <a:p>
            <a:endParaRPr/>
          </a:p>
        </p:txBody>
      </p:sp>
      <p:sp>
        <p:nvSpPr>
          <p:cNvPr id="304" name="Google Shape;304;p7"/>
          <p:cNvSpPr>
            <a:spLocks noGrp="1"/>
          </p:cNvSpPr>
          <p:nvPr>
            <p:ph type="pic" idx="2"/>
          </p:nvPr>
        </p:nvSpPr>
        <p:spPr>
          <a:xfrm>
            <a:off x="713225" y="539500"/>
            <a:ext cx="2787000" cy="4064400"/>
          </a:xfrm>
          <a:prstGeom prst="snip2DiagRect">
            <a:avLst>
              <a:gd name="adj1" fmla="val 0"/>
              <a:gd name="adj2" fmla="val 16667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8"/>
          <p:cNvSpPr txBox="1">
            <a:spLocks noGrp="1"/>
          </p:cNvSpPr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307" name="Google Shape;307;p8"/>
          <p:cNvGrpSpPr/>
          <p:nvPr/>
        </p:nvGrpSpPr>
        <p:grpSpPr>
          <a:xfrm flipH="1">
            <a:off x="6" y="118"/>
            <a:ext cx="8943739" cy="4997799"/>
            <a:chOff x="200264" y="118"/>
            <a:chExt cx="8943739" cy="4997799"/>
          </a:xfrm>
        </p:grpSpPr>
        <p:grpSp>
          <p:nvGrpSpPr>
            <p:cNvPr id="308" name="Google Shape;308;p8"/>
            <p:cNvGrpSpPr/>
            <p:nvPr/>
          </p:nvGrpSpPr>
          <p:grpSpPr>
            <a:xfrm rot="10800000" flipH="1">
              <a:off x="7356018" y="118"/>
              <a:ext cx="1787985" cy="1790153"/>
              <a:chOff x="4087813" y="1714500"/>
              <a:chExt cx="1309688" cy="1311275"/>
            </a:xfrm>
          </p:grpSpPr>
          <p:sp>
            <p:nvSpPr>
              <p:cNvPr id="309" name="Google Shape;309;p8"/>
              <p:cNvSpPr/>
              <p:nvPr/>
            </p:nvSpPr>
            <p:spPr>
              <a:xfrm>
                <a:off x="5318125" y="2239963"/>
                <a:ext cx="79375" cy="785813"/>
              </a:xfrm>
              <a:custGeom>
                <a:avLst/>
                <a:gdLst/>
                <a:ahLst/>
                <a:cxnLst/>
                <a:rect l="l" t="t" r="r" b="b"/>
                <a:pathLst>
                  <a:path w="50" h="495" extrusionOk="0">
                    <a:moveTo>
                      <a:pt x="50" y="495"/>
                    </a:moveTo>
                    <a:lnTo>
                      <a:pt x="0" y="495"/>
                    </a:lnTo>
                    <a:lnTo>
                      <a:pt x="0" y="50"/>
                    </a:lnTo>
                    <a:lnTo>
                      <a:pt x="50" y="0"/>
                    </a:lnTo>
                    <a:lnTo>
                      <a:pt x="50" y="49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0" name="Google Shape;310;p8"/>
              <p:cNvSpPr/>
              <p:nvPr/>
            </p:nvSpPr>
            <p:spPr>
              <a:xfrm>
                <a:off x="5318125" y="2065338"/>
                <a:ext cx="79375" cy="166688"/>
              </a:xfrm>
              <a:custGeom>
                <a:avLst/>
                <a:gdLst/>
                <a:ahLst/>
                <a:cxnLst/>
                <a:rect l="l" t="t" r="r" b="b"/>
                <a:pathLst>
                  <a:path w="50" h="105" extrusionOk="0">
                    <a:moveTo>
                      <a:pt x="50" y="55"/>
                    </a:moveTo>
                    <a:lnTo>
                      <a:pt x="0" y="105"/>
                    </a:lnTo>
                    <a:lnTo>
                      <a:pt x="0" y="50"/>
                    </a:lnTo>
                    <a:lnTo>
                      <a:pt x="50" y="0"/>
                    </a:lnTo>
                    <a:lnTo>
                      <a:pt x="50" y="5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1" name="Google Shape;311;p8"/>
              <p:cNvSpPr/>
              <p:nvPr/>
            </p:nvSpPr>
            <p:spPr>
              <a:xfrm>
                <a:off x="5318125" y="1889125"/>
                <a:ext cx="79375" cy="166688"/>
              </a:xfrm>
              <a:custGeom>
                <a:avLst/>
                <a:gdLst/>
                <a:ahLst/>
                <a:cxnLst/>
                <a:rect l="l" t="t" r="r" b="b"/>
                <a:pathLst>
                  <a:path w="50" h="105" extrusionOk="0">
                    <a:moveTo>
                      <a:pt x="50" y="56"/>
                    </a:moveTo>
                    <a:lnTo>
                      <a:pt x="0" y="105"/>
                    </a:lnTo>
                    <a:lnTo>
                      <a:pt x="0" y="50"/>
                    </a:lnTo>
                    <a:lnTo>
                      <a:pt x="50" y="0"/>
                    </a:lnTo>
                    <a:lnTo>
                      <a:pt x="50" y="56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2" name="Google Shape;312;p8"/>
              <p:cNvSpPr/>
              <p:nvPr/>
            </p:nvSpPr>
            <p:spPr>
              <a:xfrm>
                <a:off x="5318125" y="1714500"/>
                <a:ext cx="79375" cy="166688"/>
              </a:xfrm>
              <a:custGeom>
                <a:avLst/>
                <a:gdLst/>
                <a:ahLst/>
                <a:cxnLst/>
                <a:rect l="l" t="t" r="r" b="b"/>
                <a:pathLst>
                  <a:path w="50" h="105" extrusionOk="0">
                    <a:moveTo>
                      <a:pt x="0" y="50"/>
                    </a:moveTo>
                    <a:lnTo>
                      <a:pt x="50" y="0"/>
                    </a:lnTo>
                    <a:lnTo>
                      <a:pt x="50" y="55"/>
                    </a:lnTo>
                    <a:lnTo>
                      <a:pt x="0" y="105"/>
                    </a:lnTo>
                    <a:lnTo>
                      <a:pt x="0" y="5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3" name="Google Shape;313;p8"/>
              <p:cNvSpPr/>
              <p:nvPr/>
            </p:nvSpPr>
            <p:spPr>
              <a:xfrm>
                <a:off x="4613275" y="2943225"/>
                <a:ext cx="784225" cy="82550"/>
              </a:xfrm>
              <a:custGeom>
                <a:avLst/>
                <a:gdLst/>
                <a:ahLst/>
                <a:cxnLst/>
                <a:rect l="l" t="t" r="r" b="b"/>
                <a:pathLst>
                  <a:path w="494" h="52" extrusionOk="0">
                    <a:moveTo>
                      <a:pt x="494" y="52"/>
                    </a:moveTo>
                    <a:lnTo>
                      <a:pt x="494" y="0"/>
                    </a:lnTo>
                    <a:lnTo>
                      <a:pt x="51" y="0"/>
                    </a:lnTo>
                    <a:lnTo>
                      <a:pt x="0" y="52"/>
                    </a:lnTo>
                    <a:lnTo>
                      <a:pt x="494" y="5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4" name="Google Shape;314;p8"/>
              <p:cNvSpPr/>
              <p:nvPr/>
            </p:nvSpPr>
            <p:spPr>
              <a:xfrm>
                <a:off x="4438650" y="2943225"/>
                <a:ext cx="168275" cy="82550"/>
              </a:xfrm>
              <a:custGeom>
                <a:avLst/>
                <a:gdLst/>
                <a:ahLst/>
                <a:cxnLst/>
                <a:rect l="l" t="t" r="r" b="b"/>
                <a:pathLst>
                  <a:path w="106" h="52" extrusionOk="0">
                    <a:moveTo>
                      <a:pt x="55" y="52"/>
                    </a:moveTo>
                    <a:lnTo>
                      <a:pt x="106" y="0"/>
                    </a:lnTo>
                    <a:lnTo>
                      <a:pt x="50" y="0"/>
                    </a:lnTo>
                    <a:lnTo>
                      <a:pt x="0" y="52"/>
                    </a:lnTo>
                    <a:lnTo>
                      <a:pt x="55" y="5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5" name="Google Shape;315;p8"/>
              <p:cNvSpPr/>
              <p:nvPr/>
            </p:nvSpPr>
            <p:spPr>
              <a:xfrm>
                <a:off x="4262438" y="2943225"/>
                <a:ext cx="166688" cy="82550"/>
              </a:xfrm>
              <a:custGeom>
                <a:avLst/>
                <a:gdLst/>
                <a:ahLst/>
                <a:cxnLst/>
                <a:rect l="l" t="t" r="r" b="b"/>
                <a:pathLst>
                  <a:path w="105" h="52" extrusionOk="0">
                    <a:moveTo>
                      <a:pt x="56" y="52"/>
                    </a:moveTo>
                    <a:lnTo>
                      <a:pt x="105" y="0"/>
                    </a:lnTo>
                    <a:lnTo>
                      <a:pt x="50" y="0"/>
                    </a:lnTo>
                    <a:lnTo>
                      <a:pt x="0" y="52"/>
                    </a:lnTo>
                    <a:lnTo>
                      <a:pt x="56" y="5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6" name="Google Shape;316;p8"/>
              <p:cNvSpPr/>
              <p:nvPr/>
            </p:nvSpPr>
            <p:spPr>
              <a:xfrm>
                <a:off x="4087813" y="2943225"/>
                <a:ext cx="166688" cy="82550"/>
              </a:xfrm>
              <a:custGeom>
                <a:avLst/>
                <a:gdLst/>
                <a:ahLst/>
                <a:cxnLst/>
                <a:rect l="l" t="t" r="r" b="b"/>
                <a:pathLst>
                  <a:path w="105" h="52" extrusionOk="0">
                    <a:moveTo>
                      <a:pt x="50" y="0"/>
                    </a:moveTo>
                    <a:lnTo>
                      <a:pt x="0" y="52"/>
                    </a:lnTo>
                    <a:lnTo>
                      <a:pt x="55" y="52"/>
                    </a:lnTo>
                    <a:lnTo>
                      <a:pt x="105" y="0"/>
                    </a:lnTo>
                    <a:lnTo>
                      <a:pt x="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17" name="Google Shape;317;p8"/>
            <p:cNvGrpSpPr/>
            <p:nvPr/>
          </p:nvGrpSpPr>
          <p:grpSpPr>
            <a:xfrm>
              <a:off x="200264" y="4749486"/>
              <a:ext cx="1025928" cy="248431"/>
              <a:chOff x="4287838" y="1025525"/>
              <a:chExt cx="708025" cy="171450"/>
            </a:xfrm>
          </p:grpSpPr>
          <p:sp>
            <p:nvSpPr>
              <p:cNvPr id="318" name="Google Shape;318;p8"/>
              <p:cNvSpPr/>
              <p:nvPr/>
            </p:nvSpPr>
            <p:spPr>
              <a:xfrm>
                <a:off x="4914900" y="1025525"/>
                <a:ext cx="80963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51" h="108" extrusionOk="0">
                    <a:moveTo>
                      <a:pt x="38" y="0"/>
                    </a:moveTo>
                    <a:lnTo>
                      <a:pt x="51" y="10"/>
                    </a:lnTo>
                    <a:lnTo>
                      <a:pt x="21" y="54"/>
                    </a:lnTo>
                    <a:lnTo>
                      <a:pt x="51" y="99"/>
                    </a:lnTo>
                    <a:lnTo>
                      <a:pt x="38" y="108"/>
                    </a:lnTo>
                    <a:lnTo>
                      <a:pt x="0" y="54"/>
                    </a:lnTo>
                    <a:lnTo>
                      <a:pt x="38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9" name="Google Shape;319;p8"/>
              <p:cNvSpPr/>
              <p:nvPr/>
            </p:nvSpPr>
            <p:spPr>
              <a:xfrm>
                <a:off x="4846638" y="1025525"/>
                <a:ext cx="80963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51" h="108" extrusionOk="0">
                    <a:moveTo>
                      <a:pt x="37" y="0"/>
                    </a:moveTo>
                    <a:lnTo>
                      <a:pt x="51" y="10"/>
                    </a:lnTo>
                    <a:lnTo>
                      <a:pt x="20" y="54"/>
                    </a:lnTo>
                    <a:lnTo>
                      <a:pt x="51" y="99"/>
                    </a:lnTo>
                    <a:lnTo>
                      <a:pt x="37" y="108"/>
                    </a:lnTo>
                    <a:lnTo>
                      <a:pt x="0" y="54"/>
                    </a:lnTo>
                    <a:lnTo>
                      <a:pt x="3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0" name="Google Shape;320;p8"/>
              <p:cNvSpPr/>
              <p:nvPr/>
            </p:nvSpPr>
            <p:spPr>
              <a:xfrm>
                <a:off x="4776788" y="1025525"/>
                <a:ext cx="79375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50" h="108" extrusionOk="0">
                    <a:moveTo>
                      <a:pt x="37" y="0"/>
                    </a:moveTo>
                    <a:lnTo>
                      <a:pt x="50" y="10"/>
                    </a:lnTo>
                    <a:lnTo>
                      <a:pt x="19" y="54"/>
                    </a:lnTo>
                    <a:lnTo>
                      <a:pt x="50" y="99"/>
                    </a:lnTo>
                    <a:lnTo>
                      <a:pt x="37" y="108"/>
                    </a:lnTo>
                    <a:lnTo>
                      <a:pt x="0" y="54"/>
                    </a:lnTo>
                    <a:lnTo>
                      <a:pt x="3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1" name="Google Shape;321;p8"/>
              <p:cNvSpPr/>
              <p:nvPr/>
            </p:nvSpPr>
            <p:spPr>
              <a:xfrm>
                <a:off x="4706938" y="1025525"/>
                <a:ext cx="80963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51" h="108" extrusionOk="0">
                    <a:moveTo>
                      <a:pt x="37" y="0"/>
                    </a:moveTo>
                    <a:lnTo>
                      <a:pt x="51" y="10"/>
                    </a:lnTo>
                    <a:lnTo>
                      <a:pt x="20" y="54"/>
                    </a:lnTo>
                    <a:lnTo>
                      <a:pt x="51" y="99"/>
                    </a:lnTo>
                    <a:lnTo>
                      <a:pt x="37" y="108"/>
                    </a:lnTo>
                    <a:lnTo>
                      <a:pt x="0" y="54"/>
                    </a:lnTo>
                    <a:lnTo>
                      <a:pt x="3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2" name="Google Shape;322;p8"/>
              <p:cNvSpPr/>
              <p:nvPr/>
            </p:nvSpPr>
            <p:spPr>
              <a:xfrm>
                <a:off x="4637088" y="1025525"/>
                <a:ext cx="79375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50" h="108" extrusionOk="0">
                    <a:moveTo>
                      <a:pt x="37" y="0"/>
                    </a:moveTo>
                    <a:lnTo>
                      <a:pt x="50" y="10"/>
                    </a:lnTo>
                    <a:lnTo>
                      <a:pt x="19" y="54"/>
                    </a:lnTo>
                    <a:lnTo>
                      <a:pt x="50" y="99"/>
                    </a:lnTo>
                    <a:lnTo>
                      <a:pt x="37" y="108"/>
                    </a:lnTo>
                    <a:lnTo>
                      <a:pt x="0" y="54"/>
                    </a:lnTo>
                    <a:lnTo>
                      <a:pt x="3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3" name="Google Shape;323;p8"/>
              <p:cNvSpPr/>
              <p:nvPr/>
            </p:nvSpPr>
            <p:spPr>
              <a:xfrm>
                <a:off x="4568825" y="1025525"/>
                <a:ext cx="77788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49" h="108" extrusionOk="0">
                    <a:moveTo>
                      <a:pt x="37" y="0"/>
                    </a:moveTo>
                    <a:lnTo>
                      <a:pt x="49" y="10"/>
                    </a:lnTo>
                    <a:lnTo>
                      <a:pt x="19" y="54"/>
                    </a:lnTo>
                    <a:lnTo>
                      <a:pt x="49" y="99"/>
                    </a:lnTo>
                    <a:lnTo>
                      <a:pt x="37" y="108"/>
                    </a:lnTo>
                    <a:lnTo>
                      <a:pt x="0" y="54"/>
                    </a:lnTo>
                    <a:lnTo>
                      <a:pt x="3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4" name="Google Shape;324;p8"/>
              <p:cNvSpPr/>
              <p:nvPr/>
            </p:nvSpPr>
            <p:spPr>
              <a:xfrm>
                <a:off x="4497388" y="1025525"/>
                <a:ext cx="80963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51" h="108" extrusionOk="0">
                    <a:moveTo>
                      <a:pt x="37" y="0"/>
                    </a:moveTo>
                    <a:lnTo>
                      <a:pt x="51" y="10"/>
                    </a:lnTo>
                    <a:lnTo>
                      <a:pt x="20" y="54"/>
                    </a:lnTo>
                    <a:lnTo>
                      <a:pt x="51" y="99"/>
                    </a:lnTo>
                    <a:lnTo>
                      <a:pt x="37" y="108"/>
                    </a:lnTo>
                    <a:lnTo>
                      <a:pt x="0" y="54"/>
                    </a:lnTo>
                    <a:lnTo>
                      <a:pt x="3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5" name="Google Shape;325;p8"/>
              <p:cNvSpPr/>
              <p:nvPr/>
            </p:nvSpPr>
            <p:spPr>
              <a:xfrm>
                <a:off x="4427538" y="1025525"/>
                <a:ext cx="79375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50" h="108" extrusionOk="0">
                    <a:moveTo>
                      <a:pt x="38" y="0"/>
                    </a:moveTo>
                    <a:lnTo>
                      <a:pt x="50" y="10"/>
                    </a:lnTo>
                    <a:lnTo>
                      <a:pt x="20" y="54"/>
                    </a:lnTo>
                    <a:lnTo>
                      <a:pt x="50" y="99"/>
                    </a:lnTo>
                    <a:lnTo>
                      <a:pt x="38" y="108"/>
                    </a:lnTo>
                    <a:lnTo>
                      <a:pt x="0" y="54"/>
                    </a:lnTo>
                    <a:lnTo>
                      <a:pt x="38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6" name="Google Shape;326;p8"/>
              <p:cNvSpPr/>
              <p:nvPr/>
            </p:nvSpPr>
            <p:spPr>
              <a:xfrm>
                <a:off x="4359275" y="1025525"/>
                <a:ext cx="79375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50" h="108" extrusionOk="0">
                    <a:moveTo>
                      <a:pt x="37" y="0"/>
                    </a:moveTo>
                    <a:lnTo>
                      <a:pt x="50" y="10"/>
                    </a:lnTo>
                    <a:lnTo>
                      <a:pt x="19" y="54"/>
                    </a:lnTo>
                    <a:lnTo>
                      <a:pt x="50" y="99"/>
                    </a:lnTo>
                    <a:lnTo>
                      <a:pt x="37" y="108"/>
                    </a:lnTo>
                    <a:lnTo>
                      <a:pt x="0" y="54"/>
                    </a:lnTo>
                    <a:lnTo>
                      <a:pt x="3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7" name="Google Shape;327;p8"/>
              <p:cNvSpPr/>
              <p:nvPr/>
            </p:nvSpPr>
            <p:spPr>
              <a:xfrm>
                <a:off x="4287838" y="1025525"/>
                <a:ext cx="80963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51" h="108" extrusionOk="0">
                    <a:moveTo>
                      <a:pt x="37" y="0"/>
                    </a:moveTo>
                    <a:lnTo>
                      <a:pt x="51" y="10"/>
                    </a:lnTo>
                    <a:lnTo>
                      <a:pt x="20" y="54"/>
                    </a:lnTo>
                    <a:lnTo>
                      <a:pt x="51" y="99"/>
                    </a:lnTo>
                    <a:lnTo>
                      <a:pt x="37" y="108"/>
                    </a:lnTo>
                    <a:lnTo>
                      <a:pt x="0" y="54"/>
                    </a:lnTo>
                    <a:lnTo>
                      <a:pt x="3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28" name="Google Shape;328;p8"/>
          <p:cNvGrpSpPr/>
          <p:nvPr/>
        </p:nvGrpSpPr>
        <p:grpSpPr>
          <a:xfrm flipH="1">
            <a:off x="8577875" y="170821"/>
            <a:ext cx="738953" cy="737378"/>
            <a:chOff x="1120775" y="368300"/>
            <a:chExt cx="744538" cy="742950"/>
          </a:xfrm>
        </p:grpSpPr>
        <p:sp>
          <p:nvSpPr>
            <p:cNvPr id="329" name="Google Shape;329;p8"/>
            <p:cNvSpPr/>
            <p:nvPr/>
          </p:nvSpPr>
          <p:spPr>
            <a:xfrm>
              <a:off x="1120775" y="739775"/>
              <a:ext cx="60325" cy="157163"/>
            </a:xfrm>
            <a:custGeom>
              <a:avLst/>
              <a:gdLst/>
              <a:ahLst/>
              <a:cxnLst/>
              <a:rect l="l" t="t" r="r" b="b"/>
              <a:pathLst>
                <a:path w="36" h="94" extrusionOk="0">
                  <a:moveTo>
                    <a:pt x="21" y="94"/>
                  </a:moveTo>
                  <a:cubicBezTo>
                    <a:pt x="7" y="64"/>
                    <a:pt x="0" y="33"/>
                    <a:pt x="0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17" y="30"/>
                    <a:pt x="23" y="59"/>
                    <a:pt x="36" y="87"/>
                  </a:cubicBezTo>
                  <a:lnTo>
                    <a:pt x="21" y="9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0" name="Google Shape;330;p8"/>
            <p:cNvSpPr/>
            <p:nvPr/>
          </p:nvSpPr>
          <p:spPr>
            <a:xfrm>
              <a:off x="1184275" y="930275"/>
              <a:ext cx="127000" cy="125413"/>
            </a:xfrm>
            <a:custGeom>
              <a:avLst/>
              <a:gdLst/>
              <a:ahLst/>
              <a:cxnLst/>
              <a:rect l="l" t="t" r="r" b="b"/>
              <a:pathLst>
                <a:path w="76" h="75" extrusionOk="0">
                  <a:moveTo>
                    <a:pt x="67" y="75"/>
                  </a:moveTo>
                  <a:cubicBezTo>
                    <a:pt x="41" y="58"/>
                    <a:pt x="17" y="35"/>
                    <a:pt x="0" y="9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30" y="24"/>
                    <a:pt x="51" y="45"/>
                    <a:pt x="76" y="61"/>
                  </a:cubicBezTo>
                  <a:lnTo>
                    <a:pt x="67" y="75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1" name="Google Shape;331;p8"/>
            <p:cNvSpPr/>
            <p:nvPr/>
          </p:nvSpPr>
          <p:spPr>
            <a:xfrm>
              <a:off x="1341438" y="1054100"/>
              <a:ext cx="69850" cy="46037"/>
            </a:xfrm>
            <a:custGeom>
              <a:avLst/>
              <a:gdLst/>
              <a:ahLst/>
              <a:cxnLst/>
              <a:rect l="l" t="t" r="r" b="b"/>
              <a:pathLst>
                <a:path w="41" h="27" extrusionOk="0">
                  <a:moveTo>
                    <a:pt x="37" y="27"/>
                  </a:moveTo>
                  <a:cubicBezTo>
                    <a:pt x="25" y="24"/>
                    <a:pt x="12" y="20"/>
                    <a:pt x="0" y="15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8" y="5"/>
                    <a:pt x="30" y="9"/>
                    <a:pt x="41" y="11"/>
                  </a:cubicBezTo>
                  <a:lnTo>
                    <a:pt x="37" y="27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2" name="Google Shape;332;p8"/>
            <p:cNvSpPr/>
            <p:nvPr/>
          </p:nvSpPr>
          <p:spPr>
            <a:xfrm>
              <a:off x="1447800" y="1057275"/>
              <a:ext cx="187325" cy="53975"/>
            </a:xfrm>
            <a:custGeom>
              <a:avLst/>
              <a:gdLst/>
              <a:ahLst/>
              <a:cxnLst/>
              <a:rect l="l" t="t" r="r" b="b"/>
              <a:pathLst>
                <a:path w="111" h="32" extrusionOk="0">
                  <a:moveTo>
                    <a:pt x="27" y="32"/>
                  </a:moveTo>
                  <a:cubicBezTo>
                    <a:pt x="18" y="32"/>
                    <a:pt x="9" y="31"/>
                    <a:pt x="0" y="30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10" y="15"/>
                    <a:pt x="18" y="15"/>
                    <a:pt x="27" y="15"/>
                  </a:cubicBezTo>
                  <a:cubicBezTo>
                    <a:pt x="54" y="15"/>
                    <a:pt x="80" y="10"/>
                    <a:pt x="104" y="0"/>
                  </a:cubicBezTo>
                  <a:cubicBezTo>
                    <a:pt x="111" y="15"/>
                    <a:pt x="111" y="15"/>
                    <a:pt x="111" y="15"/>
                  </a:cubicBezTo>
                  <a:cubicBezTo>
                    <a:pt x="84" y="26"/>
                    <a:pt x="56" y="32"/>
                    <a:pt x="27" y="3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3" name="Google Shape;333;p8"/>
            <p:cNvSpPr/>
            <p:nvPr/>
          </p:nvSpPr>
          <p:spPr>
            <a:xfrm>
              <a:off x="1681163" y="923925"/>
              <a:ext cx="127000" cy="127000"/>
            </a:xfrm>
            <a:custGeom>
              <a:avLst/>
              <a:gdLst/>
              <a:ahLst/>
              <a:cxnLst/>
              <a:rect l="l" t="t" r="r" b="b"/>
              <a:pathLst>
                <a:path w="75" h="75" extrusionOk="0">
                  <a:moveTo>
                    <a:pt x="9" y="75"/>
                  </a:moveTo>
                  <a:cubicBezTo>
                    <a:pt x="0" y="61"/>
                    <a:pt x="0" y="61"/>
                    <a:pt x="0" y="61"/>
                  </a:cubicBezTo>
                  <a:cubicBezTo>
                    <a:pt x="24" y="46"/>
                    <a:pt x="45" y="24"/>
                    <a:pt x="61" y="0"/>
                  </a:cubicBezTo>
                  <a:cubicBezTo>
                    <a:pt x="75" y="9"/>
                    <a:pt x="75" y="9"/>
                    <a:pt x="75" y="9"/>
                  </a:cubicBezTo>
                  <a:cubicBezTo>
                    <a:pt x="58" y="35"/>
                    <a:pt x="35" y="58"/>
                    <a:pt x="9" y="7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4" name="Google Shape;334;p8"/>
            <p:cNvSpPr/>
            <p:nvPr/>
          </p:nvSpPr>
          <p:spPr>
            <a:xfrm>
              <a:off x="1830388" y="668338"/>
              <a:ext cx="34925" cy="142875"/>
            </a:xfrm>
            <a:custGeom>
              <a:avLst/>
              <a:gdLst/>
              <a:ahLst/>
              <a:cxnLst/>
              <a:rect l="l" t="t" r="r" b="b"/>
              <a:pathLst>
                <a:path w="20" h="85" extrusionOk="0">
                  <a:moveTo>
                    <a:pt x="16" y="85"/>
                  </a:moveTo>
                  <a:cubicBezTo>
                    <a:pt x="0" y="82"/>
                    <a:pt x="0" y="82"/>
                    <a:pt x="0" y="82"/>
                  </a:cubicBezTo>
                  <a:cubicBezTo>
                    <a:pt x="2" y="69"/>
                    <a:pt x="4" y="56"/>
                    <a:pt x="4" y="42"/>
                  </a:cubicBezTo>
                  <a:cubicBezTo>
                    <a:pt x="4" y="29"/>
                    <a:pt x="2" y="16"/>
                    <a:pt x="0" y="3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9" y="14"/>
                    <a:pt x="20" y="28"/>
                    <a:pt x="20" y="42"/>
                  </a:cubicBezTo>
                  <a:cubicBezTo>
                    <a:pt x="20" y="57"/>
                    <a:pt x="19" y="71"/>
                    <a:pt x="16" y="8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5" name="Google Shape;335;p8"/>
            <p:cNvSpPr/>
            <p:nvPr/>
          </p:nvSpPr>
          <p:spPr>
            <a:xfrm>
              <a:off x="1695450" y="438150"/>
              <a:ext cx="144463" cy="174625"/>
            </a:xfrm>
            <a:custGeom>
              <a:avLst/>
              <a:gdLst/>
              <a:ahLst/>
              <a:cxnLst/>
              <a:rect l="l" t="t" r="r" b="b"/>
              <a:pathLst>
                <a:path w="85" h="103" extrusionOk="0">
                  <a:moveTo>
                    <a:pt x="70" y="103"/>
                  </a:moveTo>
                  <a:cubicBezTo>
                    <a:pt x="55" y="67"/>
                    <a:pt x="31" y="36"/>
                    <a:pt x="0" y="13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44" y="25"/>
                    <a:pt x="70" y="58"/>
                    <a:pt x="85" y="97"/>
                  </a:cubicBezTo>
                  <a:lnTo>
                    <a:pt x="70" y="10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6" name="Google Shape;336;p8"/>
            <p:cNvSpPr/>
            <p:nvPr/>
          </p:nvSpPr>
          <p:spPr>
            <a:xfrm>
              <a:off x="1449388" y="368300"/>
              <a:ext cx="228600" cy="71438"/>
            </a:xfrm>
            <a:custGeom>
              <a:avLst/>
              <a:gdLst/>
              <a:ahLst/>
              <a:cxnLst/>
              <a:rect l="l" t="t" r="r" b="b"/>
              <a:pathLst>
                <a:path w="135" h="43" extrusionOk="0">
                  <a:moveTo>
                    <a:pt x="127" y="43"/>
                  </a:moveTo>
                  <a:cubicBezTo>
                    <a:pt x="96" y="26"/>
                    <a:pt x="61" y="16"/>
                    <a:pt x="26" y="16"/>
                  </a:cubicBezTo>
                  <a:cubicBezTo>
                    <a:pt x="18" y="16"/>
                    <a:pt x="10" y="17"/>
                    <a:pt x="2" y="18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9" y="0"/>
                    <a:pt x="17" y="0"/>
                    <a:pt x="26" y="0"/>
                  </a:cubicBezTo>
                  <a:cubicBezTo>
                    <a:pt x="64" y="0"/>
                    <a:pt x="102" y="10"/>
                    <a:pt x="135" y="29"/>
                  </a:cubicBezTo>
                  <a:lnTo>
                    <a:pt x="127" y="4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7" name="Google Shape;337;p8"/>
            <p:cNvSpPr/>
            <p:nvPr/>
          </p:nvSpPr>
          <p:spPr>
            <a:xfrm>
              <a:off x="1296988" y="377825"/>
              <a:ext cx="114300" cy="69850"/>
            </a:xfrm>
            <a:custGeom>
              <a:avLst/>
              <a:gdLst/>
              <a:ahLst/>
              <a:cxnLst/>
              <a:rect l="l" t="t" r="r" b="b"/>
              <a:pathLst>
                <a:path w="68" h="41" extrusionOk="0">
                  <a:moveTo>
                    <a:pt x="9" y="41"/>
                  </a:moveTo>
                  <a:cubicBezTo>
                    <a:pt x="0" y="27"/>
                    <a:pt x="0" y="27"/>
                    <a:pt x="0" y="27"/>
                  </a:cubicBezTo>
                  <a:cubicBezTo>
                    <a:pt x="20" y="15"/>
                    <a:pt x="42" y="6"/>
                    <a:pt x="64" y="0"/>
                  </a:cubicBezTo>
                  <a:cubicBezTo>
                    <a:pt x="68" y="16"/>
                    <a:pt x="68" y="16"/>
                    <a:pt x="68" y="16"/>
                  </a:cubicBezTo>
                  <a:cubicBezTo>
                    <a:pt x="47" y="21"/>
                    <a:pt x="28" y="30"/>
                    <a:pt x="9" y="4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8" name="Google Shape;338;p8"/>
            <p:cNvSpPr/>
            <p:nvPr/>
          </p:nvSpPr>
          <p:spPr>
            <a:xfrm>
              <a:off x="1127125" y="468313"/>
              <a:ext cx="130175" cy="206375"/>
            </a:xfrm>
            <a:custGeom>
              <a:avLst/>
              <a:gdLst/>
              <a:ahLst/>
              <a:cxnLst/>
              <a:rect l="l" t="t" r="r" b="b"/>
              <a:pathLst>
                <a:path w="77" h="122" extrusionOk="0">
                  <a:moveTo>
                    <a:pt x="16" y="122"/>
                  </a:moveTo>
                  <a:cubicBezTo>
                    <a:pt x="0" y="119"/>
                    <a:pt x="0" y="119"/>
                    <a:pt x="0" y="119"/>
                  </a:cubicBezTo>
                  <a:cubicBezTo>
                    <a:pt x="9" y="73"/>
                    <a:pt x="31" y="32"/>
                    <a:pt x="65" y="0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45" y="42"/>
                    <a:pt x="24" y="80"/>
                    <a:pt x="16" y="12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9" name="Google Shape;339;p8"/>
            <p:cNvSpPr/>
            <p:nvPr/>
          </p:nvSpPr>
          <p:spPr>
            <a:xfrm>
              <a:off x="1192213" y="847725"/>
              <a:ext cx="80963" cy="109538"/>
            </a:xfrm>
            <a:custGeom>
              <a:avLst/>
              <a:gdLst/>
              <a:ahLst/>
              <a:cxnLst/>
              <a:rect l="l" t="t" r="r" b="b"/>
              <a:pathLst>
                <a:path w="48" h="65" extrusionOk="0">
                  <a:moveTo>
                    <a:pt x="38" y="65"/>
                  </a:moveTo>
                  <a:cubicBezTo>
                    <a:pt x="21" y="47"/>
                    <a:pt x="9" y="27"/>
                    <a:pt x="0" y="5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21" y="21"/>
                    <a:pt x="33" y="39"/>
                    <a:pt x="48" y="56"/>
                  </a:cubicBezTo>
                  <a:lnTo>
                    <a:pt x="38" y="6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0" name="Google Shape;340;p8"/>
            <p:cNvSpPr/>
            <p:nvPr/>
          </p:nvSpPr>
          <p:spPr>
            <a:xfrm>
              <a:off x="1284288" y="966788"/>
              <a:ext cx="209550" cy="93663"/>
            </a:xfrm>
            <a:custGeom>
              <a:avLst/>
              <a:gdLst/>
              <a:ahLst/>
              <a:cxnLst/>
              <a:rect l="l" t="t" r="r" b="b"/>
              <a:pathLst>
                <a:path w="124" h="56" extrusionOk="0">
                  <a:moveTo>
                    <a:pt x="124" y="56"/>
                  </a:moveTo>
                  <a:cubicBezTo>
                    <a:pt x="78" y="56"/>
                    <a:pt x="34" y="40"/>
                    <a:pt x="0" y="11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41" y="28"/>
                    <a:pt x="82" y="43"/>
                    <a:pt x="124" y="43"/>
                  </a:cubicBezTo>
                  <a:lnTo>
                    <a:pt x="124" y="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1" name="Google Shape;341;p8"/>
            <p:cNvSpPr/>
            <p:nvPr/>
          </p:nvSpPr>
          <p:spPr>
            <a:xfrm>
              <a:off x="1555750" y="963613"/>
              <a:ext cx="150813" cy="90488"/>
            </a:xfrm>
            <a:custGeom>
              <a:avLst/>
              <a:gdLst/>
              <a:ahLst/>
              <a:cxnLst/>
              <a:rect l="l" t="t" r="r" b="b"/>
              <a:pathLst>
                <a:path w="89" h="54" extrusionOk="0">
                  <a:moveTo>
                    <a:pt x="3" y="54"/>
                  </a:moveTo>
                  <a:cubicBezTo>
                    <a:pt x="0" y="41"/>
                    <a:pt x="0" y="41"/>
                    <a:pt x="0" y="41"/>
                  </a:cubicBezTo>
                  <a:cubicBezTo>
                    <a:pt x="30" y="34"/>
                    <a:pt x="57" y="20"/>
                    <a:pt x="80" y="0"/>
                  </a:cubicBezTo>
                  <a:cubicBezTo>
                    <a:pt x="89" y="10"/>
                    <a:pt x="89" y="10"/>
                    <a:pt x="89" y="10"/>
                  </a:cubicBezTo>
                  <a:cubicBezTo>
                    <a:pt x="65" y="32"/>
                    <a:pt x="35" y="47"/>
                    <a:pt x="3" y="5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2" name="Google Shape;342;p8"/>
            <p:cNvSpPr/>
            <p:nvPr/>
          </p:nvSpPr>
          <p:spPr>
            <a:xfrm>
              <a:off x="1714500" y="839788"/>
              <a:ext cx="82550" cy="117475"/>
            </a:xfrm>
            <a:custGeom>
              <a:avLst/>
              <a:gdLst/>
              <a:ahLst/>
              <a:cxnLst/>
              <a:rect l="l" t="t" r="r" b="b"/>
              <a:pathLst>
                <a:path w="49" h="69" extrusionOk="0">
                  <a:moveTo>
                    <a:pt x="10" y="69"/>
                  </a:moveTo>
                  <a:cubicBezTo>
                    <a:pt x="0" y="60"/>
                    <a:pt x="0" y="60"/>
                    <a:pt x="0" y="60"/>
                  </a:cubicBezTo>
                  <a:cubicBezTo>
                    <a:pt x="16" y="42"/>
                    <a:pt x="28" y="22"/>
                    <a:pt x="36" y="0"/>
                  </a:cubicBezTo>
                  <a:cubicBezTo>
                    <a:pt x="49" y="5"/>
                    <a:pt x="49" y="5"/>
                    <a:pt x="49" y="5"/>
                  </a:cubicBezTo>
                  <a:cubicBezTo>
                    <a:pt x="40" y="29"/>
                    <a:pt x="27" y="50"/>
                    <a:pt x="10" y="6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3" name="Google Shape;343;p8"/>
            <p:cNvSpPr/>
            <p:nvPr/>
          </p:nvSpPr>
          <p:spPr>
            <a:xfrm>
              <a:off x="1784350" y="663575"/>
              <a:ext cx="31750" cy="133350"/>
            </a:xfrm>
            <a:custGeom>
              <a:avLst/>
              <a:gdLst/>
              <a:ahLst/>
              <a:cxnLst/>
              <a:rect l="l" t="t" r="r" b="b"/>
              <a:pathLst>
                <a:path w="19" h="79" extrusionOk="0">
                  <a:moveTo>
                    <a:pt x="16" y="79"/>
                  </a:moveTo>
                  <a:cubicBezTo>
                    <a:pt x="2" y="77"/>
                    <a:pt x="2" y="77"/>
                    <a:pt x="2" y="77"/>
                  </a:cubicBezTo>
                  <a:cubicBezTo>
                    <a:pt x="4" y="66"/>
                    <a:pt x="5" y="56"/>
                    <a:pt x="5" y="45"/>
                  </a:cubicBezTo>
                  <a:cubicBezTo>
                    <a:pt x="5" y="31"/>
                    <a:pt x="4" y="17"/>
                    <a:pt x="0" y="3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7" y="15"/>
                    <a:pt x="19" y="30"/>
                    <a:pt x="19" y="45"/>
                  </a:cubicBezTo>
                  <a:cubicBezTo>
                    <a:pt x="19" y="57"/>
                    <a:pt x="18" y="68"/>
                    <a:pt x="16" y="7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4" name="Google Shape;344;p8"/>
            <p:cNvSpPr/>
            <p:nvPr/>
          </p:nvSpPr>
          <p:spPr>
            <a:xfrm>
              <a:off x="1714500" y="520700"/>
              <a:ext cx="80963" cy="112712"/>
            </a:xfrm>
            <a:custGeom>
              <a:avLst/>
              <a:gdLst/>
              <a:ahLst/>
              <a:cxnLst/>
              <a:rect l="l" t="t" r="r" b="b"/>
              <a:pathLst>
                <a:path w="48" h="66" extrusionOk="0">
                  <a:moveTo>
                    <a:pt x="35" y="66"/>
                  </a:moveTo>
                  <a:cubicBezTo>
                    <a:pt x="27" y="45"/>
                    <a:pt x="15" y="26"/>
                    <a:pt x="0" y="9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26" y="18"/>
                    <a:pt x="39" y="39"/>
                    <a:pt x="48" y="61"/>
                  </a:cubicBezTo>
                  <a:lnTo>
                    <a:pt x="35" y="6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5" name="Google Shape;345;p8"/>
            <p:cNvSpPr/>
            <p:nvPr/>
          </p:nvSpPr>
          <p:spPr>
            <a:xfrm>
              <a:off x="1558925" y="425450"/>
              <a:ext cx="139700" cy="82550"/>
            </a:xfrm>
            <a:custGeom>
              <a:avLst/>
              <a:gdLst/>
              <a:ahLst/>
              <a:cxnLst/>
              <a:rect l="l" t="t" r="r" b="b"/>
              <a:pathLst>
                <a:path w="82" h="49" extrusionOk="0">
                  <a:moveTo>
                    <a:pt x="73" y="49"/>
                  </a:moveTo>
                  <a:cubicBezTo>
                    <a:pt x="52" y="32"/>
                    <a:pt x="27" y="19"/>
                    <a:pt x="0" y="13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2" y="6"/>
                    <a:pt x="59" y="20"/>
                    <a:pt x="82" y="38"/>
                  </a:cubicBezTo>
                  <a:lnTo>
                    <a:pt x="73" y="4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6" name="Google Shape;346;p8"/>
            <p:cNvSpPr/>
            <p:nvPr/>
          </p:nvSpPr>
          <p:spPr>
            <a:xfrm>
              <a:off x="1327150" y="417513"/>
              <a:ext cx="198437" cy="66675"/>
            </a:xfrm>
            <a:custGeom>
              <a:avLst/>
              <a:gdLst/>
              <a:ahLst/>
              <a:cxnLst/>
              <a:rect l="l" t="t" r="r" b="b"/>
              <a:pathLst>
                <a:path w="118" h="40" extrusionOk="0">
                  <a:moveTo>
                    <a:pt x="7" y="40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30" y="10"/>
                    <a:pt x="64" y="0"/>
                    <a:pt x="99" y="0"/>
                  </a:cubicBezTo>
                  <a:cubicBezTo>
                    <a:pt x="105" y="0"/>
                    <a:pt x="111" y="0"/>
                    <a:pt x="118" y="1"/>
                  </a:cubicBezTo>
                  <a:cubicBezTo>
                    <a:pt x="116" y="15"/>
                    <a:pt x="116" y="15"/>
                    <a:pt x="116" y="15"/>
                  </a:cubicBezTo>
                  <a:cubicBezTo>
                    <a:pt x="111" y="14"/>
                    <a:pt x="105" y="14"/>
                    <a:pt x="99" y="14"/>
                  </a:cubicBezTo>
                  <a:cubicBezTo>
                    <a:pt x="66" y="14"/>
                    <a:pt x="35" y="23"/>
                    <a:pt x="7" y="4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7" name="Google Shape;347;p8"/>
            <p:cNvSpPr/>
            <p:nvPr/>
          </p:nvSpPr>
          <p:spPr>
            <a:xfrm>
              <a:off x="1195388" y="487363"/>
              <a:ext cx="111125" cy="138113"/>
            </a:xfrm>
            <a:custGeom>
              <a:avLst/>
              <a:gdLst/>
              <a:ahLst/>
              <a:cxnLst/>
              <a:rect l="l" t="t" r="r" b="b"/>
              <a:pathLst>
                <a:path w="66" h="82" extrusionOk="0">
                  <a:moveTo>
                    <a:pt x="12" y="82"/>
                  </a:moveTo>
                  <a:cubicBezTo>
                    <a:pt x="0" y="77"/>
                    <a:pt x="0" y="77"/>
                    <a:pt x="0" y="77"/>
                  </a:cubicBezTo>
                  <a:cubicBezTo>
                    <a:pt x="12" y="47"/>
                    <a:pt x="32" y="20"/>
                    <a:pt x="58" y="0"/>
                  </a:cubicBezTo>
                  <a:cubicBezTo>
                    <a:pt x="66" y="11"/>
                    <a:pt x="66" y="11"/>
                    <a:pt x="66" y="11"/>
                  </a:cubicBezTo>
                  <a:cubicBezTo>
                    <a:pt x="43" y="29"/>
                    <a:pt x="24" y="54"/>
                    <a:pt x="12" y="8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8" name="Google Shape;348;p8"/>
            <p:cNvSpPr/>
            <p:nvPr/>
          </p:nvSpPr>
          <p:spPr>
            <a:xfrm>
              <a:off x="1171575" y="661988"/>
              <a:ext cx="31750" cy="152400"/>
            </a:xfrm>
            <a:custGeom>
              <a:avLst/>
              <a:gdLst/>
              <a:ahLst/>
              <a:cxnLst/>
              <a:rect l="l" t="t" r="r" b="b"/>
              <a:pathLst>
                <a:path w="19" h="91" extrusionOk="0">
                  <a:moveTo>
                    <a:pt x="5" y="91"/>
                  </a:moveTo>
                  <a:cubicBezTo>
                    <a:pt x="1" y="76"/>
                    <a:pt x="0" y="61"/>
                    <a:pt x="0" y="46"/>
                  </a:cubicBezTo>
                  <a:cubicBezTo>
                    <a:pt x="0" y="31"/>
                    <a:pt x="2" y="15"/>
                    <a:pt x="5" y="0"/>
                  </a:cubicBezTo>
                  <a:cubicBezTo>
                    <a:pt x="19" y="4"/>
                    <a:pt x="19" y="4"/>
                    <a:pt x="19" y="4"/>
                  </a:cubicBezTo>
                  <a:cubicBezTo>
                    <a:pt x="15" y="17"/>
                    <a:pt x="13" y="32"/>
                    <a:pt x="13" y="46"/>
                  </a:cubicBezTo>
                  <a:cubicBezTo>
                    <a:pt x="13" y="60"/>
                    <a:pt x="15" y="74"/>
                    <a:pt x="18" y="87"/>
                  </a:cubicBezTo>
                  <a:lnTo>
                    <a:pt x="5" y="9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9" name="Google Shape;349;p8"/>
            <p:cNvSpPr/>
            <p:nvPr/>
          </p:nvSpPr>
          <p:spPr>
            <a:xfrm>
              <a:off x="1493838" y="806450"/>
              <a:ext cx="265113" cy="207963"/>
            </a:xfrm>
            <a:custGeom>
              <a:avLst/>
              <a:gdLst/>
              <a:ahLst/>
              <a:cxnLst/>
              <a:rect l="l" t="t" r="r" b="b"/>
              <a:pathLst>
                <a:path w="157" h="123" extrusionOk="0">
                  <a:moveTo>
                    <a:pt x="0" y="123"/>
                  </a:moveTo>
                  <a:cubicBezTo>
                    <a:pt x="0" y="116"/>
                    <a:pt x="0" y="116"/>
                    <a:pt x="0" y="116"/>
                  </a:cubicBezTo>
                  <a:cubicBezTo>
                    <a:pt x="70" y="116"/>
                    <a:pt x="132" y="68"/>
                    <a:pt x="150" y="0"/>
                  </a:cubicBezTo>
                  <a:cubicBezTo>
                    <a:pt x="157" y="2"/>
                    <a:pt x="157" y="2"/>
                    <a:pt x="157" y="2"/>
                  </a:cubicBezTo>
                  <a:cubicBezTo>
                    <a:pt x="138" y="73"/>
                    <a:pt x="73" y="123"/>
                    <a:pt x="0" y="12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0" name="Google Shape;350;p8"/>
            <p:cNvSpPr/>
            <p:nvPr/>
          </p:nvSpPr>
          <p:spPr>
            <a:xfrm>
              <a:off x="1752600" y="693738"/>
              <a:ext cx="14288" cy="46037"/>
            </a:xfrm>
            <a:custGeom>
              <a:avLst/>
              <a:gdLst/>
              <a:ahLst/>
              <a:cxnLst/>
              <a:rect l="l" t="t" r="r" b="b"/>
              <a:pathLst>
                <a:path w="9" h="27" extrusionOk="0">
                  <a:moveTo>
                    <a:pt x="9" y="27"/>
                  </a:moveTo>
                  <a:cubicBezTo>
                    <a:pt x="3" y="27"/>
                    <a:pt x="3" y="27"/>
                    <a:pt x="3" y="27"/>
                  </a:cubicBezTo>
                  <a:cubicBezTo>
                    <a:pt x="3" y="19"/>
                    <a:pt x="2" y="10"/>
                    <a:pt x="0" y="1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9" y="9"/>
                    <a:pt x="9" y="18"/>
                    <a:pt x="9" y="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1" name="Google Shape;351;p8"/>
            <p:cNvSpPr/>
            <p:nvPr/>
          </p:nvSpPr>
          <p:spPr>
            <a:xfrm>
              <a:off x="1658938" y="527050"/>
              <a:ext cx="46037" cy="44450"/>
            </a:xfrm>
            <a:custGeom>
              <a:avLst/>
              <a:gdLst/>
              <a:ahLst/>
              <a:cxnLst/>
              <a:rect l="l" t="t" r="r" b="b"/>
              <a:pathLst>
                <a:path w="27" h="27" extrusionOk="0">
                  <a:moveTo>
                    <a:pt x="21" y="27"/>
                  </a:moveTo>
                  <a:cubicBezTo>
                    <a:pt x="15" y="19"/>
                    <a:pt x="8" y="12"/>
                    <a:pt x="0" y="6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13" y="7"/>
                    <a:pt x="20" y="14"/>
                    <a:pt x="27" y="22"/>
                  </a:cubicBezTo>
                  <a:lnTo>
                    <a:pt x="21" y="27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2" name="Google Shape;352;p8"/>
            <p:cNvSpPr/>
            <p:nvPr/>
          </p:nvSpPr>
          <p:spPr>
            <a:xfrm>
              <a:off x="1524000" y="466725"/>
              <a:ext cx="123825" cy="55563"/>
            </a:xfrm>
            <a:custGeom>
              <a:avLst/>
              <a:gdLst/>
              <a:ahLst/>
              <a:cxnLst/>
              <a:rect l="l" t="t" r="r" b="b"/>
              <a:pathLst>
                <a:path w="73" h="33" extrusionOk="0">
                  <a:moveTo>
                    <a:pt x="70" y="33"/>
                  </a:moveTo>
                  <a:cubicBezTo>
                    <a:pt x="49" y="18"/>
                    <a:pt x="25" y="9"/>
                    <a:pt x="0" y="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" y="3"/>
                    <a:pt x="52" y="12"/>
                    <a:pt x="73" y="27"/>
                  </a:cubicBezTo>
                  <a:lnTo>
                    <a:pt x="70" y="33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3" name="Google Shape;353;p8"/>
            <p:cNvSpPr/>
            <p:nvPr/>
          </p:nvSpPr>
          <p:spPr>
            <a:xfrm>
              <a:off x="1436688" y="465138"/>
              <a:ext cx="57150" cy="17463"/>
            </a:xfrm>
            <a:custGeom>
              <a:avLst/>
              <a:gdLst/>
              <a:ahLst/>
              <a:cxnLst/>
              <a:rect l="l" t="t" r="r" b="b"/>
              <a:pathLst>
                <a:path w="34" h="10" extrusionOk="0">
                  <a:moveTo>
                    <a:pt x="1" y="10"/>
                  </a:moveTo>
                  <a:cubicBezTo>
                    <a:pt x="0" y="3"/>
                    <a:pt x="0" y="3"/>
                    <a:pt x="0" y="3"/>
                  </a:cubicBezTo>
                  <a:cubicBezTo>
                    <a:pt x="11" y="1"/>
                    <a:pt x="22" y="0"/>
                    <a:pt x="34" y="0"/>
                  </a:cubicBezTo>
                  <a:cubicBezTo>
                    <a:pt x="34" y="7"/>
                    <a:pt x="34" y="7"/>
                    <a:pt x="34" y="7"/>
                  </a:cubicBezTo>
                  <a:cubicBezTo>
                    <a:pt x="23" y="7"/>
                    <a:pt x="12" y="8"/>
                    <a:pt x="1" y="1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4" name="Google Shape;354;p8"/>
            <p:cNvSpPr/>
            <p:nvPr/>
          </p:nvSpPr>
          <p:spPr>
            <a:xfrm>
              <a:off x="1231900" y="487363"/>
              <a:ext cx="158750" cy="173037"/>
            </a:xfrm>
            <a:custGeom>
              <a:avLst/>
              <a:gdLst/>
              <a:ahLst/>
              <a:cxnLst/>
              <a:rect l="l" t="t" r="r" b="b"/>
              <a:pathLst>
                <a:path w="94" h="102" extrusionOk="0">
                  <a:moveTo>
                    <a:pt x="6" y="102"/>
                  </a:moveTo>
                  <a:cubicBezTo>
                    <a:pt x="0" y="100"/>
                    <a:pt x="0" y="100"/>
                    <a:pt x="0" y="100"/>
                  </a:cubicBezTo>
                  <a:cubicBezTo>
                    <a:pt x="14" y="55"/>
                    <a:pt x="47" y="18"/>
                    <a:pt x="91" y="0"/>
                  </a:cubicBezTo>
                  <a:cubicBezTo>
                    <a:pt x="94" y="6"/>
                    <a:pt x="94" y="6"/>
                    <a:pt x="94" y="6"/>
                  </a:cubicBezTo>
                  <a:cubicBezTo>
                    <a:pt x="52" y="24"/>
                    <a:pt x="20" y="59"/>
                    <a:pt x="6" y="10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5" name="Google Shape;355;p8"/>
            <p:cNvSpPr/>
            <p:nvPr/>
          </p:nvSpPr>
          <p:spPr>
            <a:xfrm>
              <a:off x="1219200" y="685800"/>
              <a:ext cx="15875" cy="53975"/>
            </a:xfrm>
            <a:custGeom>
              <a:avLst/>
              <a:gdLst/>
              <a:ahLst/>
              <a:cxnLst/>
              <a:rect l="l" t="t" r="r" b="b"/>
              <a:pathLst>
                <a:path w="10" h="32" extrusionOk="0">
                  <a:moveTo>
                    <a:pt x="7" y="32"/>
                  </a:moveTo>
                  <a:cubicBezTo>
                    <a:pt x="0" y="32"/>
                    <a:pt x="0" y="32"/>
                    <a:pt x="0" y="32"/>
                  </a:cubicBezTo>
                  <a:cubicBezTo>
                    <a:pt x="0" y="21"/>
                    <a:pt x="1" y="10"/>
                    <a:pt x="4" y="0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8" y="11"/>
                    <a:pt x="7" y="22"/>
                    <a:pt x="7" y="3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6" name="Google Shape;356;p8"/>
            <p:cNvSpPr/>
            <p:nvPr/>
          </p:nvSpPr>
          <p:spPr>
            <a:xfrm>
              <a:off x="1231900" y="820738"/>
              <a:ext cx="111125" cy="144463"/>
            </a:xfrm>
            <a:custGeom>
              <a:avLst/>
              <a:gdLst/>
              <a:ahLst/>
              <a:cxnLst/>
              <a:rect l="l" t="t" r="r" b="b"/>
              <a:pathLst>
                <a:path w="66" h="86" extrusionOk="0">
                  <a:moveTo>
                    <a:pt x="62" y="86"/>
                  </a:moveTo>
                  <a:cubicBezTo>
                    <a:pt x="33" y="66"/>
                    <a:pt x="11" y="36"/>
                    <a:pt x="0" y="2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17" y="32"/>
                    <a:pt x="38" y="61"/>
                    <a:pt x="66" y="80"/>
                  </a:cubicBezTo>
                  <a:lnTo>
                    <a:pt x="62" y="8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7" name="Google Shape;357;p8"/>
            <p:cNvSpPr/>
            <p:nvPr/>
          </p:nvSpPr>
          <p:spPr>
            <a:xfrm>
              <a:off x="1377950" y="976313"/>
              <a:ext cx="38100" cy="25400"/>
            </a:xfrm>
            <a:custGeom>
              <a:avLst/>
              <a:gdLst/>
              <a:ahLst/>
              <a:cxnLst/>
              <a:rect l="l" t="t" r="r" b="b"/>
              <a:pathLst>
                <a:path w="23" h="15" extrusionOk="0">
                  <a:moveTo>
                    <a:pt x="21" y="15"/>
                  </a:moveTo>
                  <a:cubicBezTo>
                    <a:pt x="14" y="12"/>
                    <a:pt x="7" y="10"/>
                    <a:pt x="0" y="7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9" y="3"/>
                    <a:pt x="16" y="6"/>
                    <a:pt x="23" y="8"/>
                  </a:cubicBezTo>
                  <a:lnTo>
                    <a:pt x="21" y="1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8" name="Google Shape;358;p8"/>
            <p:cNvSpPr/>
            <p:nvPr/>
          </p:nvSpPr>
          <p:spPr>
            <a:xfrm>
              <a:off x="1325563" y="739775"/>
              <a:ext cx="26988" cy="69850"/>
            </a:xfrm>
            <a:custGeom>
              <a:avLst/>
              <a:gdLst/>
              <a:ahLst/>
              <a:cxnLst/>
              <a:rect l="l" t="t" r="r" b="b"/>
              <a:pathLst>
                <a:path w="16" h="42" extrusionOk="0">
                  <a:moveTo>
                    <a:pt x="9" y="42"/>
                  </a:moveTo>
                  <a:cubicBezTo>
                    <a:pt x="3" y="29"/>
                    <a:pt x="0" y="15"/>
                    <a:pt x="0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14"/>
                    <a:pt x="11" y="27"/>
                    <a:pt x="16" y="39"/>
                  </a:cubicBezTo>
                  <a:lnTo>
                    <a:pt x="9" y="42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9" name="Google Shape;359;p8"/>
            <p:cNvSpPr/>
            <p:nvPr/>
          </p:nvSpPr>
          <p:spPr>
            <a:xfrm>
              <a:off x="1354138" y="825500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34" h="34" extrusionOk="0">
                  <a:moveTo>
                    <a:pt x="30" y="34"/>
                  </a:moveTo>
                  <a:cubicBezTo>
                    <a:pt x="18" y="26"/>
                    <a:pt x="8" y="16"/>
                    <a:pt x="0" y="4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13" y="11"/>
                    <a:pt x="23" y="21"/>
                    <a:pt x="34" y="28"/>
                  </a:cubicBezTo>
                  <a:lnTo>
                    <a:pt x="30" y="3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0" name="Google Shape;360;p8"/>
            <p:cNvSpPr/>
            <p:nvPr/>
          </p:nvSpPr>
          <p:spPr>
            <a:xfrm>
              <a:off x="1423988" y="882650"/>
              <a:ext cx="33337" cy="20638"/>
            </a:xfrm>
            <a:custGeom>
              <a:avLst/>
              <a:gdLst/>
              <a:ahLst/>
              <a:cxnLst/>
              <a:rect l="l" t="t" r="r" b="b"/>
              <a:pathLst>
                <a:path w="19" h="12" extrusionOk="0">
                  <a:moveTo>
                    <a:pt x="17" y="12"/>
                  </a:moveTo>
                  <a:cubicBezTo>
                    <a:pt x="11" y="11"/>
                    <a:pt x="6" y="9"/>
                    <a:pt x="0" y="6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8" y="2"/>
                    <a:pt x="14" y="4"/>
                    <a:pt x="19" y="5"/>
                  </a:cubicBezTo>
                  <a:lnTo>
                    <a:pt x="17" y="12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1" name="Google Shape;361;p8"/>
            <p:cNvSpPr/>
            <p:nvPr/>
          </p:nvSpPr>
          <p:spPr>
            <a:xfrm>
              <a:off x="1473200" y="884238"/>
              <a:ext cx="84138" cy="23812"/>
            </a:xfrm>
            <a:custGeom>
              <a:avLst/>
              <a:gdLst/>
              <a:ahLst/>
              <a:cxnLst/>
              <a:rect l="l" t="t" r="r" b="b"/>
              <a:pathLst>
                <a:path w="50" h="14" extrusionOk="0">
                  <a:moveTo>
                    <a:pt x="12" y="14"/>
                  </a:moveTo>
                  <a:cubicBezTo>
                    <a:pt x="8" y="14"/>
                    <a:pt x="4" y="14"/>
                    <a:pt x="0" y="13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4" y="6"/>
                    <a:pt x="8" y="6"/>
                    <a:pt x="12" y="6"/>
                  </a:cubicBezTo>
                  <a:cubicBezTo>
                    <a:pt x="24" y="6"/>
                    <a:pt x="36" y="4"/>
                    <a:pt x="47" y="0"/>
                  </a:cubicBezTo>
                  <a:cubicBezTo>
                    <a:pt x="50" y="7"/>
                    <a:pt x="50" y="7"/>
                    <a:pt x="50" y="7"/>
                  </a:cubicBezTo>
                  <a:cubicBezTo>
                    <a:pt x="38" y="11"/>
                    <a:pt x="25" y="14"/>
                    <a:pt x="12" y="1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2" name="Google Shape;362;p8"/>
            <p:cNvSpPr/>
            <p:nvPr/>
          </p:nvSpPr>
          <p:spPr>
            <a:xfrm>
              <a:off x="1577975" y="823913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34" h="34" extrusionOk="0">
                  <a:moveTo>
                    <a:pt x="4" y="34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11" y="21"/>
                    <a:pt x="20" y="11"/>
                    <a:pt x="28" y="0"/>
                  </a:cubicBezTo>
                  <a:cubicBezTo>
                    <a:pt x="34" y="4"/>
                    <a:pt x="34" y="4"/>
                    <a:pt x="34" y="4"/>
                  </a:cubicBezTo>
                  <a:cubicBezTo>
                    <a:pt x="26" y="16"/>
                    <a:pt x="16" y="26"/>
                    <a:pt x="4" y="3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3" name="Google Shape;363;p8"/>
            <p:cNvSpPr/>
            <p:nvPr/>
          </p:nvSpPr>
          <p:spPr>
            <a:xfrm>
              <a:off x="1646238" y="706438"/>
              <a:ext cx="14288" cy="65088"/>
            </a:xfrm>
            <a:custGeom>
              <a:avLst/>
              <a:gdLst/>
              <a:ahLst/>
              <a:cxnLst/>
              <a:rect l="l" t="t" r="r" b="b"/>
              <a:pathLst>
                <a:path w="9" h="38" extrusionOk="0">
                  <a:moveTo>
                    <a:pt x="8" y="38"/>
                  </a:moveTo>
                  <a:cubicBezTo>
                    <a:pt x="0" y="37"/>
                    <a:pt x="0" y="37"/>
                    <a:pt x="0" y="37"/>
                  </a:cubicBezTo>
                  <a:cubicBezTo>
                    <a:pt x="1" y="31"/>
                    <a:pt x="2" y="25"/>
                    <a:pt x="2" y="19"/>
                  </a:cubicBezTo>
                  <a:cubicBezTo>
                    <a:pt x="2" y="13"/>
                    <a:pt x="1" y="7"/>
                    <a:pt x="0" y="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9" y="6"/>
                    <a:pt x="9" y="13"/>
                    <a:pt x="9" y="19"/>
                  </a:cubicBezTo>
                  <a:cubicBezTo>
                    <a:pt x="9" y="26"/>
                    <a:pt x="9" y="32"/>
                    <a:pt x="8" y="3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4" name="Google Shape;364;p8"/>
            <p:cNvSpPr/>
            <p:nvPr/>
          </p:nvSpPr>
          <p:spPr>
            <a:xfrm>
              <a:off x="1584325" y="603250"/>
              <a:ext cx="66675" cy="77787"/>
            </a:xfrm>
            <a:custGeom>
              <a:avLst/>
              <a:gdLst/>
              <a:ahLst/>
              <a:cxnLst/>
              <a:rect l="l" t="t" r="r" b="b"/>
              <a:pathLst>
                <a:path w="39" h="46" extrusionOk="0">
                  <a:moveTo>
                    <a:pt x="32" y="46"/>
                  </a:moveTo>
                  <a:cubicBezTo>
                    <a:pt x="25" y="30"/>
                    <a:pt x="14" y="16"/>
                    <a:pt x="0" y="6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20" y="11"/>
                    <a:pt x="32" y="26"/>
                    <a:pt x="39" y="44"/>
                  </a:cubicBezTo>
                  <a:lnTo>
                    <a:pt x="32" y="4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5" name="Google Shape;365;p8"/>
            <p:cNvSpPr/>
            <p:nvPr/>
          </p:nvSpPr>
          <p:spPr>
            <a:xfrm>
              <a:off x="1473200" y="571500"/>
              <a:ext cx="103187" cy="31750"/>
            </a:xfrm>
            <a:custGeom>
              <a:avLst/>
              <a:gdLst/>
              <a:ahLst/>
              <a:cxnLst/>
              <a:rect l="l" t="t" r="r" b="b"/>
              <a:pathLst>
                <a:path w="61" h="19" extrusionOk="0">
                  <a:moveTo>
                    <a:pt x="58" y="19"/>
                  </a:moveTo>
                  <a:cubicBezTo>
                    <a:pt x="44" y="11"/>
                    <a:pt x="28" y="7"/>
                    <a:pt x="12" y="7"/>
                  </a:cubicBezTo>
                  <a:cubicBezTo>
                    <a:pt x="8" y="7"/>
                    <a:pt x="5" y="7"/>
                    <a:pt x="1" y="8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" y="0"/>
                    <a:pt x="8" y="0"/>
                    <a:pt x="12" y="0"/>
                  </a:cubicBezTo>
                  <a:cubicBezTo>
                    <a:pt x="29" y="0"/>
                    <a:pt x="46" y="4"/>
                    <a:pt x="61" y="13"/>
                  </a:cubicBezTo>
                  <a:lnTo>
                    <a:pt x="58" y="1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6" name="Google Shape;366;p8"/>
            <p:cNvSpPr/>
            <p:nvPr/>
          </p:nvSpPr>
          <p:spPr>
            <a:xfrm>
              <a:off x="1404938" y="574675"/>
              <a:ext cx="52388" cy="33337"/>
            </a:xfrm>
            <a:custGeom>
              <a:avLst/>
              <a:gdLst/>
              <a:ahLst/>
              <a:cxnLst/>
              <a:rect l="l" t="t" r="r" b="b"/>
              <a:pathLst>
                <a:path w="31" h="19" extrusionOk="0">
                  <a:moveTo>
                    <a:pt x="4" y="19"/>
                  </a:moveTo>
                  <a:cubicBezTo>
                    <a:pt x="0" y="13"/>
                    <a:pt x="0" y="13"/>
                    <a:pt x="0" y="13"/>
                  </a:cubicBezTo>
                  <a:cubicBezTo>
                    <a:pt x="9" y="7"/>
                    <a:pt x="19" y="3"/>
                    <a:pt x="29" y="0"/>
                  </a:cubicBezTo>
                  <a:cubicBezTo>
                    <a:pt x="31" y="8"/>
                    <a:pt x="31" y="8"/>
                    <a:pt x="31" y="8"/>
                  </a:cubicBezTo>
                  <a:cubicBezTo>
                    <a:pt x="21" y="10"/>
                    <a:pt x="12" y="14"/>
                    <a:pt x="4" y="1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7" name="Google Shape;367;p8"/>
            <p:cNvSpPr/>
            <p:nvPr/>
          </p:nvSpPr>
          <p:spPr>
            <a:xfrm>
              <a:off x="1328738" y="617538"/>
              <a:ext cx="57150" cy="92075"/>
            </a:xfrm>
            <a:custGeom>
              <a:avLst/>
              <a:gdLst/>
              <a:ahLst/>
              <a:cxnLst/>
              <a:rect l="l" t="t" r="r" b="b"/>
              <a:pathLst>
                <a:path w="34" h="55" extrusionOk="0">
                  <a:moveTo>
                    <a:pt x="7" y="55"/>
                  </a:moveTo>
                  <a:cubicBezTo>
                    <a:pt x="0" y="54"/>
                    <a:pt x="0" y="54"/>
                    <a:pt x="0" y="54"/>
                  </a:cubicBezTo>
                  <a:cubicBezTo>
                    <a:pt x="4" y="33"/>
                    <a:pt x="14" y="14"/>
                    <a:pt x="29" y="0"/>
                  </a:cubicBezTo>
                  <a:cubicBezTo>
                    <a:pt x="34" y="5"/>
                    <a:pt x="34" y="5"/>
                    <a:pt x="34" y="5"/>
                  </a:cubicBezTo>
                  <a:cubicBezTo>
                    <a:pt x="20" y="19"/>
                    <a:pt x="11" y="36"/>
                    <a:pt x="7" y="5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8" name="Google Shape;368;p8"/>
            <p:cNvSpPr/>
            <p:nvPr/>
          </p:nvSpPr>
          <p:spPr>
            <a:xfrm>
              <a:off x="1357313" y="787400"/>
              <a:ext cx="36513" cy="50800"/>
            </a:xfrm>
            <a:custGeom>
              <a:avLst/>
              <a:gdLst/>
              <a:ahLst/>
              <a:cxnLst/>
              <a:rect l="l" t="t" r="r" b="b"/>
              <a:pathLst>
                <a:path w="22" h="30" extrusionOk="0">
                  <a:moveTo>
                    <a:pt x="17" y="30"/>
                  </a:moveTo>
                  <a:cubicBezTo>
                    <a:pt x="10" y="21"/>
                    <a:pt x="4" y="12"/>
                    <a:pt x="0" y="2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10" y="9"/>
                    <a:pt x="15" y="18"/>
                    <a:pt x="22" y="25"/>
                  </a:cubicBezTo>
                  <a:lnTo>
                    <a:pt x="17" y="3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9" name="Google Shape;369;p8"/>
            <p:cNvSpPr/>
            <p:nvPr/>
          </p:nvSpPr>
          <p:spPr>
            <a:xfrm>
              <a:off x="1400175" y="841375"/>
              <a:ext cx="93663" cy="44450"/>
            </a:xfrm>
            <a:custGeom>
              <a:avLst/>
              <a:gdLst/>
              <a:ahLst/>
              <a:cxnLst/>
              <a:rect l="l" t="t" r="r" b="b"/>
              <a:pathLst>
                <a:path w="56" h="26" extrusionOk="0">
                  <a:moveTo>
                    <a:pt x="56" y="26"/>
                  </a:moveTo>
                  <a:cubicBezTo>
                    <a:pt x="35" y="26"/>
                    <a:pt x="15" y="18"/>
                    <a:pt x="0" y="5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18" y="13"/>
                    <a:pt x="37" y="19"/>
                    <a:pt x="56" y="19"/>
                  </a:cubicBezTo>
                  <a:lnTo>
                    <a:pt x="56" y="2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0" name="Google Shape;370;p8"/>
            <p:cNvSpPr/>
            <p:nvPr/>
          </p:nvSpPr>
          <p:spPr>
            <a:xfrm>
              <a:off x="1522413" y="839788"/>
              <a:ext cx="68263" cy="42863"/>
            </a:xfrm>
            <a:custGeom>
              <a:avLst/>
              <a:gdLst/>
              <a:ahLst/>
              <a:cxnLst/>
              <a:rect l="l" t="t" r="r" b="b"/>
              <a:pathLst>
                <a:path w="40" h="25" extrusionOk="0">
                  <a:moveTo>
                    <a:pt x="1" y="25"/>
                  </a:moveTo>
                  <a:cubicBezTo>
                    <a:pt x="0" y="19"/>
                    <a:pt x="0" y="19"/>
                    <a:pt x="0" y="19"/>
                  </a:cubicBezTo>
                  <a:cubicBezTo>
                    <a:pt x="13" y="16"/>
                    <a:pt x="26" y="10"/>
                    <a:pt x="36" y="0"/>
                  </a:cubicBezTo>
                  <a:cubicBezTo>
                    <a:pt x="40" y="5"/>
                    <a:pt x="40" y="5"/>
                    <a:pt x="40" y="5"/>
                  </a:cubicBezTo>
                  <a:cubicBezTo>
                    <a:pt x="29" y="15"/>
                    <a:pt x="15" y="22"/>
                    <a:pt x="1" y="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1" name="Google Shape;371;p8"/>
            <p:cNvSpPr/>
            <p:nvPr/>
          </p:nvSpPr>
          <p:spPr>
            <a:xfrm>
              <a:off x="1593850" y="784225"/>
              <a:ext cx="36513" cy="53975"/>
            </a:xfrm>
            <a:custGeom>
              <a:avLst/>
              <a:gdLst/>
              <a:ahLst/>
              <a:cxnLst/>
              <a:rect l="l" t="t" r="r" b="b"/>
              <a:pathLst>
                <a:path w="22" h="32" extrusionOk="0">
                  <a:moveTo>
                    <a:pt x="5" y="32"/>
                  </a:moveTo>
                  <a:cubicBezTo>
                    <a:pt x="0" y="27"/>
                    <a:pt x="0" y="27"/>
                    <a:pt x="0" y="27"/>
                  </a:cubicBezTo>
                  <a:cubicBezTo>
                    <a:pt x="7" y="19"/>
                    <a:pt x="13" y="10"/>
                    <a:pt x="16" y="0"/>
                  </a:cubicBezTo>
                  <a:cubicBezTo>
                    <a:pt x="22" y="3"/>
                    <a:pt x="22" y="3"/>
                    <a:pt x="22" y="3"/>
                  </a:cubicBezTo>
                  <a:cubicBezTo>
                    <a:pt x="18" y="13"/>
                    <a:pt x="12" y="23"/>
                    <a:pt x="5" y="3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2" name="Google Shape;372;p8"/>
            <p:cNvSpPr/>
            <p:nvPr/>
          </p:nvSpPr>
          <p:spPr>
            <a:xfrm>
              <a:off x="1625600" y="704850"/>
              <a:ext cx="12700" cy="61913"/>
            </a:xfrm>
            <a:custGeom>
              <a:avLst/>
              <a:gdLst/>
              <a:ahLst/>
              <a:cxnLst/>
              <a:rect l="l" t="t" r="r" b="b"/>
              <a:pathLst>
                <a:path w="8" h="36" extrusionOk="0">
                  <a:moveTo>
                    <a:pt x="7" y="36"/>
                  </a:moveTo>
                  <a:cubicBezTo>
                    <a:pt x="1" y="34"/>
                    <a:pt x="1" y="34"/>
                    <a:pt x="1" y="34"/>
                  </a:cubicBezTo>
                  <a:cubicBezTo>
                    <a:pt x="2" y="30"/>
                    <a:pt x="2" y="25"/>
                    <a:pt x="2" y="20"/>
                  </a:cubicBezTo>
                  <a:cubicBezTo>
                    <a:pt x="2" y="14"/>
                    <a:pt x="1" y="7"/>
                    <a:pt x="0" y="1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7" y="6"/>
                    <a:pt x="8" y="13"/>
                    <a:pt x="8" y="20"/>
                  </a:cubicBezTo>
                  <a:cubicBezTo>
                    <a:pt x="8" y="25"/>
                    <a:pt x="8" y="31"/>
                    <a:pt x="7" y="3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3" name="Google Shape;373;p8"/>
            <p:cNvSpPr/>
            <p:nvPr/>
          </p:nvSpPr>
          <p:spPr>
            <a:xfrm>
              <a:off x="1593850" y="641350"/>
              <a:ext cx="36513" cy="50800"/>
            </a:xfrm>
            <a:custGeom>
              <a:avLst/>
              <a:gdLst/>
              <a:ahLst/>
              <a:cxnLst/>
              <a:rect l="l" t="t" r="r" b="b"/>
              <a:pathLst>
                <a:path w="22" h="30" extrusionOk="0">
                  <a:moveTo>
                    <a:pt x="16" y="30"/>
                  </a:moveTo>
                  <a:cubicBezTo>
                    <a:pt x="12" y="20"/>
                    <a:pt x="7" y="12"/>
                    <a:pt x="0" y="4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12" y="8"/>
                    <a:pt x="18" y="17"/>
                    <a:pt x="22" y="28"/>
                  </a:cubicBezTo>
                  <a:lnTo>
                    <a:pt x="16" y="3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4" name="Google Shape;374;p8"/>
            <p:cNvSpPr/>
            <p:nvPr/>
          </p:nvSpPr>
          <p:spPr>
            <a:xfrm>
              <a:off x="1524000" y="596900"/>
              <a:ext cx="61912" cy="38100"/>
            </a:xfrm>
            <a:custGeom>
              <a:avLst/>
              <a:gdLst/>
              <a:ahLst/>
              <a:cxnLst/>
              <a:rect l="l" t="t" r="r" b="b"/>
              <a:pathLst>
                <a:path w="37" h="22" extrusionOk="0">
                  <a:moveTo>
                    <a:pt x="33" y="22"/>
                  </a:moveTo>
                  <a:cubicBezTo>
                    <a:pt x="23" y="14"/>
                    <a:pt x="12" y="9"/>
                    <a:pt x="0" y="6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4" y="3"/>
                    <a:pt x="26" y="9"/>
                    <a:pt x="37" y="17"/>
                  </a:cubicBezTo>
                  <a:lnTo>
                    <a:pt x="33" y="2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5" name="Google Shape;375;p8"/>
            <p:cNvSpPr/>
            <p:nvPr/>
          </p:nvSpPr>
          <p:spPr>
            <a:xfrm>
              <a:off x="1417638" y="593725"/>
              <a:ext cx="90488" cy="30163"/>
            </a:xfrm>
            <a:custGeom>
              <a:avLst/>
              <a:gdLst/>
              <a:ahLst/>
              <a:cxnLst/>
              <a:rect l="l" t="t" r="r" b="b"/>
              <a:pathLst>
                <a:path w="53" h="18" extrusionOk="0">
                  <a:moveTo>
                    <a:pt x="3" y="18"/>
                  </a:moveTo>
                  <a:cubicBezTo>
                    <a:pt x="0" y="12"/>
                    <a:pt x="0" y="12"/>
                    <a:pt x="0" y="12"/>
                  </a:cubicBezTo>
                  <a:cubicBezTo>
                    <a:pt x="14" y="4"/>
                    <a:pt x="29" y="0"/>
                    <a:pt x="45" y="0"/>
                  </a:cubicBezTo>
                  <a:cubicBezTo>
                    <a:pt x="48" y="0"/>
                    <a:pt x="51" y="0"/>
                    <a:pt x="53" y="0"/>
                  </a:cubicBezTo>
                  <a:cubicBezTo>
                    <a:pt x="53" y="6"/>
                    <a:pt x="53" y="6"/>
                    <a:pt x="53" y="6"/>
                  </a:cubicBezTo>
                  <a:cubicBezTo>
                    <a:pt x="50" y="6"/>
                    <a:pt x="47" y="6"/>
                    <a:pt x="45" y="6"/>
                  </a:cubicBezTo>
                  <a:cubicBezTo>
                    <a:pt x="30" y="6"/>
                    <a:pt x="16" y="10"/>
                    <a:pt x="3" y="1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6" name="Google Shape;376;p8"/>
            <p:cNvSpPr/>
            <p:nvPr/>
          </p:nvSpPr>
          <p:spPr>
            <a:xfrm>
              <a:off x="1358900" y="625475"/>
              <a:ext cx="50800" cy="63500"/>
            </a:xfrm>
            <a:custGeom>
              <a:avLst/>
              <a:gdLst/>
              <a:ahLst/>
              <a:cxnLst/>
              <a:rect l="l" t="t" r="r" b="b"/>
              <a:pathLst>
                <a:path w="30" h="37" extrusionOk="0">
                  <a:moveTo>
                    <a:pt x="6" y="37"/>
                  </a:moveTo>
                  <a:cubicBezTo>
                    <a:pt x="0" y="35"/>
                    <a:pt x="0" y="35"/>
                    <a:pt x="0" y="35"/>
                  </a:cubicBezTo>
                  <a:cubicBezTo>
                    <a:pt x="5" y="21"/>
                    <a:pt x="14" y="9"/>
                    <a:pt x="26" y="0"/>
                  </a:cubicBezTo>
                  <a:cubicBezTo>
                    <a:pt x="30" y="5"/>
                    <a:pt x="30" y="5"/>
                    <a:pt x="30" y="5"/>
                  </a:cubicBezTo>
                  <a:cubicBezTo>
                    <a:pt x="19" y="13"/>
                    <a:pt x="11" y="24"/>
                    <a:pt x="6" y="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7" name="Google Shape;377;p8"/>
            <p:cNvSpPr/>
            <p:nvPr/>
          </p:nvSpPr>
          <p:spPr>
            <a:xfrm>
              <a:off x="1347788" y="703263"/>
              <a:ext cx="14288" cy="69850"/>
            </a:xfrm>
            <a:custGeom>
              <a:avLst/>
              <a:gdLst/>
              <a:ahLst/>
              <a:cxnLst/>
              <a:rect l="l" t="t" r="r" b="b"/>
              <a:pathLst>
                <a:path w="9" h="41" extrusionOk="0">
                  <a:moveTo>
                    <a:pt x="3" y="41"/>
                  </a:moveTo>
                  <a:cubicBezTo>
                    <a:pt x="1" y="35"/>
                    <a:pt x="0" y="28"/>
                    <a:pt x="0" y="21"/>
                  </a:cubicBezTo>
                  <a:cubicBezTo>
                    <a:pt x="0" y="14"/>
                    <a:pt x="1" y="7"/>
                    <a:pt x="3" y="0"/>
                  </a:cubicBezTo>
                  <a:cubicBezTo>
                    <a:pt x="9" y="2"/>
                    <a:pt x="9" y="2"/>
                    <a:pt x="9" y="2"/>
                  </a:cubicBezTo>
                  <a:cubicBezTo>
                    <a:pt x="7" y="8"/>
                    <a:pt x="7" y="15"/>
                    <a:pt x="7" y="21"/>
                  </a:cubicBezTo>
                  <a:cubicBezTo>
                    <a:pt x="7" y="28"/>
                    <a:pt x="7" y="34"/>
                    <a:pt x="9" y="40"/>
                  </a:cubicBezTo>
                  <a:lnTo>
                    <a:pt x="3" y="4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8" name="Google Shape;378;p8"/>
            <p:cNvSpPr/>
            <p:nvPr/>
          </p:nvSpPr>
          <p:spPr>
            <a:xfrm>
              <a:off x="1493838" y="769938"/>
              <a:ext cx="119063" cy="93663"/>
            </a:xfrm>
            <a:custGeom>
              <a:avLst/>
              <a:gdLst/>
              <a:ahLst/>
              <a:cxnLst/>
              <a:rect l="l" t="t" r="r" b="b"/>
              <a:pathLst>
                <a:path w="71" h="56" extrusionOk="0">
                  <a:moveTo>
                    <a:pt x="0" y="56"/>
                  </a:moveTo>
                  <a:cubicBezTo>
                    <a:pt x="0" y="53"/>
                    <a:pt x="0" y="53"/>
                    <a:pt x="0" y="53"/>
                  </a:cubicBezTo>
                  <a:cubicBezTo>
                    <a:pt x="32" y="53"/>
                    <a:pt x="60" y="31"/>
                    <a:pt x="68" y="0"/>
                  </a:cubicBezTo>
                  <a:cubicBezTo>
                    <a:pt x="71" y="1"/>
                    <a:pt x="71" y="1"/>
                    <a:pt x="71" y="1"/>
                  </a:cubicBezTo>
                  <a:cubicBezTo>
                    <a:pt x="62" y="33"/>
                    <a:pt x="33" y="56"/>
                    <a:pt x="0" y="5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9" name="Google Shape;379;p8"/>
            <p:cNvSpPr/>
            <p:nvPr/>
          </p:nvSpPr>
          <p:spPr>
            <a:xfrm>
              <a:off x="1609725" y="719138"/>
              <a:ext cx="7938" cy="20638"/>
            </a:xfrm>
            <a:custGeom>
              <a:avLst/>
              <a:gdLst/>
              <a:ahLst/>
              <a:cxnLst/>
              <a:rect l="l" t="t" r="r" b="b"/>
              <a:pathLst>
                <a:path w="4" h="12" extrusionOk="0">
                  <a:moveTo>
                    <a:pt x="4" y="12"/>
                  </a:moveTo>
                  <a:cubicBezTo>
                    <a:pt x="1" y="12"/>
                    <a:pt x="1" y="12"/>
                    <a:pt x="1" y="12"/>
                  </a:cubicBezTo>
                  <a:cubicBezTo>
                    <a:pt x="1" y="8"/>
                    <a:pt x="1" y="4"/>
                    <a:pt x="0" y="1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4" y="4"/>
                    <a:pt x="4" y="8"/>
                    <a:pt x="4" y="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0" name="Google Shape;380;p8"/>
            <p:cNvSpPr/>
            <p:nvPr/>
          </p:nvSpPr>
          <p:spPr>
            <a:xfrm>
              <a:off x="1568450" y="642938"/>
              <a:ext cx="20638" cy="20638"/>
            </a:xfrm>
            <a:custGeom>
              <a:avLst/>
              <a:gdLst/>
              <a:ahLst/>
              <a:cxnLst/>
              <a:rect l="l" t="t" r="r" b="b"/>
              <a:pathLst>
                <a:path w="12" h="12" extrusionOk="0">
                  <a:moveTo>
                    <a:pt x="10" y="12"/>
                  </a:moveTo>
                  <a:cubicBezTo>
                    <a:pt x="7" y="9"/>
                    <a:pt x="4" y="6"/>
                    <a:pt x="0" y="3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6" y="3"/>
                    <a:pt x="9" y="7"/>
                    <a:pt x="12" y="10"/>
                  </a:cubicBezTo>
                  <a:lnTo>
                    <a:pt x="10" y="1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1" name="Google Shape;381;p8"/>
            <p:cNvSpPr/>
            <p:nvPr/>
          </p:nvSpPr>
          <p:spPr>
            <a:xfrm>
              <a:off x="1508125" y="615950"/>
              <a:ext cx="55563" cy="25400"/>
            </a:xfrm>
            <a:custGeom>
              <a:avLst/>
              <a:gdLst/>
              <a:ahLst/>
              <a:cxnLst/>
              <a:rect l="l" t="t" r="r" b="b"/>
              <a:pathLst>
                <a:path w="33" h="15" extrusionOk="0">
                  <a:moveTo>
                    <a:pt x="31" y="15"/>
                  </a:moveTo>
                  <a:cubicBezTo>
                    <a:pt x="22" y="9"/>
                    <a:pt x="11" y="5"/>
                    <a:pt x="0" y="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2" y="2"/>
                    <a:pt x="23" y="6"/>
                    <a:pt x="33" y="13"/>
                  </a:cubicBezTo>
                  <a:lnTo>
                    <a:pt x="31" y="1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2" name="Google Shape;382;p8"/>
            <p:cNvSpPr/>
            <p:nvPr/>
          </p:nvSpPr>
          <p:spPr>
            <a:xfrm>
              <a:off x="1466850" y="615950"/>
              <a:ext cx="26988" cy="6350"/>
            </a:xfrm>
            <a:custGeom>
              <a:avLst/>
              <a:gdLst/>
              <a:ahLst/>
              <a:cxnLst/>
              <a:rect l="l" t="t" r="r" b="b"/>
              <a:pathLst>
                <a:path w="16" h="4" extrusionOk="0">
                  <a:moveTo>
                    <a:pt x="1" y="4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5" y="0"/>
                    <a:pt x="11" y="0"/>
                    <a:pt x="16" y="0"/>
                  </a:cubicBezTo>
                  <a:cubicBezTo>
                    <a:pt x="16" y="3"/>
                    <a:pt x="16" y="3"/>
                    <a:pt x="16" y="3"/>
                  </a:cubicBezTo>
                  <a:cubicBezTo>
                    <a:pt x="11" y="3"/>
                    <a:pt x="6" y="3"/>
                    <a:pt x="1" y="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3" name="Google Shape;383;p8"/>
            <p:cNvSpPr/>
            <p:nvPr/>
          </p:nvSpPr>
          <p:spPr>
            <a:xfrm>
              <a:off x="1376363" y="625475"/>
              <a:ext cx="69850" cy="77787"/>
            </a:xfrm>
            <a:custGeom>
              <a:avLst/>
              <a:gdLst/>
              <a:ahLst/>
              <a:cxnLst/>
              <a:rect l="l" t="t" r="r" b="b"/>
              <a:pathLst>
                <a:path w="42" h="46" extrusionOk="0">
                  <a:moveTo>
                    <a:pt x="3" y="46"/>
                  </a:moveTo>
                  <a:cubicBezTo>
                    <a:pt x="0" y="45"/>
                    <a:pt x="0" y="45"/>
                    <a:pt x="0" y="45"/>
                  </a:cubicBezTo>
                  <a:cubicBezTo>
                    <a:pt x="6" y="25"/>
                    <a:pt x="21" y="8"/>
                    <a:pt x="41" y="0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23" y="11"/>
                    <a:pt x="9" y="26"/>
                    <a:pt x="3" y="4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4" name="Google Shape;384;p8"/>
            <p:cNvSpPr/>
            <p:nvPr/>
          </p:nvSpPr>
          <p:spPr>
            <a:xfrm>
              <a:off x="1368425" y="714375"/>
              <a:ext cx="9525" cy="25400"/>
            </a:xfrm>
            <a:custGeom>
              <a:avLst/>
              <a:gdLst/>
              <a:ahLst/>
              <a:cxnLst/>
              <a:rect l="l" t="t" r="r" b="b"/>
              <a:pathLst>
                <a:path w="5" h="15" extrusionOk="0">
                  <a:moveTo>
                    <a:pt x="3" y="15"/>
                  </a:moveTo>
                  <a:cubicBezTo>
                    <a:pt x="0" y="15"/>
                    <a:pt x="0" y="15"/>
                    <a:pt x="0" y="15"/>
                  </a:cubicBezTo>
                  <a:cubicBezTo>
                    <a:pt x="0" y="10"/>
                    <a:pt x="1" y="5"/>
                    <a:pt x="2" y="0"/>
                  </a:cubicBezTo>
                  <a:cubicBezTo>
                    <a:pt x="5" y="1"/>
                    <a:pt x="5" y="1"/>
                    <a:pt x="5" y="1"/>
                  </a:cubicBezTo>
                  <a:cubicBezTo>
                    <a:pt x="4" y="6"/>
                    <a:pt x="3" y="11"/>
                    <a:pt x="3" y="1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5" name="Google Shape;385;p8"/>
            <p:cNvSpPr/>
            <p:nvPr/>
          </p:nvSpPr>
          <p:spPr>
            <a:xfrm>
              <a:off x="1376363" y="776288"/>
              <a:ext cx="50800" cy="65087"/>
            </a:xfrm>
            <a:custGeom>
              <a:avLst/>
              <a:gdLst/>
              <a:ahLst/>
              <a:cxnLst/>
              <a:rect l="l" t="t" r="r" b="b"/>
              <a:pathLst>
                <a:path w="30" h="39" extrusionOk="0">
                  <a:moveTo>
                    <a:pt x="28" y="39"/>
                  </a:moveTo>
                  <a:cubicBezTo>
                    <a:pt x="15" y="30"/>
                    <a:pt x="5" y="16"/>
                    <a:pt x="0" y="1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7" y="14"/>
                    <a:pt x="17" y="27"/>
                    <a:pt x="30" y="36"/>
                  </a:cubicBezTo>
                  <a:lnTo>
                    <a:pt x="28" y="39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6" name="Google Shape;386;p8"/>
            <p:cNvSpPr/>
            <p:nvPr/>
          </p:nvSpPr>
          <p:spPr>
            <a:xfrm>
              <a:off x="1441450" y="847725"/>
              <a:ext cx="17463" cy="11113"/>
            </a:xfrm>
            <a:custGeom>
              <a:avLst/>
              <a:gdLst/>
              <a:ahLst/>
              <a:cxnLst/>
              <a:rect l="l" t="t" r="r" b="b"/>
              <a:pathLst>
                <a:path w="10" h="7" extrusionOk="0">
                  <a:moveTo>
                    <a:pt x="9" y="7"/>
                  </a:moveTo>
                  <a:cubicBezTo>
                    <a:pt x="6" y="6"/>
                    <a:pt x="3" y="4"/>
                    <a:pt x="0" y="3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4" y="1"/>
                    <a:pt x="7" y="3"/>
                    <a:pt x="10" y="4"/>
                  </a:cubicBezTo>
                  <a:lnTo>
                    <a:pt x="9" y="7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9"/>
          <p:cNvSpPr txBox="1">
            <a:spLocks noGrp="1"/>
          </p:cNvSpPr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89" name="Google Shape;389;p9"/>
          <p:cNvSpPr txBox="1">
            <a:spLocks noGrp="1"/>
          </p:cNvSpPr>
          <p:nvPr>
            <p:ph type="subTitle" idx="1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grpSp>
        <p:nvGrpSpPr>
          <p:cNvPr id="390" name="Google Shape;390;p9"/>
          <p:cNvGrpSpPr/>
          <p:nvPr/>
        </p:nvGrpSpPr>
        <p:grpSpPr>
          <a:xfrm flipH="1">
            <a:off x="-11473" y="-184400"/>
            <a:ext cx="1449389" cy="1447800"/>
            <a:chOff x="5502275" y="4098925"/>
            <a:chExt cx="1449389" cy="1447800"/>
          </a:xfrm>
        </p:grpSpPr>
        <p:sp>
          <p:nvSpPr>
            <p:cNvPr id="391" name="Google Shape;391;p9"/>
            <p:cNvSpPr/>
            <p:nvPr/>
          </p:nvSpPr>
          <p:spPr>
            <a:xfrm>
              <a:off x="5502275" y="4098925"/>
              <a:ext cx="1449389" cy="1447800"/>
            </a:xfrm>
            <a:custGeom>
              <a:avLst/>
              <a:gdLst/>
              <a:ahLst/>
              <a:cxnLst/>
              <a:rect l="l" t="t" r="r" b="b"/>
              <a:pathLst>
                <a:path w="859" h="858" extrusionOk="0">
                  <a:moveTo>
                    <a:pt x="430" y="858"/>
                  </a:moveTo>
                  <a:cubicBezTo>
                    <a:pt x="193" y="858"/>
                    <a:pt x="0" y="665"/>
                    <a:pt x="0" y="429"/>
                  </a:cubicBezTo>
                  <a:cubicBezTo>
                    <a:pt x="0" y="192"/>
                    <a:pt x="193" y="0"/>
                    <a:pt x="430" y="0"/>
                  </a:cubicBezTo>
                  <a:cubicBezTo>
                    <a:pt x="666" y="0"/>
                    <a:pt x="859" y="192"/>
                    <a:pt x="859" y="429"/>
                  </a:cubicBezTo>
                  <a:cubicBezTo>
                    <a:pt x="859" y="665"/>
                    <a:pt x="666" y="858"/>
                    <a:pt x="430" y="858"/>
                  </a:cubicBezTo>
                  <a:close/>
                  <a:moveTo>
                    <a:pt x="430" y="10"/>
                  </a:moveTo>
                  <a:cubicBezTo>
                    <a:pt x="199" y="10"/>
                    <a:pt x="11" y="198"/>
                    <a:pt x="11" y="429"/>
                  </a:cubicBezTo>
                  <a:cubicBezTo>
                    <a:pt x="11" y="659"/>
                    <a:pt x="199" y="847"/>
                    <a:pt x="430" y="847"/>
                  </a:cubicBezTo>
                  <a:cubicBezTo>
                    <a:pt x="660" y="847"/>
                    <a:pt x="848" y="659"/>
                    <a:pt x="848" y="429"/>
                  </a:cubicBezTo>
                  <a:cubicBezTo>
                    <a:pt x="848" y="198"/>
                    <a:pt x="660" y="10"/>
                    <a:pt x="430" y="1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2" name="Google Shape;392;p9"/>
            <p:cNvSpPr/>
            <p:nvPr/>
          </p:nvSpPr>
          <p:spPr>
            <a:xfrm>
              <a:off x="5548313" y="4143375"/>
              <a:ext cx="1357313" cy="1358900"/>
            </a:xfrm>
            <a:custGeom>
              <a:avLst/>
              <a:gdLst/>
              <a:ahLst/>
              <a:cxnLst/>
              <a:rect l="l" t="t" r="r" b="b"/>
              <a:pathLst>
                <a:path w="805" h="805" extrusionOk="0">
                  <a:moveTo>
                    <a:pt x="403" y="805"/>
                  </a:moveTo>
                  <a:cubicBezTo>
                    <a:pt x="180" y="805"/>
                    <a:pt x="0" y="625"/>
                    <a:pt x="0" y="403"/>
                  </a:cubicBezTo>
                  <a:cubicBezTo>
                    <a:pt x="0" y="181"/>
                    <a:pt x="180" y="0"/>
                    <a:pt x="403" y="0"/>
                  </a:cubicBezTo>
                  <a:cubicBezTo>
                    <a:pt x="625" y="0"/>
                    <a:pt x="805" y="181"/>
                    <a:pt x="805" y="403"/>
                  </a:cubicBezTo>
                  <a:cubicBezTo>
                    <a:pt x="805" y="625"/>
                    <a:pt x="625" y="805"/>
                    <a:pt x="403" y="805"/>
                  </a:cubicBezTo>
                  <a:close/>
                  <a:moveTo>
                    <a:pt x="403" y="7"/>
                  </a:moveTo>
                  <a:cubicBezTo>
                    <a:pt x="184" y="7"/>
                    <a:pt x="7" y="185"/>
                    <a:pt x="7" y="403"/>
                  </a:cubicBezTo>
                  <a:cubicBezTo>
                    <a:pt x="7" y="621"/>
                    <a:pt x="184" y="798"/>
                    <a:pt x="403" y="798"/>
                  </a:cubicBezTo>
                  <a:cubicBezTo>
                    <a:pt x="621" y="798"/>
                    <a:pt x="798" y="621"/>
                    <a:pt x="798" y="403"/>
                  </a:cubicBezTo>
                  <a:cubicBezTo>
                    <a:pt x="798" y="185"/>
                    <a:pt x="621" y="7"/>
                    <a:pt x="403" y="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3" name="Google Shape;393;p9"/>
            <p:cNvSpPr/>
            <p:nvPr/>
          </p:nvSpPr>
          <p:spPr>
            <a:xfrm>
              <a:off x="5595938" y="4192588"/>
              <a:ext cx="1262063" cy="1262063"/>
            </a:xfrm>
            <a:custGeom>
              <a:avLst/>
              <a:gdLst/>
              <a:ahLst/>
              <a:cxnLst/>
              <a:rect l="l" t="t" r="r" b="b"/>
              <a:pathLst>
                <a:path w="749" h="748" extrusionOk="0">
                  <a:moveTo>
                    <a:pt x="375" y="748"/>
                  </a:moveTo>
                  <a:cubicBezTo>
                    <a:pt x="375" y="748"/>
                    <a:pt x="375" y="748"/>
                    <a:pt x="375" y="748"/>
                  </a:cubicBezTo>
                  <a:cubicBezTo>
                    <a:pt x="372" y="748"/>
                    <a:pt x="369" y="748"/>
                    <a:pt x="366" y="748"/>
                  </a:cubicBezTo>
                  <a:cubicBezTo>
                    <a:pt x="367" y="689"/>
                    <a:pt x="367" y="689"/>
                    <a:pt x="367" y="689"/>
                  </a:cubicBezTo>
                  <a:cubicBezTo>
                    <a:pt x="370" y="689"/>
                    <a:pt x="372" y="689"/>
                    <a:pt x="375" y="689"/>
                  </a:cubicBezTo>
                  <a:lnTo>
                    <a:pt x="375" y="748"/>
                  </a:lnTo>
                  <a:close/>
                  <a:moveTo>
                    <a:pt x="382" y="748"/>
                  </a:moveTo>
                  <a:cubicBezTo>
                    <a:pt x="381" y="689"/>
                    <a:pt x="381" y="689"/>
                    <a:pt x="381" y="689"/>
                  </a:cubicBezTo>
                  <a:cubicBezTo>
                    <a:pt x="383" y="689"/>
                    <a:pt x="386" y="689"/>
                    <a:pt x="388" y="689"/>
                  </a:cubicBezTo>
                  <a:cubicBezTo>
                    <a:pt x="390" y="747"/>
                    <a:pt x="390" y="747"/>
                    <a:pt x="390" y="747"/>
                  </a:cubicBezTo>
                  <a:cubicBezTo>
                    <a:pt x="388" y="747"/>
                    <a:pt x="385" y="748"/>
                    <a:pt x="382" y="748"/>
                  </a:cubicBezTo>
                  <a:close/>
                  <a:moveTo>
                    <a:pt x="359" y="747"/>
                  </a:moveTo>
                  <a:cubicBezTo>
                    <a:pt x="356" y="747"/>
                    <a:pt x="353" y="747"/>
                    <a:pt x="350" y="747"/>
                  </a:cubicBezTo>
                  <a:cubicBezTo>
                    <a:pt x="354" y="689"/>
                    <a:pt x="354" y="689"/>
                    <a:pt x="354" y="689"/>
                  </a:cubicBezTo>
                  <a:cubicBezTo>
                    <a:pt x="356" y="689"/>
                    <a:pt x="359" y="689"/>
                    <a:pt x="361" y="689"/>
                  </a:cubicBezTo>
                  <a:lnTo>
                    <a:pt x="359" y="747"/>
                  </a:lnTo>
                  <a:close/>
                  <a:moveTo>
                    <a:pt x="398" y="747"/>
                  </a:moveTo>
                  <a:cubicBezTo>
                    <a:pt x="394" y="689"/>
                    <a:pt x="394" y="689"/>
                    <a:pt x="394" y="689"/>
                  </a:cubicBezTo>
                  <a:cubicBezTo>
                    <a:pt x="397" y="688"/>
                    <a:pt x="399" y="688"/>
                    <a:pt x="401" y="688"/>
                  </a:cubicBezTo>
                  <a:cubicBezTo>
                    <a:pt x="406" y="746"/>
                    <a:pt x="406" y="746"/>
                    <a:pt x="406" y="746"/>
                  </a:cubicBezTo>
                  <a:cubicBezTo>
                    <a:pt x="403" y="747"/>
                    <a:pt x="401" y="747"/>
                    <a:pt x="398" y="747"/>
                  </a:cubicBezTo>
                  <a:close/>
                  <a:moveTo>
                    <a:pt x="343" y="746"/>
                  </a:moveTo>
                  <a:cubicBezTo>
                    <a:pt x="340" y="746"/>
                    <a:pt x="337" y="746"/>
                    <a:pt x="334" y="746"/>
                  </a:cubicBezTo>
                  <a:cubicBezTo>
                    <a:pt x="341" y="687"/>
                    <a:pt x="341" y="687"/>
                    <a:pt x="341" y="687"/>
                  </a:cubicBezTo>
                  <a:cubicBezTo>
                    <a:pt x="343" y="688"/>
                    <a:pt x="345" y="688"/>
                    <a:pt x="348" y="688"/>
                  </a:cubicBezTo>
                  <a:lnTo>
                    <a:pt x="343" y="746"/>
                  </a:lnTo>
                  <a:close/>
                  <a:moveTo>
                    <a:pt x="414" y="746"/>
                  </a:moveTo>
                  <a:cubicBezTo>
                    <a:pt x="407" y="688"/>
                    <a:pt x="407" y="688"/>
                    <a:pt x="407" y="688"/>
                  </a:cubicBezTo>
                  <a:cubicBezTo>
                    <a:pt x="410" y="687"/>
                    <a:pt x="412" y="687"/>
                    <a:pt x="415" y="687"/>
                  </a:cubicBezTo>
                  <a:cubicBezTo>
                    <a:pt x="422" y="745"/>
                    <a:pt x="422" y="745"/>
                    <a:pt x="422" y="745"/>
                  </a:cubicBezTo>
                  <a:cubicBezTo>
                    <a:pt x="419" y="745"/>
                    <a:pt x="416" y="745"/>
                    <a:pt x="414" y="746"/>
                  </a:cubicBezTo>
                  <a:close/>
                  <a:moveTo>
                    <a:pt x="327" y="745"/>
                  </a:moveTo>
                  <a:cubicBezTo>
                    <a:pt x="324" y="744"/>
                    <a:pt x="321" y="744"/>
                    <a:pt x="319" y="744"/>
                  </a:cubicBezTo>
                  <a:cubicBezTo>
                    <a:pt x="327" y="686"/>
                    <a:pt x="327" y="686"/>
                    <a:pt x="327" y="686"/>
                  </a:cubicBezTo>
                  <a:cubicBezTo>
                    <a:pt x="330" y="686"/>
                    <a:pt x="332" y="686"/>
                    <a:pt x="334" y="687"/>
                  </a:cubicBezTo>
                  <a:lnTo>
                    <a:pt x="327" y="745"/>
                  </a:lnTo>
                  <a:close/>
                  <a:moveTo>
                    <a:pt x="429" y="744"/>
                  </a:moveTo>
                  <a:cubicBezTo>
                    <a:pt x="421" y="686"/>
                    <a:pt x="421" y="686"/>
                    <a:pt x="421" y="686"/>
                  </a:cubicBezTo>
                  <a:cubicBezTo>
                    <a:pt x="423" y="686"/>
                    <a:pt x="426" y="685"/>
                    <a:pt x="428" y="685"/>
                  </a:cubicBezTo>
                  <a:cubicBezTo>
                    <a:pt x="438" y="742"/>
                    <a:pt x="438" y="742"/>
                    <a:pt x="438" y="742"/>
                  </a:cubicBezTo>
                  <a:cubicBezTo>
                    <a:pt x="435" y="743"/>
                    <a:pt x="432" y="743"/>
                    <a:pt x="429" y="744"/>
                  </a:cubicBezTo>
                  <a:close/>
                  <a:moveTo>
                    <a:pt x="311" y="742"/>
                  </a:moveTo>
                  <a:cubicBezTo>
                    <a:pt x="309" y="742"/>
                    <a:pt x="306" y="741"/>
                    <a:pt x="303" y="741"/>
                  </a:cubicBezTo>
                  <a:cubicBezTo>
                    <a:pt x="314" y="683"/>
                    <a:pt x="314" y="683"/>
                    <a:pt x="314" y="683"/>
                  </a:cubicBezTo>
                  <a:cubicBezTo>
                    <a:pt x="316" y="684"/>
                    <a:pt x="319" y="684"/>
                    <a:pt x="321" y="685"/>
                  </a:cubicBezTo>
                  <a:lnTo>
                    <a:pt x="311" y="742"/>
                  </a:lnTo>
                  <a:close/>
                  <a:moveTo>
                    <a:pt x="445" y="741"/>
                  </a:moveTo>
                  <a:cubicBezTo>
                    <a:pt x="434" y="684"/>
                    <a:pt x="434" y="684"/>
                    <a:pt x="434" y="684"/>
                  </a:cubicBezTo>
                  <a:cubicBezTo>
                    <a:pt x="436" y="683"/>
                    <a:pt x="439" y="683"/>
                    <a:pt x="441" y="682"/>
                  </a:cubicBezTo>
                  <a:cubicBezTo>
                    <a:pt x="453" y="739"/>
                    <a:pt x="453" y="739"/>
                    <a:pt x="453" y="739"/>
                  </a:cubicBezTo>
                  <a:cubicBezTo>
                    <a:pt x="451" y="740"/>
                    <a:pt x="448" y="741"/>
                    <a:pt x="445" y="741"/>
                  </a:cubicBezTo>
                  <a:close/>
                  <a:moveTo>
                    <a:pt x="296" y="739"/>
                  </a:moveTo>
                  <a:cubicBezTo>
                    <a:pt x="293" y="739"/>
                    <a:pt x="290" y="738"/>
                    <a:pt x="287" y="737"/>
                  </a:cubicBezTo>
                  <a:cubicBezTo>
                    <a:pt x="301" y="681"/>
                    <a:pt x="301" y="681"/>
                    <a:pt x="301" y="681"/>
                  </a:cubicBezTo>
                  <a:cubicBezTo>
                    <a:pt x="303" y="681"/>
                    <a:pt x="306" y="682"/>
                    <a:pt x="308" y="682"/>
                  </a:cubicBezTo>
                  <a:lnTo>
                    <a:pt x="296" y="739"/>
                  </a:lnTo>
                  <a:close/>
                  <a:moveTo>
                    <a:pt x="460" y="738"/>
                  </a:moveTo>
                  <a:cubicBezTo>
                    <a:pt x="447" y="681"/>
                    <a:pt x="447" y="681"/>
                    <a:pt x="447" y="681"/>
                  </a:cubicBezTo>
                  <a:cubicBezTo>
                    <a:pt x="449" y="680"/>
                    <a:pt x="452" y="680"/>
                    <a:pt x="454" y="679"/>
                  </a:cubicBezTo>
                  <a:cubicBezTo>
                    <a:pt x="469" y="736"/>
                    <a:pt x="469" y="736"/>
                    <a:pt x="469" y="736"/>
                  </a:cubicBezTo>
                  <a:cubicBezTo>
                    <a:pt x="466" y="736"/>
                    <a:pt x="463" y="737"/>
                    <a:pt x="460" y="738"/>
                  </a:cubicBezTo>
                  <a:close/>
                  <a:moveTo>
                    <a:pt x="280" y="736"/>
                  </a:moveTo>
                  <a:cubicBezTo>
                    <a:pt x="278" y="735"/>
                    <a:pt x="275" y="734"/>
                    <a:pt x="272" y="733"/>
                  </a:cubicBezTo>
                  <a:cubicBezTo>
                    <a:pt x="288" y="677"/>
                    <a:pt x="288" y="677"/>
                    <a:pt x="288" y="677"/>
                  </a:cubicBezTo>
                  <a:cubicBezTo>
                    <a:pt x="290" y="678"/>
                    <a:pt x="293" y="679"/>
                    <a:pt x="295" y="679"/>
                  </a:cubicBezTo>
                  <a:lnTo>
                    <a:pt x="280" y="736"/>
                  </a:lnTo>
                  <a:close/>
                  <a:moveTo>
                    <a:pt x="476" y="734"/>
                  </a:moveTo>
                  <a:cubicBezTo>
                    <a:pt x="460" y="678"/>
                    <a:pt x="460" y="678"/>
                    <a:pt x="460" y="678"/>
                  </a:cubicBezTo>
                  <a:cubicBezTo>
                    <a:pt x="462" y="677"/>
                    <a:pt x="465" y="676"/>
                    <a:pt x="467" y="675"/>
                  </a:cubicBezTo>
                  <a:cubicBezTo>
                    <a:pt x="484" y="731"/>
                    <a:pt x="484" y="731"/>
                    <a:pt x="484" y="731"/>
                  </a:cubicBezTo>
                  <a:cubicBezTo>
                    <a:pt x="481" y="732"/>
                    <a:pt x="479" y="733"/>
                    <a:pt x="476" y="734"/>
                  </a:cubicBezTo>
                  <a:close/>
                  <a:moveTo>
                    <a:pt x="265" y="731"/>
                  </a:moveTo>
                  <a:cubicBezTo>
                    <a:pt x="262" y="731"/>
                    <a:pt x="260" y="730"/>
                    <a:pt x="257" y="729"/>
                  </a:cubicBezTo>
                  <a:cubicBezTo>
                    <a:pt x="275" y="673"/>
                    <a:pt x="275" y="673"/>
                    <a:pt x="275" y="673"/>
                  </a:cubicBezTo>
                  <a:cubicBezTo>
                    <a:pt x="278" y="674"/>
                    <a:pt x="280" y="675"/>
                    <a:pt x="282" y="676"/>
                  </a:cubicBezTo>
                  <a:lnTo>
                    <a:pt x="265" y="731"/>
                  </a:lnTo>
                  <a:close/>
                  <a:moveTo>
                    <a:pt x="491" y="729"/>
                  </a:moveTo>
                  <a:cubicBezTo>
                    <a:pt x="473" y="674"/>
                    <a:pt x="473" y="674"/>
                    <a:pt x="473" y="674"/>
                  </a:cubicBezTo>
                  <a:cubicBezTo>
                    <a:pt x="475" y="673"/>
                    <a:pt x="477" y="672"/>
                    <a:pt x="480" y="671"/>
                  </a:cubicBezTo>
                  <a:cubicBezTo>
                    <a:pt x="499" y="726"/>
                    <a:pt x="499" y="726"/>
                    <a:pt x="499" y="726"/>
                  </a:cubicBezTo>
                  <a:cubicBezTo>
                    <a:pt x="496" y="727"/>
                    <a:pt x="494" y="728"/>
                    <a:pt x="491" y="729"/>
                  </a:cubicBezTo>
                  <a:close/>
                  <a:moveTo>
                    <a:pt x="250" y="726"/>
                  </a:moveTo>
                  <a:cubicBezTo>
                    <a:pt x="247" y="725"/>
                    <a:pt x="244" y="724"/>
                    <a:pt x="242" y="723"/>
                  </a:cubicBezTo>
                  <a:cubicBezTo>
                    <a:pt x="263" y="669"/>
                    <a:pt x="263" y="669"/>
                    <a:pt x="263" y="669"/>
                  </a:cubicBezTo>
                  <a:cubicBezTo>
                    <a:pt x="265" y="670"/>
                    <a:pt x="267" y="671"/>
                    <a:pt x="269" y="671"/>
                  </a:cubicBezTo>
                  <a:lnTo>
                    <a:pt x="250" y="726"/>
                  </a:lnTo>
                  <a:close/>
                  <a:moveTo>
                    <a:pt x="506" y="724"/>
                  </a:moveTo>
                  <a:cubicBezTo>
                    <a:pt x="485" y="669"/>
                    <a:pt x="485" y="669"/>
                    <a:pt x="485" y="669"/>
                  </a:cubicBezTo>
                  <a:cubicBezTo>
                    <a:pt x="488" y="668"/>
                    <a:pt x="490" y="667"/>
                    <a:pt x="492" y="667"/>
                  </a:cubicBezTo>
                  <a:cubicBezTo>
                    <a:pt x="514" y="721"/>
                    <a:pt x="514" y="721"/>
                    <a:pt x="514" y="721"/>
                  </a:cubicBezTo>
                  <a:cubicBezTo>
                    <a:pt x="511" y="722"/>
                    <a:pt x="509" y="723"/>
                    <a:pt x="506" y="724"/>
                  </a:cubicBezTo>
                  <a:close/>
                  <a:moveTo>
                    <a:pt x="235" y="721"/>
                  </a:moveTo>
                  <a:cubicBezTo>
                    <a:pt x="232" y="720"/>
                    <a:pt x="230" y="719"/>
                    <a:pt x="227" y="718"/>
                  </a:cubicBezTo>
                  <a:cubicBezTo>
                    <a:pt x="250" y="664"/>
                    <a:pt x="250" y="664"/>
                    <a:pt x="250" y="664"/>
                  </a:cubicBezTo>
                  <a:cubicBezTo>
                    <a:pt x="252" y="665"/>
                    <a:pt x="255" y="666"/>
                    <a:pt x="257" y="667"/>
                  </a:cubicBezTo>
                  <a:lnTo>
                    <a:pt x="235" y="721"/>
                  </a:lnTo>
                  <a:close/>
                  <a:moveTo>
                    <a:pt x="521" y="718"/>
                  </a:moveTo>
                  <a:cubicBezTo>
                    <a:pt x="498" y="664"/>
                    <a:pt x="498" y="664"/>
                    <a:pt x="498" y="664"/>
                  </a:cubicBezTo>
                  <a:cubicBezTo>
                    <a:pt x="500" y="663"/>
                    <a:pt x="502" y="662"/>
                    <a:pt x="504" y="661"/>
                  </a:cubicBezTo>
                  <a:cubicBezTo>
                    <a:pt x="529" y="715"/>
                    <a:pt x="529" y="715"/>
                    <a:pt x="529" y="715"/>
                  </a:cubicBezTo>
                  <a:cubicBezTo>
                    <a:pt x="526" y="716"/>
                    <a:pt x="523" y="717"/>
                    <a:pt x="521" y="718"/>
                  </a:cubicBezTo>
                  <a:close/>
                  <a:moveTo>
                    <a:pt x="220" y="715"/>
                  </a:moveTo>
                  <a:cubicBezTo>
                    <a:pt x="218" y="713"/>
                    <a:pt x="215" y="712"/>
                    <a:pt x="213" y="711"/>
                  </a:cubicBezTo>
                  <a:cubicBezTo>
                    <a:pt x="238" y="658"/>
                    <a:pt x="238" y="658"/>
                    <a:pt x="238" y="658"/>
                  </a:cubicBezTo>
                  <a:cubicBezTo>
                    <a:pt x="240" y="659"/>
                    <a:pt x="242" y="660"/>
                    <a:pt x="245" y="661"/>
                  </a:cubicBezTo>
                  <a:lnTo>
                    <a:pt x="220" y="715"/>
                  </a:lnTo>
                  <a:close/>
                  <a:moveTo>
                    <a:pt x="535" y="712"/>
                  </a:moveTo>
                  <a:cubicBezTo>
                    <a:pt x="510" y="659"/>
                    <a:pt x="510" y="659"/>
                    <a:pt x="510" y="659"/>
                  </a:cubicBezTo>
                  <a:cubicBezTo>
                    <a:pt x="512" y="658"/>
                    <a:pt x="514" y="657"/>
                    <a:pt x="517" y="656"/>
                  </a:cubicBezTo>
                  <a:cubicBezTo>
                    <a:pt x="543" y="708"/>
                    <a:pt x="543" y="708"/>
                    <a:pt x="543" y="708"/>
                  </a:cubicBezTo>
                  <a:cubicBezTo>
                    <a:pt x="540" y="709"/>
                    <a:pt x="538" y="710"/>
                    <a:pt x="535" y="712"/>
                  </a:cubicBezTo>
                  <a:close/>
                  <a:moveTo>
                    <a:pt x="206" y="708"/>
                  </a:moveTo>
                  <a:cubicBezTo>
                    <a:pt x="203" y="706"/>
                    <a:pt x="201" y="705"/>
                    <a:pt x="198" y="704"/>
                  </a:cubicBezTo>
                  <a:cubicBezTo>
                    <a:pt x="226" y="652"/>
                    <a:pt x="226" y="652"/>
                    <a:pt x="226" y="652"/>
                  </a:cubicBezTo>
                  <a:cubicBezTo>
                    <a:pt x="228" y="653"/>
                    <a:pt x="230" y="654"/>
                    <a:pt x="232" y="656"/>
                  </a:cubicBezTo>
                  <a:lnTo>
                    <a:pt x="206" y="708"/>
                  </a:lnTo>
                  <a:close/>
                  <a:moveTo>
                    <a:pt x="549" y="704"/>
                  </a:moveTo>
                  <a:cubicBezTo>
                    <a:pt x="522" y="653"/>
                    <a:pt x="522" y="653"/>
                    <a:pt x="522" y="653"/>
                  </a:cubicBezTo>
                  <a:cubicBezTo>
                    <a:pt x="524" y="652"/>
                    <a:pt x="526" y="650"/>
                    <a:pt x="528" y="649"/>
                  </a:cubicBezTo>
                  <a:cubicBezTo>
                    <a:pt x="557" y="700"/>
                    <a:pt x="557" y="700"/>
                    <a:pt x="557" y="700"/>
                  </a:cubicBezTo>
                  <a:cubicBezTo>
                    <a:pt x="554" y="702"/>
                    <a:pt x="552" y="703"/>
                    <a:pt x="549" y="704"/>
                  </a:cubicBezTo>
                  <a:close/>
                  <a:moveTo>
                    <a:pt x="192" y="700"/>
                  </a:moveTo>
                  <a:cubicBezTo>
                    <a:pt x="189" y="699"/>
                    <a:pt x="187" y="697"/>
                    <a:pt x="184" y="696"/>
                  </a:cubicBezTo>
                  <a:cubicBezTo>
                    <a:pt x="214" y="646"/>
                    <a:pt x="214" y="646"/>
                    <a:pt x="214" y="646"/>
                  </a:cubicBezTo>
                  <a:cubicBezTo>
                    <a:pt x="216" y="647"/>
                    <a:pt x="218" y="648"/>
                    <a:pt x="221" y="649"/>
                  </a:cubicBezTo>
                  <a:lnTo>
                    <a:pt x="192" y="700"/>
                  </a:lnTo>
                  <a:close/>
                  <a:moveTo>
                    <a:pt x="563" y="697"/>
                  </a:moveTo>
                  <a:cubicBezTo>
                    <a:pt x="534" y="646"/>
                    <a:pt x="534" y="646"/>
                    <a:pt x="534" y="646"/>
                  </a:cubicBezTo>
                  <a:cubicBezTo>
                    <a:pt x="536" y="645"/>
                    <a:pt x="538" y="644"/>
                    <a:pt x="540" y="642"/>
                  </a:cubicBezTo>
                  <a:cubicBezTo>
                    <a:pt x="571" y="692"/>
                    <a:pt x="571" y="692"/>
                    <a:pt x="571" y="692"/>
                  </a:cubicBezTo>
                  <a:cubicBezTo>
                    <a:pt x="568" y="694"/>
                    <a:pt x="566" y="695"/>
                    <a:pt x="563" y="697"/>
                  </a:cubicBezTo>
                  <a:close/>
                  <a:moveTo>
                    <a:pt x="178" y="692"/>
                  </a:moveTo>
                  <a:cubicBezTo>
                    <a:pt x="176" y="691"/>
                    <a:pt x="173" y="689"/>
                    <a:pt x="171" y="688"/>
                  </a:cubicBezTo>
                  <a:cubicBezTo>
                    <a:pt x="203" y="638"/>
                    <a:pt x="203" y="638"/>
                    <a:pt x="203" y="638"/>
                  </a:cubicBezTo>
                  <a:cubicBezTo>
                    <a:pt x="205" y="640"/>
                    <a:pt x="207" y="641"/>
                    <a:pt x="209" y="642"/>
                  </a:cubicBezTo>
                  <a:lnTo>
                    <a:pt x="178" y="692"/>
                  </a:lnTo>
                  <a:close/>
                  <a:moveTo>
                    <a:pt x="577" y="688"/>
                  </a:moveTo>
                  <a:cubicBezTo>
                    <a:pt x="545" y="639"/>
                    <a:pt x="545" y="639"/>
                    <a:pt x="545" y="639"/>
                  </a:cubicBezTo>
                  <a:cubicBezTo>
                    <a:pt x="547" y="638"/>
                    <a:pt x="549" y="637"/>
                    <a:pt x="551" y="635"/>
                  </a:cubicBezTo>
                  <a:cubicBezTo>
                    <a:pt x="584" y="684"/>
                    <a:pt x="584" y="684"/>
                    <a:pt x="584" y="684"/>
                  </a:cubicBezTo>
                  <a:cubicBezTo>
                    <a:pt x="581" y="685"/>
                    <a:pt x="579" y="687"/>
                    <a:pt x="577" y="688"/>
                  </a:cubicBezTo>
                  <a:close/>
                  <a:moveTo>
                    <a:pt x="165" y="684"/>
                  </a:moveTo>
                  <a:cubicBezTo>
                    <a:pt x="163" y="682"/>
                    <a:pt x="160" y="680"/>
                    <a:pt x="158" y="679"/>
                  </a:cubicBezTo>
                  <a:cubicBezTo>
                    <a:pt x="192" y="631"/>
                    <a:pt x="192" y="631"/>
                    <a:pt x="192" y="631"/>
                  </a:cubicBezTo>
                  <a:cubicBezTo>
                    <a:pt x="194" y="632"/>
                    <a:pt x="196" y="634"/>
                    <a:pt x="198" y="635"/>
                  </a:cubicBezTo>
                  <a:lnTo>
                    <a:pt x="165" y="684"/>
                  </a:lnTo>
                  <a:close/>
                  <a:moveTo>
                    <a:pt x="590" y="680"/>
                  </a:moveTo>
                  <a:cubicBezTo>
                    <a:pt x="556" y="632"/>
                    <a:pt x="556" y="632"/>
                    <a:pt x="556" y="632"/>
                  </a:cubicBezTo>
                  <a:cubicBezTo>
                    <a:pt x="558" y="630"/>
                    <a:pt x="560" y="629"/>
                    <a:pt x="562" y="628"/>
                  </a:cubicBezTo>
                  <a:cubicBezTo>
                    <a:pt x="597" y="675"/>
                    <a:pt x="597" y="675"/>
                    <a:pt x="597" y="675"/>
                  </a:cubicBezTo>
                  <a:cubicBezTo>
                    <a:pt x="594" y="676"/>
                    <a:pt x="592" y="678"/>
                    <a:pt x="590" y="680"/>
                  </a:cubicBezTo>
                  <a:close/>
                  <a:moveTo>
                    <a:pt x="152" y="674"/>
                  </a:moveTo>
                  <a:cubicBezTo>
                    <a:pt x="150" y="673"/>
                    <a:pt x="147" y="671"/>
                    <a:pt x="145" y="669"/>
                  </a:cubicBezTo>
                  <a:cubicBezTo>
                    <a:pt x="181" y="623"/>
                    <a:pt x="181" y="623"/>
                    <a:pt x="181" y="623"/>
                  </a:cubicBezTo>
                  <a:cubicBezTo>
                    <a:pt x="183" y="624"/>
                    <a:pt x="185" y="626"/>
                    <a:pt x="187" y="627"/>
                  </a:cubicBezTo>
                  <a:lnTo>
                    <a:pt x="152" y="674"/>
                  </a:lnTo>
                  <a:close/>
                  <a:moveTo>
                    <a:pt x="603" y="670"/>
                  </a:moveTo>
                  <a:cubicBezTo>
                    <a:pt x="567" y="624"/>
                    <a:pt x="567" y="624"/>
                    <a:pt x="567" y="624"/>
                  </a:cubicBezTo>
                  <a:cubicBezTo>
                    <a:pt x="569" y="622"/>
                    <a:pt x="571" y="621"/>
                    <a:pt x="573" y="619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7" y="667"/>
                    <a:pt x="605" y="668"/>
                    <a:pt x="603" y="670"/>
                  </a:cubicBezTo>
                  <a:close/>
                  <a:moveTo>
                    <a:pt x="139" y="665"/>
                  </a:moveTo>
                  <a:cubicBezTo>
                    <a:pt x="137" y="663"/>
                    <a:pt x="135" y="661"/>
                    <a:pt x="133" y="659"/>
                  </a:cubicBezTo>
                  <a:cubicBezTo>
                    <a:pt x="171" y="614"/>
                    <a:pt x="171" y="614"/>
                    <a:pt x="171" y="614"/>
                  </a:cubicBezTo>
                  <a:cubicBezTo>
                    <a:pt x="172" y="616"/>
                    <a:pt x="174" y="618"/>
                    <a:pt x="176" y="619"/>
                  </a:cubicBezTo>
                  <a:lnTo>
                    <a:pt x="139" y="665"/>
                  </a:lnTo>
                  <a:close/>
                  <a:moveTo>
                    <a:pt x="615" y="660"/>
                  </a:moveTo>
                  <a:cubicBezTo>
                    <a:pt x="577" y="615"/>
                    <a:pt x="577" y="615"/>
                    <a:pt x="577" y="615"/>
                  </a:cubicBezTo>
                  <a:cubicBezTo>
                    <a:pt x="579" y="614"/>
                    <a:pt x="581" y="612"/>
                    <a:pt x="583" y="611"/>
                  </a:cubicBezTo>
                  <a:cubicBezTo>
                    <a:pt x="621" y="655"/>
                    <a:pt x="621" y="655"/>
                    <a:pt x="621" y="655"/>
                  </a:cubicBezTo>
                  <a:cubicBezTo>
                    <a:pt x="619" y="656"/>
                    <a:pt x="617" y="658"/>
                    <a:pt x="615" y="660"/>
                  </a:cubicBezTo>
                  <a:close/>
                  <a:moveTo>
                    <a:pt x="127" y="654"/>
                  </a:moveTo>
                  <a:cubicBezTo>
                    <a:pt x="125" y="652"/>
                    <a:pt x="123" y="651"/>
                    <a:pt x="121" y="649"/>
                  </a:cubicBezTo>
                  <a:cubicBezTo>
                    <a:pt x="161" y="606"/>
                    <a:pt x="161" y="606"/>
                    <a:pt x="161" y="606"/>
                  </a:cubicBezTo>
                  <a:cubicBezTo>
                    <a:pt x="162" y="607"/>
                    <a:pt x="164" y="609"/>
                    <a:pt x="166" y="610"/>
                  </a:cubicBezTo>
                  <a:lnTo>
                    <a:pt x="127" y="654"/>
                  </a:lnTo>
                  <a:close/>
                  <a:moveTo>
                    <a:pt x="627" y="650"/>
                  </a:moveTo>
                  <a:cubicBezTo>
                    <a:pt x="587" y="607"/>
                    <a:pt x="587" y="607"/>
                    <a:pt x="587" y="607"/>
                  </a:cubicBezTo>
                  <a:cubicBezTo>
                    <a:pt x="589" y="605"/>
                    <a:pt x="591" y="603"/>
                    <a:pt x="593" y="602"/>
                  </a:cubicBezTo>
                  <a:cubicBezTo>
                    <a:pt x="633" y="644"/>
                    <a:pt x="633" y="644"/>
                    <a:pt x="633" y="644"/>
                  </a:cubicBezTo>
                  <a:cubicBezTo>
                    <a:pt x="631" y="646"/>
                    <a:pt x="629" y="648"/>
                    <a:pt x="627" y="650"/>
                  </a:cubicBezTo>
                  <a:close/>
                  <a:moveTo>
                    <a:pt x="116" y="644"/>
                  </a:moveTo>
                  <a:cubicBezTo>
                    <a:pt x="114" y="642"/>
                    <a:pt x="111" y="640"/>
                    <a:pt x="109" y="638"/>
                  </a:cubicBezTo>
                  <a:cubicBezTo>
                    <a:pt x="151" y="596"/>
                    <a:pt x="151" y="596"/>
                    <a:pt x="151" y="596"/>
                  </a:cubicBezTo>
                  <a:cubicBezTo>
                    <a:pt x="153" y="598"/>
                    <a:pt x="154" y="600"/>
                    <a:pt x="156" y="601"/>
                  </a:cubicBezTo>
                  <a:lnTo>
                    <a:pt x="116" y="644"/>
                  </a:lnTo>
                  <a:close/>
                  <a:moveTo>
                    <a:pt x="638" y="639"/>
                  </a:moveTo>
                  <a:cubicBezTo>
                    <a:pt x="597" y="597"/>
                    <a:pt x="597" y="597"/>
                    <a:pt x="597" y="597"/>
                  </a:cubicBezTo>
                  <a:cubicBezTo>
                    <a:pt x="599" y="596"/>
                    <a:pt x="601" y="594"/>
                    <a:pt x="602" y="592"/>
                  </a:cubicBezTo>
                  <a:cubicBezTo>
                    <a:pt x="644" y="633"/>
                    <a:pt x="644" y="633"/>
                    <a:pt x="644" y="633"/>
                  </a:cubicBezTo>
                  <a:cubicBezTo>
                    <a:pt x="642" y="635"/>
                    <a:pt x="640" y="637"/>
                    <a:pt x="638" y="639"/>
                  </a:cubicBezTo>
                  <a:close/>
                  <a:moveTo>
                    <a:pt x="104" y="632"/>
                  </a:moveTo>
                  <a:cubicBezTo>
                    <a:pt x="102" y="630"/>
                    <a:pt x="100" y="628"/>
                    <a:pt x="98" y="626"/>
                  </a:cubicBezTo>
                  <a:cubicBezTo>
                    <a:pt x="142" y="587"/>
                    <a:pt x="142" y="587"/>
                    <a:pt x="142" y="587"/>
                  </a:cubicBezTo>
                  <a:cubicBezTo>
                    <a:pt x="143" y="588"/>
                    <a:pt x="145" y="590"/>
                    <a:pt x="147" y="592"/>
                  </a:cubicBezTo>
                  <a:lnTo>
                    <a:pt x="104" y="632"/>
                  </a:lnTo>
                  <a:close/>
                  <a:moveTo>
                    <a:pt x="649" y="627"/>
                  </a:moveTo>
                  <a:cubicBezTo>
                    <a:pt x="606" y="588"/>
                    <a:pt x="606" y="588"/>
                    <a:pt x="606" y="588"/>
                  </a:cubicBezTo>
                  <a:cubicBezTo>
                    <a:pt x="608" y="586"/>
                    <a:pt x="610" y="584"/>
                    <a:pt x="611" y="582"/>
                  </a:cubicBezTo>
                  <a:cubicBezTo>
                    <a:pt x="655" y="621"/>
                    <a:pt x="655" y="621"/>
                    <a:pt x="655" y="621"/>
                  </a:cubicBezTo>
                  <a:cubicBezTo>
                    <a:pt x="653" y="623"/>
                    <a:pt x="651" y="625"/>
                    <a:pt x="649" y="627"/>
                  </a:cubicBezTo>
                  <a:close/>
                  <a:moveTo>
                    <a:pt x="94" y="621"/>
                  </a:moveTo>
                  <a:cubicBezTo>
                    <a:pt x="92" y="619"/>
                    <a:pt x="90" y="616"/>
                    <a:pt x="88" y="614"/>
                  </a:cubicBezTo>
                  <a:cubicBezTo>
                    <a:pt x="133" y="577"/>
                    <a:pt x="133" y="577"/>
                    <a:pt x="133" y="577"/>
                  </a:cubicBezTo>
                  <a:cubicBezTo>
                    <a:pt x="134" y="578"/>
                    <a:pt x="136" y="580"/>
                    <a:pt x="138" y="582"/>
                  </a:cubicBezTo>
                  <a:lnTo>
                    <a:pt x="94" y="621"/>
                  </a:lnTo>
                  <a:close/>
                  <a:moveTo>
                    <a:pt x="660" y="616"/>
                  </a:moveTo>
                  <a:cubicBezTo>
                    <a:pt x="615" y="578"/>
                    <a:pt x="615" y="578"/>
                    <a:pt x="615" y="578"/>
                  </a:cubicBezTo>
                  <a:cubicBezTo>
                    <a:pt x="617" y="576"/>
                    <a:pt x="618" y="574"/>
                    <a:pt x="620" y="572"/>
                  </a:cubicBezTo>
                  <a:cubicBezTo>
                    <a:pt x="665" y="609"/>
                    <a:pt x="665" y="609"/>
                    <a:pt x="665" y="609"/>
                  </a:cubicBezTo>
                  <a:cubicBezTo>
                    <a:pt x="664" y="611"/>
                    <a:pt x="662" y="613"/>
                    <a:pt x="660" y="616"/>
                  </a:cubicBezTo>
                  <a:close/>
                  <a:moveTo>
                    <a:pt x="83" y="609"/>
                  </a:moveTo>
                  <a:cubicBezTo>
                    <a:pt x="82" y="606"/>
                    <a:pt x="80" y="604"/>
                    <a:pt x="78" y="602"/>
                  </a:cubicBezTo>
                  <a:cubicBezTo>
                    <a:pt x="124" y="566"/>
                    <a:pt x="124" y="566"/>
                    <a:pt x="124" y="566"/>
                  </a:cubicBezTo>
                  <a:cubicBezTo>
                    <a:pt x="126" y="568"/>
                    <a:pt x="127" y="570"/>
                    <a:pt x="129" y="572"/>
                  </a:cubicBezTo>
                  <a:lnTo>
                    <a:pt x="83" y="609"/>
                  </a:lnTo>
                  <a:close/>
                  <a:moveTo>
                    <a:pt x="670" y="603"/>
                  </a:moveTo>
                  <a:cubicBezTo>
                    <a:pt x="624" y="567"/>
                    <a:pt x="624" y="567"/>
                    <a:pt x="624" y="567"/>
                  </a:cubicBezTo>
                  <a:cubicBezTo>
                    <a:pt x="625" y="565"/>
                    <a:pt x="627" y="563"/>
                    <a:pt x="628" y="561"/>
                  </a:cubicBezTo>
                  <a:cubicBezTo>
                    <a:pt x="675" y="596"/>
                    <a:pt x="675" y="596"/>
                    <a:pt x="675" y="596"/>
                  </a:cubicBezTo>
                  <a:cubicBezTo>
                    <a:pt x="673" y="599"/>
                    <a:pt x="672" y="601"/>
                    <a:pt x="670" y="603"/>
                  </a:cubicBezTo>
                  <a:close/>
                  <a:moveTo>
                    <a:pt x="74" y="596"/>
                  </a:moveTo>
                  <a:cubicBezTo>
                    <a:pt x="72" y="594"/>
                    <a:pt x="70" y="591"/>
                    <a:pt x="69" y="589"/>
                  </a:cubicBezTo>
                  <a:cubicBezTo>
                    <a:pt x="116" y="555"/>
                    <a:pt x="116" y="555"/>
                    <a:pt x="116" y="555"/>
                  </a:cubicBezTo>
                  <a:cubicBezTo>
                    <a:pt x="118" y="557"/>
                    <a:pt x="119" y="559"/>
                    <a:pt x="121" y="561"/>
                  </a:cubicBezTo>
                  <a:lnTo>
                    <a:pt x="74" y="596"/>
                  </a:lnTo>
                  <a:close/>
                  <a:moveTo>
                    <a:pt x="679" y="590"/>
                  </a:moveTo>
                  <a:cubicBezTo>
                    <a:pt x="632" y="557"/>
                    <a:pt x="632" y="557"/>
                    <a:pt x="632" y="557"/>
                  </a:cubicBezTo>
                  <a:cubicBezTo>
                    <a:pt x="633" y="555"/>
                    <a:pt x="635" y="553"/>
                    <a:pt x="636" y="551"/>
                  </a:cubicBezTo>
                  <a:cubicBezTo>
                    <a:pt x="684" y="583"/>
                    <a:pt x="684" y="583"/>
                    <a:pt x="684" y="583"/>
                  </a:cubicBezTo>
                  <a:cubicBezTo>
                    <a:pt x="683" y="586"/>
                    <a:pt x="681" y="588"/>
                    <a:pt x="679" y="590"/>
                  </a:cubicBezTo>
                  <a:close/>
                  <a:moveTo>
                    <a:pt x="65" y="583"/>
                  </a:moveTo>
                  <a:cubicBezTo>
                    <a:pt x="63" y="581"/>
                    <a:pt x="61" y="578"/>
                    <a:pt x="60" y="576"/>
                  </a:cubicBezTo>
                  <a:cubicBezTo>
                    <a:pt x="109" y="544"/>
                    <a:pt x="109" y="544"/>
                    <a:pt x="109" y="544"/>
                  </a:cubicBezTo>
                  <a:cubicBezTo>
                    <a:pt x="110" y="546"/>
                    <a:pt x="112" y="548"/>
                    <a:pt x="113" y="550"/>
                  </a:cubicBezTo>
                  <a:lnTo>
                    <a:pt x="65" y="583"/>
                  </a:lnTo>
                  <a:close/>
                  <a:moveTo>
                    <a:pt x="688" y="577"/>
                  </a:moveTo>
                  <a:cubicBezTo>
                    <a:pt x="639" y="545"/>
                    <a:pt x="639" y="545"/>
                    <a:pt x="639" y="545"/>
                  </a:cubicBezTo>
                  <a:cubicBezTo>
                    <a:pt x="641" y="543"/>
                    <a:pt x="642" y="541"/>
                    <a:pt x="643" y="539"/>
                  </a:cubicBezTo>
                  <a:cubicBezTo>
                    <a:pt x="693" y="570"/>
                    <a:pt x="693" y="570"/>
                    <a:pt x="693" y="570"/>
                  </a:cubicBezTo>
                  <a:cubicBezTo>
                    <a:pt x="691" y="572"/>
                    <a:pt x="690" y="575"/>
                    <a:pt x="688" y="577"/>
                  </a:cubicBezTo>
                  <a:close/>
                  <a:moveTo>
                    <a:pt x="56" y="570"/>
                  </a:moveTo>
                  <a:cubicBezTo>
                    <a:pt x="54" y="567"/>
                    <a:pt x="53" y="565"/>
                    <a:pt x="52" y="562"/>
                  </a:cubicBezTo>
                  <a:cubicBezTo>
                    <a:pt x="102" y="533"/>
                    <a:pt x="102" y="533"/>
                    <a:pt x="102" y="533"/>
                  </a:cubicBezTo>
                  <a:cubicBezTo>
                    <a:pt x="103" y="535"/>
                    <a:pt x="104" y="537"/>
                    <a:pt x="106" y="539"/>
                  </a:cubicBezTo>
                  <a:lnTo>
                    <a:pt x="56" y="570"/>
                  </a:lnTo>
                  <a:close/>
                  <a:moveTo>
                    <a:pt x="697" y="564"/>
                  </a:moveTo>
                  <a:cubicBezTo>
                    <a:pt x="646" y="534"/>
                    <a:pt x="646" y="534"/>
                    <a:pt x="646" y="534"/>
                  </a:cubicBezTo>
                  <a:cubicBezTo>
                    <a:pt x="648" y="532"/>
                    <a:pt x="649" y="530"/>
                    <a:pt x="650" y="528"/>
                  </a:cubicBezTo>
                  <a:cubicBezTo>
                    <a:pt x="701" y="556"/>
                    <a:pt x="701" y="556"/>
                    <a:pt x="701" y="556"/>
                  </a:cubicBezTo>
                  <a:cubicBezTo>
                    <a:pt x="700" y="559"/>
                    <a:pt x="698" y="561"/>
                    <a:pt x="697" y="564"/>
                  </a:cubicBezTo>
                  <a:close/>
                  <a:moveTo>
                    <a:pt x="48" y="556"/>
                  </a:moveTo>
                  <a:cubicBezTo>
                    <a:pt x="47" y="554"/>
                    <a:pt x="45" y="551"/>
                    <a:pt x="44" y="549"/>
                  </a:cubicBezTo>
                  <a:cubicBezTo>
                    <a:pt x="95" y="521"/>
                    <a:pt x="95" y="521"/>
                    <a:pt x="95" y="521"/>
                  </a:cubicBezTo>
                  <a:cubicBezTo>
                    <a:pt x="97" y="523"/>
                    <a:pt x="98" y="525"/>
                    <a:pt x="99" y="528"/>
                  </a:cubicBezTo>
                  <a:lnTo>
                    <a:pt x="48" y="556"/>
                  </a:lnTo>
                  <a:close/>
                  <a:moveTo>
                    <a:pt x="704" y="550"/>
                  </a:moveTo>
                  <a:cubicBezTo>
                    <a:pt x="653" y="522"/>
                    <a:pt x="653" y="522"/>
                    <a:pt x="653" y="522"/>
                  </a:cubicBezTo>
                  <a:cubicBezTo>
                    <a:pt x="654" y="520"/>
                    <a:pt x="655" y="518"/>
                    <a:pt x="656" y="516"/>
                  </a:cubicBezTo>
                  <a:cubicBezTo>
                    <a:pt x="708" y="542"/>
                    <a:pt x="708" y="542"/>
                    <a:pt x="708" y="542"/>
                  </a:cubicBezTo>
                  <a:cubicBezTo>
                    <a:pt x="707" y="545"/>
                    <a:pt x="706" y="547"/>
                    <a:pt x="704" y="550"/>
                  </a:cubicBezTo>
                  <a:close/>
                  <a:moveTo>
                    <a:pt x="40" y="542"/>
                  </a:moveTo>
                  <a:cubicBezTo>
                    <a:pt x="39" y="540"/>
                    <a:pt x="38" y="537"/>
                    <a:pt x="37" y="534"/>
                  </a:cubicBezTo>
                  <a:cubicBezTo>
                    <a:pt x="89" y="509"/>
                    <a:pt x="89" y="509"/>
                    <a:pt x="89" y="509"/>
                  </a:cubicBezTo>
                  <a:cubicBezTo>
                    <a:pt x="91" y="511"/>
                    <a:pt x="92" y="514"/>
                    <a:pt x="93" y="516"/>
                  </a:cubicBezTo>
                  <a:lnTo>
                    <a:pt x="40" y="542"/>
                  </a:lnTo>
                  <a:close/>
                  <a:moveTo>
                    <a:pt x="712" y="536"/>
                  </a:moveTo>
                  <a:cubicBezTo>
                    <a:pt x="659" y="510"/>
                    <a:pt x="659" y="510"/>
                    <a:pt x="659" y="510"/>
                  </a:cubicBezTo>
                  <a:cubicBezTo>
                    <a:pt x="660" y="508"/>
                    <a:pt x="661" y="506"/>
                    <a:pt x="662" y="504"/>
                  </a:cubicBezTo>
                  <a:cubicBezTo>
                    <a:pt x="715" y="528"/>
                    <a:pt x="715" y="528"/>
                    <a:pt x="715" y="528"/>
                  </a:cubicBezTo>
                  <a:cubicBezTo>
                    <a:pt x="714" y="531"/>
                    <a:pt x="713" y="533"/>
                    <a:pt x="712" y="536"/>
                  </a:cubicBezTo>
                  <a:close/>
                  <a:moveTo>
                    <a:pt x="34" y="528"/>
                  </a:moveTo>
                  <a:cubicBezTo>
                    <a:pt x="32" y="525"/>
                    <a:pt x="31" y="523"/>
                    <a:pt x="30" y="520"/>
                  </a:cubicBezTo>
                  <a:cubicBezTo>
                    <a:pt x="84" y="497"/>
                    <a:pt x="84" y="497"/>
                    <a:pt x="84" y="497"/>
                  </a:cubicBezTo>
                  <a:cubicBezTo>
                    <a:pt x="85" y="499"/>
                    <a:pt x="86" y="502"/>
                    <a:pt x="87" y="504"/>
                  </a:cubicBezTo>
                  <a:lnTo>
                    <a:pt x="34" y="528"/>
                  </a:lnTo>
                  <a:close/>
                  <a:moveTo>
                    <a:pt x="718" y="521"/>
                  </a:moveTo>
                  <a:cubicBezTo>
                    <a:pt x="665" y="498"/>
                    <a:pt x="665" y="498"/>
                    <a:pt x="665" y="498"/>
                  </a:cubicBezTo>
                  <a:cubicBezTo>
                    <a:pt x="666" y="496"/>
                    <a:pt x="666" y="494"/>
                    <a:pt x="667" y="491"/>
                  </a:cubicBezTo>
                  <a:cubicBezTo>
                    <a:pt x="722" y="513"/>
                    <a:pt x="722" y="513"/>
                    <a:pt x="722" y="513"/>
                  </a:cubicBezTo>
                  <a:cubicBezTo>
                    <a:pt x="721" y="516"/>
                    <a:pt x="719" y="519"/>
                    <a:pt x="718" y="521"/>
                  </a:cubicBezTo>
                  <a:close/>
                  <a:moveTo>
                    <a:pt x="27" y="513"/>
                  </a:moveTo>
                  <a:cubicBezTo>
                    <a:pt x="26" y="511"/>
                    <a:pt x="25" y="508"/>
                    <a:pt x="24" y="505"/>
                  </a:cubicBezTo>
                  <a:cubicBezTo>
                    <a:pt x="79" y="485"/>
                    <a:pt x="79" y="485"/>
                    <a:pt x="79" y="485"/>
                  </a:cubicBezTo>
                  <a:cubicBezTo>
                    <a:pt x="80" y="487"/>
                    <a:pt x="81" y="489"/>
                    <a:pt x="82" y="491"/>
                  </a:cubicBezTo>
                  <a:lnTo>
                    <a:pt x="27" y="513"/>
                  </a:lnTo>
                  <a:close/>
                  <a:moveTo>
                    <a:pt x="724" y="506"/>
                  </a:moveTo>
                  <a:cubicBezTo>
                    <a:pt x="670" y="486"/>
                    <a:pt x="670" y="486"/>
                    <a:pt x="670" y="486"/>
                  </a:cubicBezTo>
                  <a:cubicBezTo>
                    <a:pt x="670" y="483"/>
                    <a:pt x="671" y="481"/>
                    <a:pt x="672" y="479"/>
                  </a:cubicBezTo>
                  <a:cubicBezTo>
                    <a:pt x="727" y="498"/>
                    <a:pt x="727" y="498"/>
                    <a:pt x="727" y="498"/>
                  </a:cubicBezTo>
                  <a:cubicBezTo>
                    <a:pt x="726" y="501"/>
                    <a:pt x="725" y="504"/>
                    <a:pt x="724" y="506"/>
                  </a:cubicBezTo>
                  <a:close/>
                  <a:moveTo>
                    <a:pt x="22" y="498"/>
                  </a:moveTo>
                  <a:cubicBezTo>
                    <a:pt x="21" y="496"/>
                    <a:pt x="20" y="493"/>
                    <a:pt x="19" y="490"/>
                  </a:cubicBezTo>
                  <a:cubicBezTo>
                    <a:pt x="75" y="472"/>
                    <a:pt x="75" y="472"/>
                    <a:pt x="75" y="472"/>
                  </a:cubicBezTo>
                  <a:cubicBezTo>
                    <a:pt x="75" y="474"/>
                    <a:pt x="76" y="477"/>
                    <a:pt x="77" y="479"/>
                  </a:cubicBezTo>
                  <a:lnTo>
                    <a:pt x="22" y="498"/>
                  </a:lnTo>
                  <a:close/>
                  <a:moveTo>
                    <a:pt x="730" y="491"/>
                  </a:moveTo>
                  <a:cubicBezTo>
                    <a:pt x="674" y="473"/>
                    <a:pt x="674" y="473"/>
                    <a:pt x="674" y="473"/>
                  </a:cubicBezTo>
                  <a:cubicBezTo>
                    <a:pt x="675" y="471"/>
                    <a:pt x="676" y="468"/>
                    <a:pt x="676" y="466"/>
                  </a:cubicBezTo>
                  <a:cubicBezTo>
                    <a:pt x="732" y="483"/>
                    <a:pt x="732" y="483"/>
                    <a:pt x="732" y="483"/>
                  </a:cubicBezTo>
                  <a:cubicBezTo>
                    <a:pt x="731" y="486"/>
                    <a:pt x="731" y="489"/>
                    <a:pt x="730" y="491"/>
                  </a:cubicBezTo>
                  <a:close/>
                  <a:moveTo>
                    <a:pt x="17" y="483"/>
                  </a:moveTo>
                  <a:cubicBezTo>
                    <a:pt x="16" y="481"/>
                    <a:pt x="15" y="478"/>
                    <a:pt x="14" y="475"/>
                  </a:cubicBezTo>
                  <a:cubicBezTo>
                    <a:pt x="71" y="459"/>
                    <a:pt x="71" y="459"/>
                    <a:pt x="71" y="459"/>
                  </a:cubicBezTo>
                  <a:cubicBezTo>
                    <a:pt x="71" y="462"/>
                    <a:pt x="72" y="464"/>
                    <a:pt x="73" y="466"/>
                  </a:cubicBezTo>
                  <a:lnTo>
                    <a:pt x="17" y="483"/>
                  </a:lnTo>
                  <a:close/>
                  <a:moveTo>
                    <a:pt x="734" y="476"/>
                  </a:moveTo>
                  <a:cubicBezTo>
                    <a:pt x="678" y="460"/>
                    <a:pt x="678" y="460"/>
                    <a:pt x="678" y="460"/>
                  </a:cubicBezTo>
                  <a:cubicBezTo>
                    <a:pt x="679" y="458"/>
                    <a:pt x="679" y="456"/>
                    <a:pt x="680" y="453"/>
                  </a:cubicBezTo>
                  <a:cubicBezTo>
                    <a:pt x="737" y="468"/>
                    <a:pt x="737" y="468"/>
                    <a:pt x="737" y="468"/>
                  </a:cubicBezTo>
                  <a:cubicBezTo>
                    <a:pt x="736" y="471"/>
                    <a:pt x="735" y="473"/>
                    <a:pt x="734" y="476"/>
                  </a:cubicBezTo>
                  <a:close/>
                  <a:moveTo>
                    <a:pt x="12" y="468"/>
                  </a:moveTo>
                  <a:cubicBezTo>
                    <a:pt x="12" y="465"/>
                    <a:pt x="11" y="463"/>
                    <a:pt x="10" y="460"/>
                  </a:cubicBezTo>
                  <a:cubicBezTo>
                    <a:pt x="67" y="446"/>
                    <a:pt x="67" y="446"/>
                    <a:pt x="67" y="446"/>
                  </a:cubicBezTo>
                  <a:cubicBezTo>
                    <a:pt x="68" y="449"/>
                    <a:pt x="68" y="451"/>
                    <a:pt x="69" y="453"/>
                  </a:cubicBezTo>
                  <a:lnTo>
                    <a:pt x="12" y="468"/>
                  </a:lnTo>
                  <a:close/>
                  <a:moveTo>
                    <a:pt x="738" y="461"/>
                  </a:moveTo>
                  <a:cubicBezTo>
                    <a:pt x="681" y="447"/>
                    <a:pt x="681" y="447"/>
                    <a:pt x="681" y="447"/>
                  </a:cubicBezTo>
                  <a:cubicBezTo>
                    <a:pt x="682" y="445"/>
                    <a:pt x="683" y="443"/>
                    <a:pt x="683" y="440"/>
                  </a:cubicBezTo>
                  <a:cubicBezTo>
                    <a:pt x="740" y="452"/>
                    <a:pt x="740" y="452"/>
                    <a:pt x="740" y="452"/>
                  </a:cubicBezTo>
                  <a:cubicBezTo>
                    <a:pt x="740" y="455"/>
                    <a:pt x="739" y="458"/>
                    <a:pt x="738" y="461"/>
                  </a:cubicBezTo>
                  <a:close/>
                  <a:moveTo>
                    <a:pt x="9" y="453"/>
                  </a:moveTo>
                  <a:cubicBezTo>
                    <a:pt x="8" y="450"/>
                    <a:pt x="8" y="447"/>
                    <a:pt x="7" y="444"/>
                  </a:cubicBezTo>
                  <a:cubicBezTo>
                    <a:pt x="65" y="433"/>
                    <a:pt x="65" y="433"/>
                    <a:pt x="65" y="433"/>
                  </a:cubicBezTo>
                  <a:cubicBezTo>
                    <a:pt x="65" y="436"/>
                    <a:pt x="65" y="438"/>
                    <a:pt x="66" y="440"/>
                  </a:cubicBezTo>
                  <a:lnTo>
                    <a:pt x="9" y="453"/>
                  </a:lnTo>
                  <a:close/>
                  <a:moveTo>
                    <a:pt x="742" y="445"/>
                  </a:moveTo>
                  <a:cubicBezTo>
                    <a:pt x="684" y="434"/>
                    <a:pt x="684" y="434"/>
                    <a:pt x="684" y="434"/>
                  </a:cubicBezTo>
                  <a:cubicBezTo>
                    <a:pt x="685" y="432"/>
                    <a:pt x="685" y="429"/>
                    <a:pt x="686" y="427"/>
                  </a:cubicBezTo>
                  <a:cubicBezTo>
                    <a:pt x="743" y="437"/>
                    <a:pt x="743" y="437"/>
                    <a:pt x="743" y="437"/>
                  </a:cubicBezTo>
                  <a:cubicBezTo>
                    <a:pt x="743" y="440"/>
                    <a:pt x="742" y="443"/>
                    <a:pt x="742" y="445"/>
                  </a:cubicBezTo>
                  <a:close/>
                  <a:moveTo>
                    <a:pt x="6" y="437"/>
                  </a:moveTo>
                  <a:cubicBezTo>
                    <a:pt x="5" y="434"/>
                    <a:pt x="5" y="431"/>
                    <a:pt x="4" y="429"/>
                  </a:cubicBezTo>
                  <a:cubicBezTo>
                    <a:pt x="62" y="420"/>
                    <a:pt x="62" y="420"/>
                    <a:pt x="62" y="420"/>
                  </a:cubicBezTo>
                  <a:cubicBezTo>
                    <a:pt x="63" y="422"/>
                    <a:pt x="63" y="425"/>
                    <a:pt x="63" y="427"/>
                  </a:cubicBezTo>
                  <a:lnTo>
                    <a:pt x="6" y="437"/>
                  </a:lnTo>
                  <a:close/>
                  <a:moveTo>
                    <a:pt x="744" y="430"/>
                  </a:moveTo>
                  <a:cubicBezTo>
                    <a:pt x="687" y="421"/>
                    <a:pt x="687" y="421"/>
                    <a:pt x="687" y="421"/>
                  </a:cubicBezTo>
                  <a:cubicBezTo>
                    <a:pt x="687" y="419"/>
                    <a:pt x="687" y="416"/>
                    <a:pt x="688" y="414"/>
                  </a:cubicBezTo>
                  <a:cubicBezTo>
                    <a:pt x="746" y="421"/>
                    <a:pt x="746" y="421"/>
                    <a:pt x="746" y="421"/>
                  </a:cubicBezTo>
                  <a:cubicBezTo>
                    <a:pt x="745" y="424"/>
                    <a:pt x="745" y="427"/>
                    <a:pt x="744" y="430"/>
                  </a:cubicBezTo>
                  <a:close/>
                  <a:moveTo>
                    <a:pt x="3" y="421"/>
                  </a:moveTo>
                  <a:cubicBezTo>
                    <a:pt x="3" y="418"/>
                    <a:pt x="3" y="416"/>
                    <a:pt x="2" y="413"/>
                  </a:cubicBezTo>
                  <a:cubicBezTo>
                    <a:pt x="61" y="407"/>
                    <a:pt x="61" y="407"/>
                    <a:pt x="61" y="407"/>
                  </a:cubicBezTo>
                  <a:cubicBezTo>
                    <a:pt x="61" y="409"/>
                    <a:pt x="61" y="412"/>
                    <a:pt x="61" y="414"/>
                  </a:cubicBezTo>
                  <a:lnTo>
                    <a:pt x="3" y="421"/>
                  </a:lnTo>
                  <a:close/>
                  <a:moveTo>
                    <a:pt x="746" y="414"/>
                  </a:moveTo>
                  <a:cubicBezTo>
                    <a:pt x="688" y="408"/>
                    <a:pt x="688" y="408"/>
                    <a:pt x="688" y="408"/>
                  </a:cubicBezTo>
                  <a:cubicBezTo>
                    <a:pt x="689" y="405"/>
                    <a:pt x="689" y="403"/>
                    <a:pt x="689" y="400"/>
                  </a:cubicBezTo>
                  <a:cubicBezTo>
                    <a:pt x="747" y="405"/>
                    <a:pt x="747" y="405"/>
                    <a:pt x="747" y="405"/>
                  </a:cubicBezTo>
                  <a:cubicBezTo>
                    <a:pt x="747" y="408"/>
                    <a:pt x="747" y="411"/>
                    <a:pt x="746" y="414"/>
                  </a:cubicBezTo>
                  <a:close/>
                  <a:moveTo>
                    <a:pt x="2" y="406"/>
                  </a:moveTo>
                  <a:cubicBezTo>
                    <a:pt x="2" y="403"/>
                    <a:pt x="1" y="400"/>
                    <a:pt x="1" y="397"/>
                  </a:cubicBezTo>
                  <a:cubicBezTo>
                    <a:pt x="60" y="393"/>
                    <a:pt x="60" y="393"/>
                    <a:pt x="60" y="393"/>
                  </a:cubicBezTo>
                  <a:cubicBezTo>
                    <a:pt x="60" y="396"/>
                    <a:pt x="60" y="398"/>
                    <a:pt x="60" y="401"/>
                  </a:cubicBezTo>
                  <a:lnTo>
                    <a:pt x="2" y="406"/>
                  </a:lnTo>
                  <a:close/>
                  <a:moveTo>
                    <a:pt x="748" y="398"/>
                  </a:moveTo>
                  <a:cubicBezTo>
                    <a:pt x="689" y="394"/>
                    <a:pt x="689" y="394"/>
                    <a:pt x="689" y="394"/>
                  </a:cubicBezTo>
                  <a:cubicBezTo>
                    <a:pt x="690" y="392"/>
                    <a:pt x="690" y="390"/>
                    <a:pt x="690" y="387"/>
                  </a:cubicBezTo>
                  <a:cubicBezTo>
                    <a:pt x="748" y="390"/>
                    <a:pt x="748" y="390"/>
                    <a:pt x="748" y="390"/>
                  </a:cubicBezTo>
                  <a:cubicBezTo>
                    <a:pt x="748" y="392"/>
                    <a:pt x="748" y="395"/>
                    <a:pt x="748" y="398"/>
                  </a:cubicBezTo>
                  <a:close/>
                  <a:moveTo>
                    <a:pt x="1" y="390"/>
                  </a:moveTo>
                  <a:cubicBezTo>
                    <a:pt x="1" y="387"/>
                    <a:pt x="1" y="384"/>
                    <a:pt x="1" y="381"/>
                  </a:cubicBezTo>
                  <a:cubicBezTo>
                    <a:pt x="59" y="380"/>
                    <a:pt x="59" y="380"/>
                    <a:pt x="59" y="380"/>
                  </a:cubicBezTo>
                  <a:cubicBezTo>
                    <a:pt x="59" y="382"/>
                    <a:pt x="59" y="385"/>
                    <a:pt x="59" y="387"/>
                  </a:cubicBezTo>
                  <a:lnTo>
                    <a:pt x="1" y="390"/>
                  </a:lnTo>
                  <a:close/>
                  <a:moveTo>
                    <a:pt x="748" y="382"/>
                  </a:moveTo>
                  <a:cubicBezTo>
                    <a:pt x="690" y="381"/>
                    <a:pt x="690" y="381"/>
                    <a:pt x="690" y="381"/>
                  </a:cubicBezTo>
                  <a:cubicBezTo>
                    <a:pt x="690" y="379"/>
                    <a:pt x="690" y="376"/>
                    <a:pt x="690" y="374"/>
                  </a:cubicBezTo>
                  <a:cubicBezTo>
                    <a:pt x="690" y="373"/>
                    <a:pt x="690" y="373"/>
                    <a:pt x="690" y="373"/>
                  </a:cubicBezTo>
                  <a:cubicBezTo>
                    <a:pt x="749" y="373"/>
                    <a:pt x="749" y="373"/>
                    <a:pt x="749" y="373"/>
                  </a:cubicBezTo>
                  <a:cubicBezTo>
                    <a:pt x="749" y="374"/>
                    <a:pt x="749" y="374"/>
                    <a:pt x="749" y="374"/>
                  </a:cubicBezTo>
                  <a:cubicBezTo>
                    <a:pt x="749" y="377"/>
                    <a:pt x="749" y="379"/>
                    <a:pt x="748" y="382"/>
                  </a:cubicBezTo>
                  <a:close/>
                  <a:moveTo>
                    <a:pt x="59" y="374"/>
                  </a:moveTo>
                  <a:cubicBezTo>
                    <a:pt x="42" y="374"/>
                    <a:pt x="42" y="374"/>
                    <a:pt x="42" y="374"/>
                  </a:cubicBezTo>
                  <a:cubicBezTo>
                    <a:pt x="0" y="374"/>
                    <a:pt x="0" y="374"/>
                    <a:pt x="0" y="374"/>
                  </a:cubicBezTo>
                  <a:cubicBezTo>
                    <a:pt x="0" y="374"/>
                    <a:pt x="0" y="374"/>
                    <a:pt x="0" y="374"/>
                  </a:cubicBezTo>
                  <a:cubicBezTo>
                    <a:pt x="0" y="371"/>
                    <a:pt x="0" y="368"/>
                    <a:pt x="1" y="365"/>
                  </a:cubicBezTo>
                  <a:cubicBezTo>
                    <a:pt x="59" y="367"/>
                    <a:pt x="59" y="367"/>
                    <a:pt x="59" y="367"/>
                  </a:cubicBezTo>
                  <a:cubicBezTo>
                    <a:pt x="59" y="369"/>
                    <a:pt x="59" y="371"/>
                    <a:pt x="59" y="374"/>
                  </a:cubicBezTo>
                  <a:close/>
                  <a:moveTo>
                    <a:pt x="690" y="367"/>
                  </a:moveTo>
                  <a:cubicBezTo>
                    <a:pt x="690" y="365"/>
                    <a:pt x="690" y="362"/>
                    <a:pt x="690" y="360"/>
                  </a:cubicBezTo>
                  <a:cubicBezTo>
                    <a:pt x="748" y="357"/>
                    <a:pt x="748" y="357"/>
                    <a:pt x="748" y="357"/>
                  </a:cubicBezTo>
                  <a:cubicBezTo>
                    <a:pt x="748" y="360"/>
                    <a:pt x="748" y="363"/>
                    <a:pt x="748" y="366"/>
                  </a:cubicBezTo>
                  <a:lnTo>
                    <a:pt x="690" y="367"/>
                  </a:lnTo>
                  <a:close/>
                  <a:moveTo>
                    <a:pt x="59" y="360"/>
                  </a:moveTo>
                  <a:cubicBezTo>
                    <a:pt x="1" y="358"/>
                    <a:pt x="1" y="358"/>
                    <a:pt x="1" y="358"/>
                  </a:cubicBezTo>
                  <a:cubicBezTo>
                    <a:pt x="1" y="355"/>
                    <a:pt x="1" y="352"/>
                    <a:pt x="1" y="349"/>
                  </a:cubicBezTo>
                  <a:cubicBezTo>
                    <a:pt x="60" y="353"/>
                    <a:pt x="60" y="353"/>
                    <a:pt x="60" y="353"/>
                  </a:cubicBezTo>
                  <a:cubicBezTo>
                    <a:pt x="59" y="356"/>
                    <a:pt x="59" y="358"/>
                    <a:pt x="59" y="360"/>
                  </a:cubicBezTo>
                  <a:close/>
                  <a:moveTo>
                    <a:pt x="689" y="354"/>
                  </a:moveTo>
                  <a:cubicBezTo>
                    <a:pt x="689" y="351"/>
                    <a:pt x="689" y="349"/>
                    <a:pt x="689" y="346"/>
                  </a:cubicBezTo>
                  <a:cubicBezTo>
                    <a:pt x="747" y="342"/>
                    <a:pt x="747" y="342"/>
                    <a:pt x="747" y="342"/>
                  </a:cubicBezTo>
                  <a:cubicBezTo>
                    <a:pt x="747" y="344"/>
                    <a:pt x="748" y="347"/>
                    <a:pt x="748" y="350"/>
                  </a:cubicBezTo>
                  <a:lnTo>
                    <a:pt x="689" y="354"/>
                  </a:lnTo>
                  <a:close/>
                  <a:moveTo>
                    <a:pt x="60" y="347"/>
                  </a:moveTo>
                  <a:cubicBezTo>
                    <a:pt x="2" y="342"/>
                    <a:pt x="2" y="342"/>
                    <a:pt x="2" y="342"/>
                  </a:cubicBezTo>
                  <a:cubicBezTo>
                    <a:pt x="2" y="339"/>
                    <a:pt x="2" y="336"/>
                    <a:pt x="3" y="334"/>
                  </a:cubicBezTo>
                  <a:cubicBezTo>
                    <a:pt x="61" y="340"/>
                    <a:pt x="61" y="340"/>
                    <a:pt x="61" y="340"/>
                  </a:cubicBezTo>
                  <a:cubicBezTo>
                    <a:pt x="60" y="342"/>
                    <a:pt x="60" y="345"/>
                    <a:pt x="60" y="347"/>
                  </a:cubicBezTo>
                  <a:close/>
                  <a:moveTo>
                    <a:pt x="688" y="340"/>
                  </a:moveTo>
                  <a:cubicBezTo>
                    <a:pt x="688" y="338"/>
                    <a:pt x="688" y="336"/>
                    <a:pt x="688" y="333"/>
                  </a:cubicBezTo>
                  <a:cubicBezTo>
                    <a:pt x="746" y="326"/>
                    <a:pt x="746" y="326"/>
                    <a:pt x="746" y="326"/>
                  </a:cubicBezTo>
                  <a:cubicBezTo>
                    <a:pt x="746" y="329"/>
                    <a:pt x="746" y="331"/>
                    <a:pt x="747" y="334"/>
                  </a:cubicBezTo>
                  <a:lnTo>
                    <a:pt x="688" y="340"/>
                  </a:lnTo>
                  <a:close/>
                  <a:moveTo>
                    <a:pt x="61" y="334"/>
                  </a:moveTo>
                  <a:cubicBezTo>
                    <a:pt x="3" y="326"/>
                    <a:pt x="3" y="326"/>
                    <a:pt x="3" y="326"/>
                  </a:cubicBezTo>
                  <a:cubicBezTo>
                    <a:pt x="4" y="324"/>
                    <a:pt x="4" y="321"/>
                    <a:pt x="5" y="318"/>
                  </a:cubicBezTo>
                  <a:cubicBezTo>
                    <a:pt x="62" y="327"/>
                    <a:pt x="62" y="327"/>
                    <a:pt x="62" y="327"/>
                  </a:cubicBezTo>
                  <a:cubicBezTo>
                    <a:pt x="62" y="329"/>
                    <a:pt x="62" y="331"/>
                    <a:pt x="61" y="334"/>
                  </a:cubicBezTo>
                  <a:close/>
                  <a:moveTo>
                    <a:pt x="687" y="327"/>
                  </a:moveTo>
                  <a:cubicBezTo>
                    <a:pt x="686" y="325"/>
                    <a:pt x="686" y="322"/>
                    <a:pt x="686" y="320"/>
                  </a:cubicBezTo>
                  <a:cubicBezTo>
                    <a:pt x="743" y="310"/>
                    <a:pt x="743" y="310"/>
                    <a:pt x="743" y="310"/>
                  </a:cubicBezTo>
                  <a:cubicBezTo>
                    <a:pt x="744" y="313"/>
                    <a:pt x="744" y="316"/>
                    <a:pt x="745" y="319"/>
                  </a:cubicBezTo>
                  <a:lnTo>
                    <a:pt x="687" y="327"/>
                  </a:lnTo>
                  <a:close/>
                  <a:moveTo>
                    <a:pt x="63" y="320"/>
                  </a:moveTo>
                  <a:cubicBezTo>
                    <a:pt x="6" y="311"/>
                    <a:pt x="6" y="311"/>
                    <a:pt x="6" y="311"/>
                  </a:cubicBezTo>
                  <a:cubicBezTo>
                    <a:pt x="6" y="308"/>
                    <a:pt x="7" y="305"/>
                    <a:pt x="7" y="302"/>
                  </a:cubicBezTo>
                  <a:cubicBezTo>
                    <a:pt x="65" y="313"/>
                    <a:pt x="65" y="313"/>
                    <a:pt x="65" y="313"/>
                  </a:cubicBezTo>
                  <a:cubicBezTo>
                    <a:pt x="64" y="316"/>
                    <a:pt x="64" y="318"/>
                    <a:pt x="63" y="320"/>
                  </a:cubicBezTo>
                  <a:close/>
                  <a:moveTo>
                    <a:pt x="684" y="314"/>
                  </a:moveTo>
                  <a:cubicBezTo>
                    <a:pt x="684" y="312"/>
                    <a:pt x="683" y="309"/>
                    <a:pt x="683" y="307"/>
                  </a:cubicBezTo>
                  <a:cubicBezTo>
                    <a:pt x="740" y="294"/>
                    <a:pt x="740" y="294"/>
                    <a:pt x="740" y="294"/>
                  </a:cubicBezTo>
                  <a:cubicBezTo>
                    <a:pt x="741" y="297"/>
                    <a:pt x="741" y="300"/>
                    <a:pt x="742" y="303"/>
                  </a:cubicBezTo>
                  <a:lnTo>
                    <a:pt x="684" y="314"/>
                  </a:lnTo>
                  <a:close/>
                  <a:moveTo>
                    <a:pt x="66" y="307"/>
                  </a:moveTo>
                  <a:cubicBezTo>
                    <a:pt x="9" y="295"/>
                    <a:pt x="9" y="295"/>
                    <a:pt x="9" y="295"/>
                  </a:cubicBezTo>
                  <a:cubicBezTo>
                    <a:pt x="9" y="292"/>
                    <a:pt x="10" y="289"/>
                    <a:pt x="11" y="287"/>
                  </a:cubicBezTo>
                  <a:cubicBezTo>
                    <a:pt x="68" y="300"/>
                    <a:pt x="68" y="300"/>
                    <a:pt x="68" y="300"/>
                  </a:cubicBezTo>
                  <a:cubicBezTo>
                    <a:pt x="67" y="303"/>
                    <a:pt x="66" y="305"/>
                    <a:pt x="66" y="307"/>
                  </a:cubicBezTo>
                  <a:close/>
                  <a:moveTo>
                    <a:pt x="682" y="301"/>
                  </a:moveTo>
                  <a:cubicBezTo>
                    <a:pt x="681" y="298"/>
                    <a:pt x="680" y="296"/>
                    <a:pt x="680" y="294"/>
                  </a:cubicBezTo>
                  <a:cubicBezTo>
                    <a:pt x="736" y="279"/>
                    <a:pt x="736" y="279"/>
                    <a:pt x="736" y="279"/>
                  </a:cubicBezTo>
                  <a:cubicBezTo>
                    <a:pt x="737" y="282"/>
                    <a:pt x="738" y="285"/>
                    <a:pt x="739" y="287"/>
                  </a:cubicBezTo>
                  <a:lnTo>
                    <a:pt x="682" y="301"/>
                  </a:lnTo>
                  <a:close/>
                  <a:moveTo>
                    <a:pt x="69" y="294"/>
                  </a:moveTo>
                  <a:cubicBezTo>
                    <a:pt x="12" y="280"/>
                    <a:pt x="12" y="280"/>
                    <a:pt x="12" y="280"/>
                  </a:cubicBezTo>
                  <a:cubicBezTo>
                    <a:pt x="13" y="277"/>
                    <a:pt x="14" y="274"/>
                    <a:pt x="15" y="271"/>
                  </a:cubicBezTo>
                  <a:cubicBezTo>
                    <a:pt x="71" y="287"/>
                    <a:pt x="71" y="287"/>
                    <a:pt x="71" y="287"/>
                  </a:cubicBezTo>
                  <a:cubicBezTo>
                    <a:pt x="70" y="290"/>
                    <a:pt x="70" y="292"/>
                    <a:pt x="69" y="294"/>
                  </a:cubicBezTo>
                  <a:close/>
                  <a:moveTo>
                    <a:pt x="678" y="288"/>
                  </a:moveTo>
                  <a:cubicBezTo>
                    <a:pt x="678" y="286"/>
                    <a:pt x="677" y="283"/>
                    <a:pt x="676" y="281"/>
                  </a:cubicBezTo>
                  <a:cubicBezTo>
                    <a:pt x="732" y="264"/>
                    <a:pt x="732" y="264"/>
                    <a:pt x="732" y="264"/>
                  </a:cubicBezTo>
                  <a:cubicBezTo>
                    <a:pt x="733" y="266"/>
                    <a:pt x="734" y="269"/>
                    <a:pt x="735" y="272"/>
                  </a:cubicBezTo>
                  <a:lnTo>
                    <a:pt x="678" y="288"/>
                  </a:lnTo>
                  <a:close/>
                  <a:moveTo>
                    <a:pt x="73" y="281"/>
                  </a:moveTo>
                  <a:cubicBezTo>
                    <a:pt x="17" y="264"/>
                    <a:pt x="17" y="264"/>
                    <a:pt x="17" y="264"/>
                  </a:cubicBezTo>
                  <a:cubicBezTo>
                    <a:pt x="18" y="262"/>
                    <a:pt x="18" y="259"/>
                    <a:pt x="19" y="256"/>
                  </a:cubicBezTo>
                  <a:cubicBezTo>
                    <a:pt x="75" y="274"/>
                    <a:pt x="75" y="274"/>
                    <a:pt x="75" y="274"/>
                  </a:cubicBezTo>
                  <a:cubicBezTo>
                    <a:pt x="74" y="277"/>
                    <a:pt x="73" y="279"/>
                    <a:pt x="73" y="281"/>
                  </a:cubicBezTo>
                  <a:close/>
                  <a:moveTo>
                    <a:pt x="674" y="275"/>
                  </a:moveTo>
                  <a:cubicBezTo>
                    <a:pt x="674" y="273"/>
                    <a:pt x="673" y="270"/>
                    <a:pt x="672" y="268"/>
                  </a:cubicBezTo>
                  <a:cubicBezTo>
                    <a:pt x="727" y="249"/>
                    <a:pt x="727" y="249"/>
                    <a:pt x="727" y="249"/>
                  </a:cubicBezTo>
                  <a:cubicBezTo>
                    <a:pt x="728" y="251"/>
                    <a:pt x="729" y="254"/>
                    <a:pt x="730" y="257"/>
                  </a:cubicBezTo>
                  <a:lnTo>
                    <a:pt x="674" y="275"/>
                  </a:lnTo>
                  <a:close/>
                  <a:moveTo>
                    <a:pt x="77" y="269"/>
                  </a:moveTo>
                  <a:cubicBezTo>
                    <a:pt x="22" y="249"/>
                    <a:pt x="22" y="249"/>
                    <a:pt x="22" y="249"/>
                  </a:cubicBezTo>
                  <a:cubicBezTo>
                    <a:pt x="23" y="246"/>
                    <a:pt x="24" y="244"/>
                    <a:pt x="25" y="241"/>
                  </a:cubicBezTo>
                  <a:cubicBezTo>
                    <a:pt x="79" y="262"/>
                    <a:pt x="79" y="262"/>
                    <a:pt x="79" y="262"/>
                  </a:cubicBezTo>
                  <a:cubicBezTo>
                    <a:pt x="78" y="264"/>
                    <a:pt x="78" y="266"/>
                    <a:pt x="77" y="269"/>
                  </a:cubicBezTo>
                  <a:close/>
                  <a:moveTo>
                    <a:pt x="670" y="262"/>
                  </a:moveTo>
                  <a:cubicBezTo>
                    <a:pt x="669" y="260"/>
                    <a:pt x="668" y="258"/>
                    <a:pt x="667" y="256"/>
                  </a:cubicBezTo>
                  <a:cubicBezTo>
                    <a:pt x="722" y="234"/>
                    <a:pt x="722" y="234"/>
                    <a:pt x="722" y="234"/>
                  </a:cubicBezTo>
                  <a:cubicBezTo>
                    <a:pt x="723" y="236"/>
                    <a:pt x="724" y="239"/>
                    <a:pt x="725" y="242"/>
                  </a:cubicBezTo>
                  <a:lnTo>
                    <a:pt x="670" y="262"/>
                  </a:lnTo>
                  <a:close/>
                  <a:moveTo>
                    <a:pt x="82" y="256"/>
                  </a:moveTo>
                  <a:cubicBezTo>
                    <a:pt x="27" y="234"/>
                    <a:pt x="27" y="234"/>
                    <a:pt x="27" y="234"/>
                  </a:cubicBezTo>
                  <a:cubicBezTo>
                    <a:pt x="28" y="232"/>
                    <a:pt x="29" y="229"/>
                    <a:pt x="31" y="226"/>
                  </a:cubicBezTo>
                  <a:cubicBezTo>
                    <a:pt x="84" y="249"/>
                    <a:pt x="84" y="249"/>
                    <a:pt x="84" y="249"/>
                  </a:cubicBezTo>
                  <a:cubicBezTo>
                    <a:pt x="83" y="252"/>
                    <a:pt x="82" y="254"/>
                    <a:pt x="82" y="256"/>
                  </a:cubicBezTo>
                  <a:close/>
                  <a:moveTo>
                    <a:pt x="665" y="250"/>
                  </a:moveTo>
                  <a:cubicBezTo>
                    <a:pt x="664" y="248"/>
                    <a:pt x="663" y="246"/>
                    <a:pt x="662" y="243"/>
                  </a:cubicBezTo>
                  <a:cubicBezTo>
                    <a:pt x="715" y="219"/>
                    <a:pt x="715" y="219"/>
                    <a:pt x="715" y="219"/>
                  </a:cubicBezTo>
                  <a:cubicBezTo>
                    <a:pt x="716" y="222"/>
                    <a:pt x="718" y="224"/>
                    <a:pt x="719" y="227"/>
                  </a:cubicBezTo>
                  <a:lnTo>
                    <a:pt x="665" y="250"/>
                  </a:lnTo>
                  <a:close/>
                  <a:moveTo>
                    <a:pt x="87" y="244"/>
                  </a:moveTo>
                  <a:cubicBezTo>
                    <a:pt x="34" y="220"/>
                    <a:pt x="34" y="220"/>
                    <a:pt x="34" y="220"/>
                  </a:cubicBezTo>
                  <a:cubicBezTo>
                    <a:pt x="35" y="217"/>
                    <a:pt x="36" y="214"/>
                    <a:pt x="37" y="212"/>
                  </a:cubicBezTo>
                  <a:cubicBezTo>
                    <a:pt x="90" y="237"/>
                    <a:pt x="90" y="237"/>
                    <a:pt x="90" y="237"/>
                  </a:cubicBezTo>
                  <a:cubicBezTo>
                    <a:pt x="89" y="239"/>
                    <a:pt x="88" y="242"/>
                    <a:pt x="87" y="244"/>
                  </a:cubicBezTo>
                  <a:close/>
                  <a:moveTo>
                    <a:pt x="659" y="238"/>
                  </a:moveTo>
                  <a:cubicBezTo>
                    <a:pt x="658" y="236"/>
                    <a:pt x="657" y="234"/>
                    <a:pt x="656" y="231"/>
                  </a:cubicBezTo>
                  <a:cubicBezTo>
                    <a:pt x="708" y="205"/>
                    <a:pt x="708" y="205"/>
                    <a:pt x="708" y="205"/>
                  </a:cubicBezTo>
                  <a:cubicBezTo>
                    <a:pt x="710" y="208"/>
                    <a:pt x="711" y="210"/>
                    <a:pt x="712" y="213"/>
                  </a:cubicBezTo>
                  <a:lnTo>
                    <a:pt x="659" y="238"/>
                  </a:lnTo>
                  <a:close/>
                  <a:moveTo>
                    <a:pt x="93" y="232"/>
                  </a:moveTo>
                  <a:cubicBezTo>
                    <a:pt x="40" y="205"/>
                    <a:pt x="40" y="205"/>
                    <a:pt x="40" y="205"/>
                  </a:cubicBezTo>
                  <a:cubicBezTo>
                    <a:pt x="42" y="203"/>
                    <a:pt x="43" y="200"/>
                    <a:pt x="44" y="198"/>
                  </a:cubicBezTo>
                  <a:cubicBezTo>
                    <a:pt x="96" y="225"/>
                    <a:pt x="96" y="225"/>
                    <a:pt x="96" y="225"/>
                  </a:cubicBezTo>
                  <a:cubicBezTo>
                    <a:pt x="95" y="227"/>
                    <a:pt x="94" y="229"/>
                    <a:pt x="93" y="232"/>
                  </a:cubicBezTo>
                  <a:close/>
                  <a:moveTo>
                    <a:pt x="653" y="226"/>
                  </a:moveTo>
                  <a:cubicBezTo>
                    <a:pt x="652" y="224"/>
                    <a:pt x="651" y="222"/>
                    <a:pt x="650" y="220"/>
                  </a:cubicBezTo>
                  <a:cubicBezTo>
                    <a:pt x="701" y="191"/>
                    <a:pt x="701" y="191"/>
                    <a:pt x="701" y="191"/>
                  </a:cubicBezTo>
                  <a:cubicBezTo>
                    <a:pt x="702" y="193"/>
                    <a:pt x="704" y="196"/>
                    <a:pt x="705" y="199"/>
                  </a:cubicBezTo>
                  <a:lnTo>
                    <a:pt x="653" y="226"/>
                  </a:lnTo>
                  <a:close/>
                  <a:moveTo>
                    <a:pt x="99" y="220"/>
                  </a:moveTo>
                  <a:cubicBezTo>
                    <a:pt x="48" y="191"/>
                    <a:pt x="48" y="191"/>
                    <a:pt x="48" y="191"/>
                  </a:cubicBezTo>
                  <a:cubicBezTo>
                    <a:pt x="49" y="189"/>
                    <a:pt x="51" y="186"/>
                    <a:pt x="52" y="184"/>
                  </a:cubicBezTo>
                  <a:cubicBezTo>
                    <a:pt x="103" y="213"/>
                    <a:pt x="103" y="213"/>
                    <a:pt x="103" y="213"/>
                  </a:cubicBezTo>
                  <a:cubicBezTo>
                    <a:pt x="101" y="216"/>
                    <a:pt x="100" y="218"/>
                    <a:pt x="99" y="220"/>
                  </a:cubicBezTo>
                  <a:close/>
                  <a:moveTo>
                    <a:pt x="647" y="214"/>
                  </a:moveTo>
                  <a:cubicBezTo>
                    <a:pt x="646" y="212"/>
                    <a:pt x="644" y="210"/>
                    <a:pt x="643" y="208"/>
                  </a:cubicBezTo>
                  <a:cubicBezTo>
                    <a:pt x="693" y="177"/>
                    <a:pt x="693" y="177"/>
                    <a:pt x="693" y="177"/>
                  </a:cubicBezTo>
                  <a:cubicBezTo>
                    <a:pt x="694" y="180"/>
                    <a:pt x="696" y="182"/>
                    <a:pt x="697" y="185"/>
                  </a:cubicBezTo>
                  <a:lnTo>
                    <a:pt x="647" y="214"/>
                  </a:lnTo>
                  <a:close/>
                  <a:moveTo>
                    <a:pt x="106" y="208"/>
                  </a:moveTo>
                  <a:cubicBezTo>
                    <a:pt x="56" y="178"/>
                    <a:pt x="56" y="178"/>
                    <a:pt x="56" y="178"/>
                  </a:cubicBezTo>
                  <a:cubicBezTo>
                    <a:pt x="57" y="175"/>
                    <a:pt x="59" y="173"/>
                    <a:pt x="61" y="170"/>
                  </a:cubicBezTo>
                  <a:cubicBezTo>
                    <a:pt x="110" y="202"/>
                    <a:pt x="110" y="202"/>
                    <a:pt x="110" y="202"/>
                  </a:cubicBezTo>
                  <a:cubicBezTo>
                    <a:pt x="108" y="204"/>
                    <a:pt x="107" y="206"/>
                    <a:pt x="106" y="208"/>
                  </a:cubicBezTo>
                  <a:close/>
                  <a:moveTo>
                    <a:pt x="640" y="203"/>
                  </a:moveTo>
                  <a:cubicBezTo>
                    <a:pt x="639" y="201"/>
                    <a:pt x="637" y="199"/>
                    <a:pt x="636" y="197"/>
                  </a:cubicBezTo>
                  <a:cubicBezTo>
                    <a:pt x="684" y="164"/>
                    <a:pt x="684" y="164"/>
                    <a:pt x="684" y="164"/>
                  </a:cubicBezTo>
                  <a:cubicBezTo>
                    <a:pt x="686" y="166"/>
                    <a:pt x="688" y="169"/>
                    <a:pt x="689" y="171"/>
                  </a:cubicBezTo>
                  <a:lnTo>
                    <a:pt x="640" y="203"/>
                  </a:lnTo>
                  <a:close/>
                  <a:moveTo>
                    <a:pt x="113" y="197"/>
                  </a:moveTo>
                  <a:cubicBezTo>
                    <a:pt x="65" y="164"/>
                    <a:pt x="65" y="164"/>
                    <a:pt x="65" y="164"/>
                  </a:cubicBezTo>
                  <a:cubicBezTo>
                    <a:pt x="66" y="162"/>
                    <a:pt x="68" y="159"/>
                    <a:pt x="70" y="157"/>
                  </a:cubicBezTo>
                  <a:cubicBezTo>
                    <a:pt x="117" y="191"/>
                    <a:pt x="117" y="191"/>
                    <a:pt x="117" y="191"/>
                  </a:cubicBezTo>
                  <a:cubicBezTo>
                    <a:pt x="116" y="193"/>
                    <a:pt x="114" y="195"/>
                    <a:pt x="113" y="197"/>
                  </a:cubicBezTo>
                  <a:close/>
                  <a:moveTo>
                    <a:pt x="632" y="192"/>
                  </a:moveTo>
                  <a:cubicBezTo>
                    <a:pt x="631" y="190"/>
                    <a:pt x="630" y="188"/>
                    <a:pt x="628" y="186"/>
                  </a:cubicBezTo>
                  <a:cubicBezTo>
                    <a:pt x="675" y="151"/>
                    <a:pt x="675" y="151"/>
                    <a:pt x="675" y="151"/>
                  </a:cubicBezTo>
                  <a:cubicBezTo>
                    <a:pt x="677" y="153"/>
                    <a:pt x="679" y="156"/>
                    <a:pt x="680" y="158"/>
                  </a:cubicBezTo>
                  <a:lnTo>
                    <a:pt x="632" y="192"/>
                  </a:lnTo>
                  <a:close/>
                  <a:moveTo>
                    <a:pt x="121" y="186"/>
                  </a:moveTo>
                  <a:cubicBezTo>
                    <a:pt x="74" y="151"/>
                    <a:pt x="74" y="151"/>
                    <a:pt x="74" y="151"/>
                  </a:cubicBezTo>
                  <a:cubicBezTo>
                    <a:pt x="75" y="149"/>
                    <a:pt x="77" y="147"/>
                    <a:pt x="79" y="144"/>
                  </a:cubicBezTo>
                  <a:cubicBezTo>
                    <a:pt x="125" y="180"/>
                    <a:pt x="125" y="180"/>
                    <a:pt x="125" y="180"/>
                  </a:cubicBezTo>
                  <a:cubicBezTo>
                    <a:pt x="124" y="182"/>
                    <a:pt x="122" y="184"/>
                    <a:pt x="121" y="186"/>
                  </a:cubicBezTo>
                  <a:close/>
                  <a:moveTo>
                    <a:pt x="624" y="181"/>
                  </a:moveTo>
                  <a:cubicBezTo>
                    <a:pt x="623" y="179"/>
                    <a:pt x="622" y="177"/>
                    <a:pt x="620" y="175"/>
                  </a:cubicBezTo>
                  <a:cubicBezTo>
                    <a:pt x="665" y="139"/>
                    <a:pt x="665" y="139"/>
                    <a:pt x="665" y="139"/>
                  </a:cubicBezTo>
                  <a:cubicBezTo>
                    <a:pt x="667" y="141"/>
                    <a:pt x="669" y="143"/>
                    <a:pt x="671" y="145"/>
                  </a:cubicBezTo>
                  <a:lnTo>
                    <a:pt x="624" y="181"/>
                  </a:lnTo>
                  <a:close/>
                  <a:moveTo>
                    <a:pt x="129" y="175"/>
                  </a:moveTo>
                  <a:cubicBezTo>
                    <a:pt x="83" y="139"/>
                    <a:pt x="83" y="139"/>
                    <a:pt x="83" y="139"/>
                  </a:cubicBezTo>
                  <a:cubicBezTo>
                    <a:pt x="85" y="136"/>
                    <a:pt x="87" y="134"/>
                    <a:pt x="89" y="132"/>
                  </a:cubicBezTo>
                  <a:cubicBezTo>
                    <a:pt x="134" y="170"/>
                    <a:pt x="134" y="170"/>
                    <a:pt x="134" y="170"/>
                  </a:cubicBezTo>
                  <a:cubicBezTo>
                    <a:pt x="132" y="172"/>
                    <a:pt x="130" y="174"/>
                    <a:pt x="129" y="175"/>
                  </a:cubicBezTo>
                  <a:close/>
                  <a:moveTo>
                    <a:pt x="616" y="171"/>
                  </a:moveTo>
                  <a:cubicBezTo>
                    <a:pt x="615" y="169"/>
                    <a:pt x="613" y="167"/>
                    <a:pt x="611" y="165"/>
                  </a:cubicBezTo>
                  <a:cubicBezTo>
                    <a:pt x="655" y="126"/>
                    <a:pt x="655" y="126"/>
                    <a:pt x="655" y="126"/>
                  </a:cubicBezTo>
                  <a:cubicBezTo>
                    <a:pt x="657" y="129"/>
                    <a:pt x="659" y="131"/>
                    <a:pt x="661" y="133"/>
                  </a:cubicBezTo>
                  <a:lnTo>
                    <a:pt x="616" y="171"/>
                  </a:lnTo>
                  <a:close/>
                  <a:moveTo>
                    <a:pt x="138" y="165"/>
                  </a:moveTo>
                  <a:cubicBezTo>
                    <a:pt x="94" y="127"/>
                    <a:pt x="94" y="127"/>
                    <a:pt x="94" y="127"/>
                  </a:cubicBezTo>
                  <a:cubicBezTo>
                    <a:pt x="96" y="124"/>
                    <a:pt x="98" y="122"/>
                    <a:pt x="100" y="120"/>
                  </a:cubicBezTo>
                  <a:cubicBezTo>
                    <a:pt x="142" y="160"/>
                    <a:pt x="142" y="160"/>
                    <a:pt x="142" y="160"/>
                  </a:cubicBezTo>
                  <a:cubicBezTo>
                    <a:pt x="141" y="162"/>
                    <a:pt x="139" y="163"/>
                    <a:pt x="138" y="165"/>
                  </a:cubicBezTo>
                  <a:close/>
                  <a:moveTo>
                    <a:pt x="607" y="161"/>
                  </a:moveTo>
                  <a:cubicBezTo>
                    <a:pt x="606" y="159"/>
                    <a:pt x="604" y="157"/>
                    <a:pt x="602" y="155"/>
                  </a:cubicBezTo>
                  <a:cubicBezTo>
                    <a:pt x="644" y="115"/>
                    <a:pt x="644" y="115"/>
                    <a:pt x="644" y="115"/>
                  </a:cubicBezTo>
                  <a:cubicBezTo>
                    <a:pt x="646" y="117"/>
                    <a:pt x="648" y="119"/>
                    <a:pt x="650" y="121"/>
                  </a:cubicBezTo>
                  <a:lnTo>
                    <a:pt x="607" y="161"/>
                  </a:lnTo>
                  <a:close/>
                  <a:moveTo>
                    <a:pt x="147" y="155"/>
                  </a:moveTo>
                  <a:cubicBezTo>
                    <a:pt x="104" y="115"/>
                    <a:pt x="104" y="115"/>
                    <a:pt x="104" y="115"/>
                  </a:cubicBezTo>
                  <a:cubicBezTo>
                    <a:pt x="106" y="113"/>
                    <a:pt x="108" y="111"/>
                    <a:pt x="111" y="109"/>
                  </a:cubicBezTo>
                  <a:cubicBezTo>
                    <a:pt x="152" y="150"/>
                    <a:pt x="152" y="150"/>
                    <a:pt x="152" y="150"/>
                  </a:cubicBezTo>
                  <a:cubicBezTo>
                    <a:pt x="150" y="152"/>
                    <a:pt x="148" y="154"/>
                    <a:pt x="147" y="155"/>
                  </a:cubicBezTo>
                  <a:close/>
                  <a:moveTo>
                    <a:pt x="598" y="151"/>
                  </a:moveTo>
                  <a:cubicBezTo>
                    <a:pt x="596" y="149"/>
                    <a:pt x="595" y="147"/>
                    <a:pt x="593" y="146"/>
                  </a:cubicBezTo>
                  <a:cubicBezTo>
                    <a:pt x="633" y="104"/>
                    <a:pt x="633" y="104"/>
                    <a:pt x="633" y="104"/>
                  </a:cubicBezTo>
                  <a:cubicBezTo>
                    <a:pt x="635" y="106"/>
                    <a:pt x="637" y="108"/>
                    <a:pt x="639" y="110"/>
                  </a:cubicBezTo>
                  <a:lnTo>
                    <a:pt x="598" y="151"/>
                  </a:lnTo>
                  <a:close/>
                  <a:moveTo>
                    <a:pt x="156" y="146"/>
                  </a:moveTo>
                  <a:cubicBezTo>
                    <a:pt x="116" y="104"/>
                    <a:pt x="116" y="104"/>
                    <a:pt x="116" y="104"/>
                  </a:cubicBezTo>
                  <a:cubicBezTo>
                    <a:pt x="118" y="102"/>
                    <a:pt x="120" y="100"/>
                    <a:pt x="122" y="98"/>
                  </a:cubicBezTo>
                  <a:cubicBezTo>
                    <a:pt x="161" y="141"/>
                    <a:pt x="161" y="141"/>
                    <a:pt x="161" y="141"/>
                  </a:cubicBezTo>
                  <a:cubicBezTo>
                    <a:pt x="160" y="142"/>
                    <a:pt x="158" y="144"/>
                    <a:pt x="156" y="146"/>
                  </a:cubicBezTo>
                  <a:close/>
                  <a:moveTo>
                    <a:pt x="588" y="142"/>
                  </a:moveTo>
                  <a:cubicBezTo>
                    <a:pt x="587" y="140"/>
                    <a:pt x="585" y="138"/>
                    <a:pt x="583" y="137"/>
                  </a:cubicBezTo>
                  <a:cubicBezTo>
                    <a:pt x="622" y="93"/>
                    <a:pt x="622" y="93"/>
                    <a:pt x="622" y="93"/>
                  </a:cubicBezTo>
                  <a:cubicBezTo>
                    <a:pt x="624" y="95"/>
                    <a:pt x="626" y="97"/>
                    <a:pt x="628" y="99"/>
                  </a:cubicBezTo>
                  <a:lnTo>
                    <a:pt x="588" y="142"/>
                  </a:lnTo>
                  <a:close/>
                  <a:moveTo>
                    <a:pt x="166" y="137"/>
                  </a:moveTo>
                  <a:cubicBezTo>
                    <a:pt x="127" y="93"/>
                    <a:pt x="127" y="93"/>
                    <a:pt x="127" y="93"/>
                  </a:cubicBezTo>
                  <a:cubicBezTo>
                    <a:pt x="130" y="91"/>
                    <a:pt x="132" y="89"/>
                    <a:pt x="134" y="87"/>
                  </a:cubicBezTo>
                  <a:cubicBezTo>
                    <a:pt x="172" y="132"/>
                    <a:pt x="172" y="132"/>
                    <a:pt x="172" y="132"/>
                  </a:cubicBezTo>
                  <a:cubicBezTo>
                    <a:pt x="170" y="134"/>
                    <a:pt x="168" y="135"/>
                    <a:pt x="166" y="137"/>
                  </a:cubicBezTo>
                  <a:close/>
                  <a:moveTo>
                    <a:pt x="578" y="133"/>
                  </a:moveTo>
                  <a:cubicBezTo>
                    <a:pt x="576" y="131"/>
                    <a:pt x="575" y="130"/>
                    <a:pt x="573" y="128"/>
                  </a:cubicBezTo>
                  <a:cubicBezTo>
                    <a:pt x="609" y="83"/>
                    <a:pt x="609" y="83"/>
                    <a:pt x="609" y="83"/>
                  </a:cubicBezTo>
                  <a:cubicBezTo>
                    <a:pt x="612" y="84"/>
                    <a:pt x="614" y="86"/>
                    <a:pt x="616" y="88"/>
                  </a:cubicBezTo>
                  <a:lnTo>
                    <a:pt x="578" y="133"/>
                  </a:lnTo>
                  <a:close/>
                  <a:moveTo>
                    <a:pt x="176" y="128"/>
                  </a:moveTo>
                  <a:cubicBezTo>
                    <a:pt x="139" y="83"/>
                    <a:pt x="139" y="83"/>
                    <a:pt x="139" y="83"/>
                  </a:cubicBezTo>
                  <a:cubicBezTo>
                    <a:pt x="142" y="81"/>
                    <a:pt x="144" y="79"/>
                    <a:pt x="146" y="77"/>
                  </a:cubicBezTo>
                  <a:cubicBezTo>
                    <a:pt x="182" y="124"/>
                    <a:pt x="182" y="124"/>
                    <a:pt x="182" y="124"/>
                  </a:cubicBezTo>
                  <a:cubicBezTo>
                    <a:pt x="180" y="125"/>
                    <a:pt x="178" y="127"/>
                    <a:pt x="176" y="128"/>
                  </a:cubicBezTo>
                  <a:close/>
                  <a:moveTo>
                    <a:pt x="568" y="124"/>
                  </a:moveTo>
                  <a:cubicBezTo>
                    <a:pt x="566" y="123"/>
                    <a:pt x="564" y="121"/>
                    <a:pt x="562" y="120"/>
                  </a:cubicBezTo>
                  <a:cubicBezTo>
                    <a:pt x="597" y="73"/>
                    <a:pt x="597" y="73"/>
                    <a:pt x="597" y="73"/>
                  </a:cubicBezTo>
                  <a:cubicBezTo>
                    <a:pt x="599" y="75"/>
                    <a:pt x="601" y="76"/>
                    <a:pt x="604" y="78"/>
                  </a:cubicBezTo>
                  <a:lnTo>
                    <a:pt x="568" y="124"/>
                  </a:lnTo>
                  <a:close/>
                  <a:moveTo>
                    <a:pt x="187" y="120"/>
                  </a:moveTo>
                  <a:cubicBezTo>
                    <a:pt x="152" y="73"/>
                    <a:pt x="152" y="73"/>
                    <a:pt x="152" y="73"/>
                  </a:cubicBezTo>
                  <a:cubicBezTo>
                    <a:pt x="154" y="71"/>
                    <a:pt x="157" y="70"/>
                    <a:pt x="159" y="68"/>
                  </a:cubicBezTo>
                  <a:cubicBezTo>
                    <a:pt x="193" y="116"/>
                    <a:pt x="193" y="116"/>
                    <a:pt x="193" y="116"/>
                  </a:cubicBezTo>
                  <a:cubicBezTo>
                    <a:pt x="191" y="117"/>
                    <a:pt x="189" y="118"/>
                    <a:pt x="187" y="120"/>
                  </a:cubicBezTo>
                  <a:close/>
                  <a:moveTo>
                    <a:pt x="557" y="116"/>
                  </a:moveTo>
                  <a:cubicBezTo>
                    <a:pt x="555" y="115"/>
                    <a:pt x="553" y="113"/>
                    <a:pt x="551" y="112"/>
                  </a:cubicBezTo>
                  <a:cubicBezTo>
                    <a:pt x="584" y="64"/>
                    <a:pt x="584" y="64"/>
                    <a:pt x="584" y="64"/>
                  </a:cubicBezTo>
                  <a:cubicBezTo>
                    <a:pt x="586" y="65"/>
                    <a:pt x="589" y="67"/>
                    <a:pt x="591" y="69"/>
                  </a:cubicBezTo>
                  <a:lnTo>
                    <a:pt x="557" y="116"/>
                  </a:lnTo>
                  <a:close/>
                  <a:moveTo>
                    <a:pt x="198" y="112"/>
                  </a:moveTo>
                  <a:cubicBezTo>
                    <a:pt x="165" y="64"/>
                    <a:pt x="165" y="64"/>
                    <a:pt x="165" y="64"/>
                  </a:cubicBezTo>
                  <a:cubicBezTo>
                    <a:pt x="167" y="62"/>
                    <a:pt x="170" y="61"/>
                    <a:pt x="172" y="59"/>
                  </a:cubicBezTo>
                  <a:cubicBezTo>
                    <a:pt x="204" y="108"/>
                    <a:pt x="204" y="108"/>
                    <a:pt x="204" y="108"/>
                  </a:cubicBezTo>
                  <a:cubicBezTo>
                    <a:pt x="202" y="109"/>
                    <a:pt x="200" y="111"/>
                    <a:pt x="198" y="112"/>
                  </a:cubicBezTo>
                  <a:close/>
                  <a:moveTo>
                    <a:pt x="546" y="109"/>
                  </a:moveTo>
                  <a:cubicBezTo>
                    <a:pt x="544" y="107"/>
                    <a:pt x="542" y="106"/>
                    <a:pt x="540" y="105"/>
                  </a:cubicBezTo>
                  <a:cubicBezTo>
                    <a:pt x="571" y="55"/>
                    <a:pt x="571" y="55"/>
                    <a:pt x="571" y="55"/>
                  </a:cubicBezTo>
                  <a:cubicBezTo>
                    <a:pt x="573" y="57"/>
                    <a:pt x="575" y="58"/>
                    <a:pt x="578" y="60"/>
                  </a:cubicBezTo>
                  <a:lnTo>
                    <a:pt x="546" y="109"/>
                  </a:lnTo>
                  <a:close/>
                  <a:moveTo>
                    <a:pt x="209" y="105"/>
                  </a:moveTo>
                  <a:cubicBezTo>
                    <a:pt x="178" y="55"/>
                    <a:pt x="178" y="55"/>
                    <a:pt x="178" y="55"/>
                  </a:cubicBezTo>
                  <a:cubicBezTo>
                    <a:pt x="181" y="54"/>
                    <a:pt x="183" y="52"/>
                    <a:pt x="186" y="51"/>
                  </a:cubicBezTo>
                  <a:cubicBezTo>
                    <a:pt x="215" y="101"/>
                    <a:pt x="215" y="101"/>
                    <a:pt x="215" y="101"/>
                  </a:cubicBezTo>
                  <a:cubicBezTo>
                    <a:pt x="213" y="102"/>
                    <a:pt x="211" y="104"/>
                    <a:pt x="209" y="105"/>
                  </a:cubicBezTo>
                  <a:close/>
                  <a:moveTo>
                    <a:pt x="535" y="102"/>
                  </a:moveTo>
                  <a:cubicBezTo>
                    <a:pt x="533" y="100"/>
                    <a:pt x="530" y="99"/>
                    <a:pt x="528" y="98"/>
                  </a:cubicBezTo>
                  <a:cubicBezTo>
                    <a:pt x="557" y="47"/>
                    <a:pt x="557" y="47"/>
                    <a:pt x="557" y="47"/>
                  </a:cubicBezTo>
                  <a:cubicBezTo>
                    <a:pt x="559" y="48"/>
                    <a:pt x="562" y="50"/>
                    <a:pt x="564" y="51"/>
                  </a:cubicBezTo>
                  <a:lnTo>
                    <a:pt x="535" y="102"/>
                  </a:lnTo>
                  <a:close/>
                  <a:moveTo>
                    <a:pt x="220" y="98"/>
                  </a:moveTo>
                  <a:cubicBezTo>
                    <a:pt x="192" y="47"/>
                    <a:pt x="192" y="47"/>
                    <a:pt x="192" y="47"/>
                  </a:cubicBezTo>
                  <a:cubicBezTo>
                    <a:pt x="194" y="46"/>
                    <a:pt x="197" y="44"/>
                    <a:pt x="199" y="43"/>
                  </a:cubicBezTo>
                  <a:cubicBezTo>
                    <a:pt x="227" y="95"/>
                    <a:pt x="227" y="95"/>
                    <a:pt x="227" y="95"/>
                  </a:cubicBezTo>
                  <a:cubicBezTo>
                    <a:pt x="225" y="96"/>
                    <a:pt x="223" y="97"/>
                    <a:pt x="220" y="98"/>
                  </a:cubicBezTo>
                  <a:close/>
                  <a:moveTo>
                    <a:pt x="523" y="95"/>
                  </a:moveTo>
                  <a:cubicBezTo>
                    <a:pt x="521" y="94"/>
                    <a:pt x="519" y="93"/>
                    <a:pt x="516" y="92"/>
                  </a:cubicBezTo>
                  <a:cubicBezTo>
                    <a:pt x="543" y="40"/>
                    <a:pt x="543" y="40"/>
                    <a:pt x="543" y="40"/>
                  </a:cubicBezTo>
                  <a:cubicBezTo>
                    <a:pt x="545" y="41"/>
                    <a:pt x="548" y="42"/>
                    <a:pt x="550" y="44"/>
                  </a:cubicBezTo>
                  <a:lnTo>
                    <a:pt x="523" y="95"/>
                  </a:lnTo>
                  <a:close/>
                  <a:moveTo>
                    <a:pt x="232" y="92"/>
                  </a:moveTo>
                  <a:cubicBezTo>
                    <a:pt x="206" y="40"/>
                    <a:pt x="206" y="40"/>
                    <a:pt x="206" y="40"/>
                  </a:cubicBezTo>
                  <a:cubicBezTo>
                    <a:pt x="208" y="38"/>
                    <a:pt x="211" y="37"/>
                    <a:pt x="214" y="36"/>
                  </a:cubicBezTo>
                  <a:cubicBezTo>
                    <a:pt x="239" y="89"/>
                    <a:pt x="239" y="89"/>
                    <a:pt x="239" y="89"/>
                  </a:cubicBezTo>
                  <a:cubicBezTo>
                    <a:pt x="237" y="90"/>
                    <a:pt x="234" y="91"/>
                    <a:pt x="232" y="92"/>
                  </a:cubicBezTo>
                  <a:close/>
                  <a:moveTo>
                    <a:pt x="511" y="89"/>
                  </a:moveTo>
                  <a:cubicBezTo>
                    <a:pt x="509" y="88"/>
                    <a:pt x="507" y="87"/>
                    <a:pt x="504" y="86"/>
                  </a:cubicBezTo>
                  <a:cubicBezTo>
                    <a:pt x="528" y="33"/>
                    <a:pt x="528" y="33"/>
                    <a:pt x="528" y="33"/>
                  </a:cubicBezTo>
                  <a:cubicBezTo>
                    <a:pt x="531" y="34"/>
                    <a:pt x="534" y="35"/>
                    <a:pt x="536" y="36"/>
                  </a:cubicBezTo>
                  <a:lnTo>
                    <a:pt x="511" y="89"/>
                  </a:lnTo>
                  <a:close/>
                  <a:moveTo>
                    <a:pt x="244" y="86"/>
                  </a:moveTo>
                  <a:cubicBezTo>
                    <a:pt x="220" y="33"/>
                    <a:pt x="220" y="33"/>
                    <a:pt x="220" y="33"/>
                  </a:cubicBezTo>
                  <a:cubicBezTo>
                    <a:pt x="223" y="32"/>
                    <a:pt x="225" y="31"/>
                    <a:pt x="228" y="29"/>
                  </a:cubicBezTo>
                  <a:cubicBezTo>
                    <a:pt x="251" y="83"/>
                    <a:pt x="251" y="83"/>
                    <a:pt x="251" y="83"/>
                  </a:cubicBezTo>
                  <a:cubicBezTo>
                    <a:pt x="249" y="84"/>
                    <a:pt x="247" y="85"/>
                    <a:pt x="244" y="86"/>
                  </a:cubicBezTo>
                  <a:close/>
                  <a:moveTo>
                    <a:pt x="499" y="83"/>
                  </a:moveTo>
                  <a:cubicBezTo>
                    <a:pt x="496" y="83"/>
                    <a:pt x="494" y="82"/>
                    <a:pt x="492" y="81"/>
                  </a:cubicBezTo>
                  <a:cubicBezTo>
                    <a:pt x="514" y="26"/>
                    <a:pt x="514" y="26"/>
                    <a:pt x="514" y="26"/>
                  </a:cubicBezTo>
                  <a:cubicBezTo>
                    <a:pt x="516" y="27"/>
                    <a:pt x="519" y="29"/>
                    <a:pt x="522" y="30"/>
                  </a:cubicBezTo>
                  <a:lnTo>
                    <a:pt x="499" y="83"/>
                  </a:lnTo>
                  <a:close/>
                  <a:moveTo>
                    <a:pt x="257" y="81"/>
                  </a:moveTo>
                  <a:cubicBezTo>
                    <a:pt x="235" y="27"/>
                    <a:pt x="235" y="27"/>
                    <a:pt x="235" y="27"/>
                  </a:cubicBezTo>
                  <a:cubicBezTo>
                    <a:pt x="237" y="26"/>
                    <a:pt x="240" y="24"/>
                    <a:pt x="243" y="23"/>
                  </a:cubicBezTo>
                  <a:cubicBezTo>
                    <a:pt x="263" y="78"/>
                    <a:pt x="263" y="78"/>
                    <a:pt x="263" y="78"/>
                  </a:cubicBezTo>
                  <a:cubicBezTo>
                    <a:pt x="261" y="79"/>
                    <a:pt x="259" y="80"/>
                    <a:pt x="257" y="81"/>
                  </a:cubicBezTo>
                  <a:close/>
                  <a:moveTo>
                    <a:pt x="486" y="78"/>
                  </a:moveTo>
                  <a:cubicBezTo>
                    <a:pt x="484" y="78"/>
                    <a:pt x="482" y="77"/>
                    <a:pt x="479" y="76"/>
                  </a:cubicBezTo>
                  <a:cubicBezTo>
                    <a:pt x="499" y="21"/>
                    <a:pt x="499" y="21"/>
                    <a:pt x="499" y="21"/>
                  </a:cubicBezTo>
                  <a:cubicBezTo>
                    <a:pt x="502" y="22"/>
                    <a:pt x="504" y="23"/>
                    <a:pt x="507" y="24"/>
                  </a:cubicBezTo>
                  <a:lnTo>
                    <a:pt x="486" y="78"/>
                  </a:lnTo>
                  <a:close/>
                  <a:moveTo>
                    <a:pt x="269" y="76"/>
                  </a:moveTo>
                  <a:cubicBezTo>
                    <a:pt x="250" y="21"/>
                    <a:pt x="250" y="21"/>
                    <a:pt x="250" y="21"/>
                  </a:cubicBezTo>
                  <a:cubicBezTo>
                    <a:pt x="252" y="20"/>
                    <a:pt x="255" y="19"/>
                    <a:pt x="258" y="18"/>
                  </a:cubicBezTo>
                  <a:cubicBezTo>
                    <a:pt x="276" y="74"/>
                    <a:pt x="276" y="74"/>
                    <a:pt x="276" y="74"/>
                  </a:cubicBezTo>
                  <a:cubicBezTo>
                    <a:pt x="274" y="75"/>
                    <a:pt x="271" y="75"/>
                    <a:pt x="269" y="76"/>
                  </a:cubicBezTo>
                  <a:close/>
                  <a:moveTo>
                    <a:pt x="474" y="74"/>
                  </a:moveTo>
                  <a:cubicBezTo>
                    <a:pt x="471" y="73"/>
                    <a:pt x="469" y="72"/>
                    <a:pt x="467" y="72"/>
                  </a:cubicBezTo>
                  <a:cubicBezTo>
                    <a:pt x="484" y="16"/>
                    <a:pt x="484" y="16"/>
                    <a:pt x="484" y="16"/>
                  </a:cubicBezTo>
                  <a:cubicBezTo>
                    <a:pt x="486" y="17"/>
                    <a:pt x="489" y="18"/>
                    <a:pt x="492" y="18"/>
                  </a:cubicBezTo>
                  <a:lnTo>
                    <a:pt x="474" y="74"/>
                  </a:lnTo>
                  <a:close/>
                  <a:moveTo>
                    <a:pt x="282" y="72"/>
                  </a:moveTo>
                  <a:cubicBezTo>
                    <a:pt x="265" y="16"/>
                    <a:pt x="265" y="16"/>
                    <a:pt x="265" y="16"/>
                  </a:cubicBezTo>
                  <a:cubicBezTo>
                    <a:pt x="267" y="15"/>
                    <a:pt x="270" y="14"/>
                    <a:pt x="273" y="14"/>
                  </a:cubicBezTo>
                  <a:cubicBezTo>
                    <a:pt x="289" y="70"/>
                    <a:pt x="289" y="70"/>
                    <a:pt x="289" y="70"/>
                  </a:cubicBezTo>
                  <a:cubicBezTo>
                    <a:pt x="286" y="71"/>
                    <a:pt x="284" y="71"/>
                    <a:pt x="282" y="72"/>
                  </a:cubicBezTo>
                  <a:close/>
                  <a:moveTo>
                    <a:pt x="461" y="70"/>
                  </a:moveTo>
                  <a:cubicBezTo>
                    <a:pt x="458" y="69"/>
                    <a:pt x="456" y="69"/>
                    <a:pt x="454" y="68"/>
                  </a:cubicBezTo>
                  <a:cubicBezTo>
                    <a:pt x="468" y="12"/>
                    <a:pt x="468" y="12"/>
                    <a:pt x="468" y="12"/>
                  </a:cubicBezTo>
                  <a:cubicBezTo>
                    <a:pt x="471" y="12"/>
                    <a:pt x="474" y="13"/>
                    <a:pt x="477" y="14"/>
                  </a:cubicBezTo>
                  <a:lnTo>
                    <a:pt x="461" y="70"/>
                  </a:lnTo>
                  <a:close/>
                  <a:moveTo>
                    <a:pt x="295" y="68"/>
                  </a:moveTo>
                  <a:cubicBezTo>
                    <a:pt x="280" y="12"/>
                    <a:pt x="280" y="12"/>
                    <a:pt x="280" y="12"/>
                  </a:cubicBezTo>
                  <a:cubicBezTo>
                    <a:pt x="283" y="11"/>
                    <a:pt x="286" y="10"/>
                    <a:pt x="288" y="10"/>
                  </a:cubicBezTo>
                  <a:cubicBezTo>
                    <a:pt x="302" y="67"/>
                    <a:pt x="302" y="67"/>
                    <a:pt x="302" y="67"/>
                  </a:cubicBezTo>
                  <a:cubicBezTo>
                    <a:pt x="299" y="67"/>
                    <a:pt x="297" y="68"/>
                    <a:pt x="295" y="68"/>
                  </a:cubicBezTo>
                  <a:close/>
                  <a:moveTo>
                    <a:pt x="448" y="67"/>
                  </a:moveTo>
                  <a:cubicBezTo>
                    <a:pt x="445" y="66"/>
                    <a:pt x="443" y="66"/>
                    <a:pt x="441" y="65"/>
                  </a:cubicBezTo>
                  <a:cubicBezTo>
                    <a:pt x="453" y="8"/>
                    <a:pt x="453" y="8"/>
                    <a:pt x="453" y="8"/>
                  </a:cubicBezTo>
                  <a:cubicBezTo>
                    <a:pt x="456" y="8"/>
                    <a:pt x="459" y="9"/>
                    <a:pt x="461" y="10"/>
                  </a:cubicBezTo>
                  <a:lnTo>
                    <a:pt x="448" y="67"/>
                  </a:lnTo>
                  <a:close/>
                  <a:moveTo>
                    <a:pt x="308" y="65"/>
                  </a:moveTo>
                  <a:cubicBezTo>
                    <a:pt x="295" y="8"/>
                    <a:pt x="295" y="8"/>
                    <a:pt x="295" y="8"/>
                  </a:cubicBezTo>
                  <a:cubicBezTo>
                    <a:pt x="298" y="7"/>
                    <a:pt x="301" y="7"/>
                    <a:pt x="304" y="6"/>
                  </a:cubicBezTo>
                  <a:cubicBezTo>
                    <a:pt x="315" y="64"/>
                    <a:pt x="315" y="64"/>
                    <a:pt x="315" y="64"/>
                  </a:cubicBezTo>
                  <a:cubicBezTo>
                    <a:pt x="312" y="64"/>
                    <a:pt x="310" y="65"/>
                    <a:pt x="308" y="65"/>
                  </a:cubicBezTo>
                  <a:close/>
                  <a:moveTo>
                    <a:pt x="435" y="64"/>
                  </a:moveTo>
                  <a:cubicBezTo>
                    <a:pt x="432" y="63"/>
                    <a:pt x="430" y="63"/>
                    <a:pt x="428" y="63"/>
                  </a:cubicBezTo>
                  <a:cubicBezTo>
                    <a:pt x="437" y="5"/>
                    <a:pt x="437" y="5"/>
                    <a:pt x="437" y="5"/>
                  </a:cubicBezTo>
                  <a:cubicBezTo>
                    <a:pt x="440" y="5"/>
                    <a:pt x="443" y="6"/>
                    <a:pt x="446" y="6"/>
                  </a:cubicBezTo>
                  <a:lnTo>
                    <a:pt x="435" y="64"/>
                  </a:lnTo>
                  <a:close/>
                  <a:moveTo>
                    <a:pt x="321" y="63"/>
                  </a:moveTo>
                  <a:cubicBezTo>
                    <a:pt x="311" y="5"/>
                    <a:pt x="311" y="5"/>
                    <a:pt x="311" y="5"/>
                  </a:cubicBezTo>
                  <a:cubicBezTo>
                    <a:pt x="314" y="5"/>
                    <a:pt x="317" y="4"/>
                    <a:pt x="320" y="4"/>
                  </a:cubicBezTo>
                  <a:cubicBezTo>
                    <a:pt x="328" y="61"/>
                    <a:pt x="328" y="61"/>
                    <a:pt x="328" y="61"/>
                  </a:cubicBezTo>
                  <a:cubicBezTo>
                    <a:pt x="326" y="62"/>
                    <a:pt x="323" y="62"/>
                    <a:pt x="321" y="63"/>
                  </a:cubicBezTo>
                  <a:close/>
                  <a:moveTo>
                    <a:pt x="422" y="62"/>
                  </a:moveTo>
                  <a:cubicBezTo>
                    <a:pt x="419" y="61"/>
                    <a:pt x="417" y="61"/>
                    <a:pt x="414" y="61"/>
                  </a:cubicBezTo>
                  <a:cubicBezTo>
                    <a:pt x="422" y="3"/>
                    <a:pt x="422" y="3"/>
                    <a:pt x="422" y="3"/>
                  </a:cubicBezTo>
                  <a:cubicBezTo>
                    <a:pt x="424" y="3"/>
                    <a:pt x="427" y="3"/>
                    <a:pt x="430" y="4"/>
                  </a:cubicBezTo>
                  <a:lnTo>
                    <a:pt x="422" y="62"/>
                  </a:lnTo>
                  <a:close/>
                  <a:moveTo>
                    <a:pt x="334" y="61"/>
                  </a:moveTo>
                  <a:cubicBezTo>
                    <a:pt x="327" y="3"/>
                    <a:pt x="327" y="3"/>
                    <a:pt x="327" y="3"/>
                  </a:cubicBezTo>
                  <a:cubicBezTo>
                    <a:pt x="330" y="2"/>
                    <a:pt x="332" y="2"/>
                    <a:pt x="335" y="2"/>
                  </a:cubicBezTo>
                  <a:cubicBezTo>
                    <a:pt x="341" y="60"/>
                    <a:pt x="341" y="60"/>
                    <a:pt x="341" y="60"/>
                  </a:cubicBezTo>
                  <a:cubicBezTo>
                    <a:pt x="339" y="60"/>
                    <a:pt x="337" y="60"/>
                    <a:pt x="334" y="61"/>
                  </a:cubicBezTo>
                  <a:close/>
                  <a:moveTo>
                    <a:pt x="408" y="60"/>
                  </a:moveTo>
                  <a:cubicBezTo>
                    <a:pt x="406" y="60"/>
                    <a:pt x="403" y="59"/>
                    <a:pt x="401" y="59"/>
                  </a:cubicBezTo>
                  <a:cubicBezTo>
                    <a:pt x="406" y="1"/>
                    <a:pt x="406" y="1"/>
                    <a:pt x="406" y="1"/>
                  </a:cubicBezTo>
                  <a:cubicBezTo>
                    <a:pt x="409" y="1"/>
                    <a:pt x="412" y="1"/>
                    <a:pt x="414" y="2"/>
                  </a:cubicBezTo>
                  <a:lnTo>
                    <a:pt x="408" y="60"/>
                  </a:lnTo>
                  <a:close/>
                  <a:moveTo>
                    <a:pt x="347" y="59"/>
                  </a:moveTo>
                  <a:cubicBezTo>
                    <a:pt x="342" y="1"/>
                    <a:pt x="342" y="1"/>
                    <a:pt x="342" y="1"/>
                  </a:cubicBezTo>
                  <a:cubicBezTo>
                    <a:pt x="345" y="1"/>
                    <a:pt x="348" y="1"/>
                    <a:pt x="351" y="0"/>
                  </a:cubicBezTo>
                  <a:cubicBezTo>
                    <a:pt x="355" y="59"/>
                    <a:pt x="355" y="59"/>
                    <a:pt x="355" y="59"/>
                  </a:cubicBezTo>
                  <a:cubicBezTo>
                    <a:pt x="352" y="59"/>
                    <a:pt x="350" y="59"/>
                    <a:pt x="347" y="59"/>
                  </a:cubicBezTo>
                  <a:close/>
                  <a:moveTo>
                    <a:pt x="395" y="59"/>
                  </a:moveTo>
                  <a:cubicBezTo>
                    <a:pt x="392" y="59"/>
                    <a:pt x="390" y="58"/>
                    <a:pt x="388" y="58"/>
                  </a:cubicBezTo>
                  <a:cubicBezTo>
                    <a:pt x="390" y="0"/>
                    <a:pt x="390" y="0"/>
                    <a:pt x="390" y="0"/>
                  </a:cubicBezTo>
                  <a:cubicBezTo>
                    <a:pt x="393" y="0"/>
                    <a:pt x="396" y="0"/>
                    <a:pt x="399" y="0"/>
                  </a:cubicBezTo>
                  <a:lnTo>
                    <a:pt x="395" y="59"/>
                  </a:lnTo>
                  <a:close/>
                  <a:moveTo>
                    <a:pt x="361" y="58"/>
                  </a:moveTo>
                  <a:cubicBezTo>
                    <a:pt x="358" y="0"/>
                    <a:pt x="358" y="0"/>
                    <a:pt x="358" y="0"/>
                  </a:cubicBezTo>
                  <a:cubicBezTo>
                    <a:pt x="361" y="0"/>
                    <a:pt x="364" y="0"/>
                    <a:pt x="367" y="0"/>
                  </a:cubicBezTo>
                  <a:cubicBezTo>
                    <a:pt x="368" y="58"/>
                    <a:pt x="368" y="58"/>
                    <a:pt x="368" y="58"/>
                  </a:cubicBezTo>
                  <a:cubicBezTo>
                    <a:pt x="366" y="58"/>
                    <a:pt x="363" y="58"/>
                    <a:pt x="361" y="58"/>
                  </a:cubicBezTo>
                  <a:close/>
                  <a:moveTo>
                    <a:pt x="382" y="58"/>
                  </a:moveTo>
                  <a:cubicBezTo>
                    <a:pt x="379" y="58"/>
                    <a:pt x="377" y="58"/>
                    <a:pt x="375" y="58"/>
                  </a:cubicBezTo>
                  <a:cubicBezTo>
                    <a:pt x="374" y="58"/>
                    <a:pt x="374" y="58"/>
                    <a:pt x="374" y="58"/>
                  </a:cubicBezTo>
                  <a:cubicBezTo>
                    <a:pt x="374" y="23"/>
                    <a:pt x="374" y="23"/>
                    <a:pt x="374" y="23"/>
                  </a:cubicBezTo>
                  <a:cubicBezTo>
                    <a:pt x="374" y="0"/>
                    <a:pt x="374" y="0"/>
                    <a:pt x="374" y="0"/>
                  </a:cubicBezTo>
                  <a:cubicBezTo>
                    <a:pt x="375" y="0"/>
                    <a:pt x="375" y="0"/>
                    <a:pt x="375" y="0"/>
                  </a:cubicBezTo>
                  <a:cubicBezTo>
                    <a:pt x="377" y="0"/>
                    <a:pt x="380" y="0"/>
                    <a:pt x="383" y="0"/>
                  </a:cubicBezTo>
                  <a:lnTo>
                    <a:pt x="382" y="58"/>
                  </a:lnTo>
                  <a:close/>
                  <a:moveTo>
                    <a:pt x="374" y="23"/>
                  </a:moveTo>
                  <a:cubicBezTo>
                    <a:pt x="374" y="29"/>
                    <a:pt x="374" y="29"/>
                    <a:pt x="374" y="29"/>
                  </a:cubicBezTo>
                  <a:cubicBezTo>
                    <a:pt x="374" y="24"/>
                    <a:pt x="374" y="24"/>
                    <a:pt x="374" y="24"/>
                  </a:cubicBezTo>
                  <a:lnTo>
                    <a:pt x="374" y="2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4" name="Google Shape;394;p9"/>
            <p:cNvSpPr/>
            <p:nvPr/>
          </p:nvSpPr>
          <p:spPr>
            <a:xfrm>
              <a:off x="5734050" y="4329113"/>
              <a:ext cx="985838" cy="987424"/>
            </a:xfrm>
            <a:custGeom>
              <a:avLst/>
              <a:gdLst/>
              <a:ahLst/>
              <a:cxnLst/>
              <a:rect l="l" t="t" r="r" b="b"/>
              <a:pathLst>
                <a:path w="585" h="585" extrusionOk="0">
                  <a:moveTo>
                    <a:pt x="293" y="585"/>
                  </a:moveTo>
                  <a:cubicBezTo>
                    <a:pt x="131" y="585"/>
                    <a:pt x="0" y="454"/>
                    <a:pt x="0" y="293"/>
                  </a:cubicBezTo>
                  <a:cubicBezTo>
                    <a:pt x="0" y="131"/>
                    <a:pt x="131" y="0"/>
                    <a:pt x="293" y="0"/>
                  </a:cubicBezTo>
                  <a:cubicBezTo>
                    <a:pt x="454" y="0"/>
                    <a:pt x="585" y="131"/>
                    <a:pt x="585" y="293"/>
                  </a:cubicBezTo>
                  <a:cubicBezTo>
                    <a:pt x="585" y="454"/>
                    <a:pt x="454" y="585"/>
                    <a:pt x="293" y="585"/>
                  </a:cubicBezTo>
                  <a:close/>
                  <a:moveTo>
                    <a:pt x="293" y="5"/>
                  </a:moveTo>
                  <a:cubicBezTo>
                    <a:pt x="134" y="5"/>
                    <a:pt x="5" y="134"/>
                    <a:pt x="5" y="293"/>
                  </a:cubicBezTo>
                  <a:cubicBezTo>
                    <a:pt x="5" y="451"/>
                    <a:pt x="134" y="580"/>
                    <a:pt x="293" y="580"/>
                  </a:cubicBezTo>
                  <a:cubicBezTo>
                    <a:pt x="451" y="580"/>
                    <a:pt x="580" y="451"/>
                    <a:pt x="580" y="293"/>
                  </a:cubicBezTo>
                  <a:cubicBezTo>
                    <a:pt x="580" y="134"/>
                    <a:pt x="451" y="5"/>
                    <a:pt x="293" y="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5" name="Google Shape;395;p9"/>
            <p:cNvSpPr/>
            <p:nvPr/>
          </p:nvSpPr>
          <p:spPr>
            <a:xfrm>
              <a:off x="5738813" y="4333875"/>
              <a:ext cx="974725" cy="976313"/>
            </a:xfrm>
            <a:custGeom>
              <a:avLst/>
              <a:gdLst/>
              <a:ahLst/>
              <a:cxnLst/>
              <a:rect l="l" t="t" r="r" b="b"/>
              <a:pathLst>
                <a:path w="578" h="579" extrusionOk="0">
                  <a:moveTo>
                    <a:pt x="290" y="0"/>
                  </a:moveTo>
                  <a:cubicBezTo>
                    <a:pt x="289" y="0"/>
                    <a:pt x="289" y="0"/>
                    <a:pt x="289" y="0"/>
                  </a:cubicBezTo>
                  <a:cubicBezTo>
                    <a:pt x="289" y="0"/>
                    <a:pt x="289" y="0"/>
                    <a:pt x="289" y="0"/>
                  </a:cubicBezTo>
                  <a:cubicBezTo>
                    <a:pt x="289" y="0"/>
                    <a:pt x="289" y="0"/>
                    <a:pt x="289" y="0"/>
                  </a:cubicBezTo>
                  <a:cubicBezTo>
                    <a:pt x="289" y="0"/>
                    <a:pt x="289" y="0"/>
                    <a:pt x="289" y="0"/>
                  </a:cubicBezTo>
                  <a:cubicBezTo>
                    <a:pt x="289" y="0"/>
                    <a:pt x="289" y="0"/>
                    <a:pt x="289" y="0"/>
                  </a:cubicBezTo>
                  <a:cubicBezTo>
                    <a:pt x="288" y="0"/>
                    <a:pt x="287" y="0"/>
                    <a:pt x="287" y="0"/>
                  </a:cubicBezTo>
                  <a:cubicBezTo>
                    <a:pt x="287" y="49"/>
                    <a:pt x="287" y="49"/>
                    <a:pt x="287" y="49"/>
                  </a:cubicBezTo>
                  <a:cubicBezTo>
                    <a:pt x="288" y="49"/>
                    <a:pt x="289" y="49"/>
                    <a:pt x="290" y="49"/>
                  </a:cubicBezTo>
                  <a:lnTo>
                    <a:pt x="290" y="0"/>
                  </a:lnTo>
                  <a:close/>
                  <a:moveTo>
                    <a:pt x="234" y="5"/>
                  </a:moveTo>
                  <a:cubicBezTo>
                    <a:pt x="233" y="6"/>
                    <a:pt x="233" y="6"/>
                    <a:pt x="232" y="6"/>
                  </a:cubicBezTo>
                  <a:cubicBezTo>
                    <a:pt x="232" y="6"/>
                    <a:pt x="232" y="6"/>
                    <a:pt x="232" y="6"/>
                  </a:cubicBezTo>
                  <a:cubicBezTo>
                    <a:pt x="232" y="6"/>
                    <a:pt x="232" y="6"/>
                    <a:pt x="232" y="6"/>
                  </a:cubicBezTo>
                  <a:cubicBezTo>
                    <a:pt x="232" y="6"/>
                    <a:pt x="232" y="6"/>
                    <a:pt x="232" y="6"/>
                  </a:cubicBezTo>
                  <a:cubicBezTo>
                    <a:pt x="232" y="6"/>
                    <a:pt x="232" y="6"/>
                    <a:pt x="232" y="6"/>
                  </a:cubicBezTo>
                  <a:cubicBezTo>
                    <a:pt x="231" y="6"/>
                    <a:pt x="231" y="6"/>
                    <a:pt x="231" y="6"/>
                  </a:cubicBezTo>
                  <a:cubicBezTo>
                    <a:pt x="241" y="54"/>
                    <a:pt x="241" y="54"/>
                    <a:pt x="241" y="54"/>
                  </a:cubicBezTo>
                  <a:cubicBezTo>
                    <a:pt x="242" y="54"/>
                    <a:pt x="243" y="54"/>
                    <a:pt x="243" y="54"/>
                  </a:cubicBezTo>
                  <a:lnTo>
                    <a:pt x="234" y="5"/>
                  </a:lnTo>
                  <a:close/>
                  <a:moveTo>
                    <a:pt x="181" y="21"/>
                  </a:moveTo>
                  <a:cubicBezTo>
                    <a:pt x="180" y="22"/>
                    <a:pt x="179" y="22"/>
                    <a:pt x="179" y="22"/>
                  </a:cubicBezTo>
                  <a:cubicBezTo>
                    <a:pt x="179" y="22"/>
                    <a:pt x="179" y="22"/>
                    <a:pt x="179" y="22"/>
                  </a:cubicBezTo>
                  <a:cubicBezTo>
                    <a:pt x="179" y="22"/>
                    <a:pt x="179" y="22"/>
                    <a:pt x="179" y="22"/>
                  </a:cubicBezTo>
                  <a:cubicBezTo>
                    <a:pt x="179" y="22"/>
                    <a:pt x="179" y="22"/>
                    <a:pt x="179" y="22"/>
                  </a:cubicBezTo>
                  <a:cubicBezTo>
                    <a:pt x="179" y="22"/>
                    <a:pt x="179" y="22"/>
                    <a:pt x="179" y="22"/>
                  </a:cubicBezTo>
                  <a:cubicBezTo>
                    <a:pt x="178" y="22"/>
                    <a:pt x="178" y="22"/>
                    <a:pt x="178" y="22"/>
                  </a:cubicBezTo>
                  <a:cubicBezTo>
                    <a:pt x="197" y="68"/>
                    <a:pt x="197" y="68"/>
                    <a:pt x="197" y="68"/>
                  </a:cubicBezTo>
                  <a:cubicBezTo>
                    <a:pt x="198" y="67"/>
                    <a:pt x="198" y="67"/>
                    <a:pt x="199" y="67"/>
                  </a:cubicBezTo>
                  <a:lnTo>
                    <a:pt x="181" y="21"/>
                  </a:lnTo>
                  <a:close/>
                  <a:moveTo>
                    <a:pt x="131" y="47"/>
                  </a:moveTo>
                  <a:cubicBezTo>
                    <a:pt x="131" y="47"/>
                    <a:pt x="130" y="48"/>
                    <a:pt x="130" y="48"/>
                  </a:cubicBezTo>
                  <a:cubicBezTo>
                    <a:pt x="130" y="48"/>
                    <a:pt x="130" y="48"/>
                    <a:pt x="130" y="48"/>
                  </a:cubicBezTo>
                  <a:cubicBezTo>
                    <a:pt x="130" y="48"/>
                    <a:pt x="130" y="48"/>
                    <a:pt x="130" y="48"/>
                  </a:cubicBezTo>
                  <a:cubicBezTo>
                    <a:pt x="130" y="48"/>
                    <a:pt x="130" y="48"/>
                    <a:pt x="130" y="48"/>
                  </a:cubicBezTo>
                  <a:cubicBezTo>
                    <a:pt x="130" y="48"/>
                    <a:pt x="130" y="48"/>
                    <a:pt x="130" y="48"/>
                  </a:cubicBezTo>
                  <a:cubicBezTo>
                    <a:pt x="129" y="48"/>
                    <a:pt x="129" y="48"/>
                    <a:pt x="129" y="48"/>
                  </a:cubicBezTo>
                  <a:cubicBezTo>
                    <a:pt x="129" y="48"/>
                    <a:pt x="129" y="48"/>
                    <a:pt x="129" y="48"/>
                  </a:cubicBezTo>
                  <a:cubicBezTo>
                    <a:pt x="129" y="49"/>
                    <a:pt x="129" y="49"/>
                    <a:pt x="129" y="49"/>
                  </a:cubicBezTo>
                  <a:cubicBezTo>
                    <a:pt x="156" y="90"/>
                    <a:pt x="156" y="90"/>
                    <a:pt x="156" y="90"/>
                  </a:cubicBezTo>
                  <a:cubicBezTo>
                    <a:pt x="157" y="89"/>
                    <a:pt x="157" y="89"/>
                    <a:pt x="158" y="88"/>
                  </a:cubicBezTo>
                  <a:lnTo>
                    <a:pt x="131" y="47"/>
                  </a:lnTo>
                  <a:close/>
                  <a:moveTo>
                    <a:pt x="88" y="82"/>
                  </a:moveTo>
                  <a:cubicBezTo>
                    <a:pt x="87" y="82"/>
                    <a:pt x="87" y="83"/>
                    <a:pt x="87" y="83"/>
                  </a:cubicBezTo>
                  <a:cubicBezTo>
                    <a:pt x="87" y="83"/>
                    <a:pt x="87" y="83"/>
                    <a:pt x="87" y="83"/>
                  </a:cubicBezTo>
                  <a:cubicBezTo>
                    <a:pt x="86" y="83"/>
                    <a:pt x="86" y="83"/>
                    <a:pt x="86" y="83"/>
                  </a:cubicBezTo>
                  <a:cubicBezTo>
                    <a:pt x="86" y="83"/>
                    <a:pt x="86" y="83"/>
                    <a:pt x="86" y="83"/>
                  </a:cubicBezTo>
                  <a:cubicBezTo>
                    <a:pt x="86" y="83"/>
                    <a:pt x="86" y="83"/>
                    <a:pt x="86" y="83"/>
                  </a:cubicBezTo>
                  <a:cubicBezTo>
                    <a:pt x="86" y="84"/>
                    <a:pt x="86" y="84"/>
                    <a:pt x="86" y="84"/>
                  </a:cubicBezTo>
                  <a:cubicBezTo>
                    <a:pt x="120" y="119"/>
                    <a:pt x="120" y="119"/>
                    <a:pt x="120" y="119"/>
                  </a:cubicBezTo>
                  <a:cubicBezTo>
                    <a:pt x="121" y="118"/>
                    <a:pt x="121" y="118"/>
                    <a:pt x="122" y="117"/>
                  </a:cubicBezTo>
                  <a:lnTo>
                    <a:pt x="88" y="82"/>
                  </a:lnTo>
                  <a:close/>
                  <a:moveTo>
                    <a:pt x="52" y="125"/>
                  </a:moveTo>
                  <a:cubicBezTo>
                    <a:pt x="51" y="125"/>
                    <a:pt x="51" y="125"/>
                    <a:pt x="51" y="125"/>
                  </a:cubicBezTo>
                  <a:cubicBezTo>
                    <a:pt x="51" y="125"/>
                    <a:pt x="51" y="125"/>
                    <a:pt x="51" y="125"/>
                  </a:cubicBezTo>
                  <a:cubicBezTo>
                    <a:pt x="51" y="125"/>
                    <a:pt x="51" y="125"/>
                    <a:pt x="51" y="125"/>
                  </a:cubicBezTo>
                  <a:cubicBezTo>
                    <a:pt x="51" y="125"/>
                    <a:pt x="51" y="125"/>
                    <a:pt x="51" y="125"/>
                  </a:cubicBezTo>
                  <a:cubicBezTo>
                    <a:pt x="51" y="125"/>
                    <a:pt x="51" y="125"/>
                    <a:pt x="51" y="125"/>
                  </a:cubicBezTo>
                  <a:cubicBezTo>
                    <a:pt x="51" y="126"/>
                    <a:pt x="51" y="126"/>
                    <a:pt x="51" y="126"/>
                  </a:cubicBezTo>
                  <a:cubicBezTo>
                    <a:pt x="51" y="126"/>
                    <a:pt x="51" y="126"/>
                    <a:pt x="51" y="126"/>
                  </a:cubicBezTo>
                  <a:cubicBezTo>
                    <a:pt x="51" y="126"/>
                    <a:pt x="51" y="126"/>
                    <a:pt x="51" y="126"/>
                  </a:cubicBezTo>
                  <a:cubicBezTo>
                    <a:pt x="51" y="126"/>
                    <a:pt x="51" y="126"/>
                    <a:pt x="51" y="126"/>
                  </a:cubicBezTo>
                  <a:cubicBezTo>
                    <a:pt x="51" y="126"/>
                    <a:pt x="51" y="126"/>
                    <a:pt x="51" y="126"/>
                  </a:cubicBezTo>
                  <a:cubicBezTo>
                    <a:pt x="51" y="126"/>
                    <a:pt x="51" y="126"/>
                    <a:pt x="51" y="126"/>
                  </a:cubicBezTo>
                  <a:cubicBezTo>
                    <a:pt x="51" y="126"/>
                    <a:pt x="51" y="126"/>
                    <a:pt x="51" y="126"/>
                  </a:cubicBezTo>
                  <a:cubicBezTo>
                    <a:pt x="51" y="126"/>
                    <a:pt x="51" y="126"/>
                    <a:pt x="51" y="126"/>
                  </a:cubicBezTo>
                  <a:cubicBezTo>
                    <a:pt x="51" y="126"/>
                    <a:pt x="51" y="126"/>
                    <a:pt x="51" y="126"/>
                  </a:cubicBezTo>
                  <a:cubicBezTo>
                    <a:pt x="50" y="127"/>
                    <a:pt x="50" y="127"/>
                    <a:pt x="50" y="127"/>
                  </a:cubicBezTo>
                  <a:cubicBezTo>
                    <a:pt x="91" y="155"/>
                    <a:pt x="91" y="155"/>
                    <a:pt x="91" y="155"/>
                  </a:cubicBezTo>
                  <a:cubicBezTo>
                    <a:pt x="91" y="154"/>
                    <a:pt x="92" y="153"/>
                    <a:pt x="92" y="153"/>
                  </a:cubicBezTo>
                  <a:lnTo>
                    <a:pt x="52" y="125"/>
                  </a:lnTo>
                  <a:close/>
                  <a:moveTo>
                    <a:pt x="24" y="173"/>
                  </a:moveTo>
                  <a:cubicBezTo>
                    <a:pt x="24" y="173"/>
                    <a:pt x="24" y="173"/>
                    <a:pt x="24" y="173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4" y="174"/>
                    <a:pt x="24" y="175"/>
                    <a:pt x="23" y="176"/>
                  </a:cubicBezTo>
                  <a:cubicBezTo>
                    <a:pt x="23" y="176"/>
                    <a:pt x="23" y="176"/>
                    <a:pt x="23" y="176"/>
                  </a:cubicBezTo>
                  <a:cubicBezTo>
                    <a:pt x="23" y="176"/>
                    <a:pt x="23" y="176"/>
                    <a:pt x="23" y="176"/>
                  </a:cubicBezTo>
                  <a:cubicBezTo>
                    <a:pt x="23" y="176"/>
                    <a:pt x="23" y="176"/>
                    <a:pt x="23" y="176"/>
                  </a:cubicBezTo>
                  <a:cubicBezTo>
                    <a:pt x="23" y="176"/>
                    <a:pt x="23" y="176"/>
                    <a:pt x="23" y="176"/>
                  </a:cubicBezTo>
                  <a:cubicBezTo>
                    <a:pt x="68" y="195"/>
                    <a:pt x="68" y="195"/>
                    <a:pt x="68" y="195"/>
                  </a:cubicBezTo>
                  <a:cubicBezTo>
                    <a:pt x="69" y="194"/>
                    <a:pt x="69" y="194"/>
                    <a:pt x="69" y="193"/>
                  </a:cubicBezTo>
                  <a:lnTo>
                    <a:pt x="24" y="173"/>
                  </a:lnTo>
                  <a:close/>
                  <a:moveTo>
                    <a:pt x="7" y="226"/>
                  </a:moveTo>
                  <a:cubicBezTo>
                    <a:pt x="7" y="227"/>
                    <a:pt x="7" y="227"/>
                    <a:pt x="7" y="228"/>
                  </a:cubicBezTo>
                  <a:cubicBezTo>
                    <a:pt x="7" y="228"/>
                    <a:pt x="7" y="228"/>
                    <a:pt x="7" y="228"/>
                  </a:cubicBezTo>
                  <a:cubicBezTo>
                    <a:pt x="7" y="228"/>
                    <a:pt x="7" y="228"/>
                    <a:pt x="7" y="228"/>
                  </a:cubicBezTo>
                  <a:cubicBezTo>
                    <a:pt x="6" y="229"/>
                    <a:pt x="6" y="229"/>
                    <a:pt x="6" y="229"/>
                  </a:cubicBezTo>
                  <a:cubicBezTo>
                    <a:pt x="54" y="239"/>
                    <a:pt x="54" y="239"/>
                    <a:pt x="54" y="239"/>
                  </a:cubicBezTo>
                  <a:cubicBezTo>
                    <a:pt x="55" y="238"/>
                    <a:pt x="55" y="238"/>
                    <a:pt x="55" y="237"/>
                  </a:cubicBezTo>
                  <a:cubicBezTo>
                    <a:pt x="7" y="226"/>
                    <a:pt x="7" y="226"/>
                    <a:pt x="7" y="226"/>
                  </a:cubicBezTo>
                  <a:close/>
                  <a:moveTo>
                    <a:pt x="0" y="281"/>
                  </a:moveTo>
                  <a:cubicBezTo>
                    <a:pt x="0" y="281"/>
                    <a:pt x="0" y="281"/>
                    <a:pt x="0" y="281"/>
                  </a:cubicBezTo>
                  <a:cubicBezTo>
                    <a:pt x="0" y="282"/>
                    <a:pt x="0" y="282"/>
                    <a:pt x="0" y="282"/>
                  </a:cubicBezTo>
                  <a:cubicBezTo>
                    <a:pt x="0" y="282"/>
                    <a:pt x="0" y="282"/>
                    <a:pt x="0" y="282"/>
                  </a:cubicBezTo>
                  <a:cubicBezTo>
                    <a:pt x="0" y="282"/>
                    <a:pt x="0" y="282"/>
                    <a:pt x="0" y="282"/>
                  </a:cubicBezTo>
                  <a:cubicBezTo>
                    <a:pt x="0" y="282"/>
                    <a:pt x="0" y="282"/>
                    <a:pt x="0" y="282"/>
                  </a:cubicBezTo>
                  <a:cubicBezTo>
                    <a:pt x="0" y="282"/>
                    <a:pt x="0" y="282"/>
                    <a:pt x="0" y="282"/>
                  </a:cubicBezTo>
                  <a:cubicBezTo>
                    <a:pt x="0" y="283"/>
                    <a:pt x="0" y="283"/>
                    <a:pt x="0" y="283"/>
                  </a:cubicBezTo>
                  <a:cubicBezTo>
                    <a:pt x="0" y="283"/>
                    <a:pt x="0" y="283"/>
                    <a:pt x="0" y="283"/>
                  </a:cubicBezTo>
                  <a:cubicBezTo>
                    <a:pt x="0" y="283"/>
                    <a:pt x="0" y="283"/>
                    <a:pt x="0" y="283"/>
                  </a:cubicBezTo>
                  <a:cubicBezTo>
                    <a:pt x="0" y="283"/>
                    <a:pt x="0" y="283"/>
                    <a:pt x="0" y="283"/>
                  </a:cubicBezTo>
                  <a:cubicBezTo>
                    <a:pt x="0" y="283"/>
                    <a:pt x="0" y="283"/>
                    <a:pt x="0" y="283"/>
                  </a:cubicBezTo>
                  <a:cubicBezTo>
                    <a:pt x="0" y="283"/>
                    <a:pt x="0" y="283"/>
                    <a:pt x="0" y="283"/>
                  </a:cubicBezTo>
                  <a:cubicBezTo>
                    <a:pt x="0" y="283"/>
                    <a:pt x="0" y="283"/>
                    <a:pt x="0" y="283"/>
                  </a:cubicBezTo>
                  <a:cubicBezTo>
                    <a:pt x="0" y="283"/>
                    <a:pt x="0" y="283"/>
                    <a:pt x="0" y="283"/>
                  </a:cubicBezTo>
                  <a:cubicBezTo>
                    <a:pt x="0" y="284"/>
                    <a:pt x="0" y="284"/>
                    <a:pt x="0" y="284"/>
                  </a:cubicBezTo>
                  <a:cubicBezTo>
                    <a:pt x="0" y="284"/>
                    <a:pt x="0" y="284"/>
                    <a:pt x="0" y="284"/>
                  </a:cubicBezTo>
                  <a:cubicBezTo>
                    <a:pt x="0" y="284"/>
                    <a:pt x="0" y="284"/>
                    <a:pt x="0" y="284"/>
                  </a:cubicBezTo>
                  <a:cubicBezTo>
                    <a:pt x="0" y="284"/>
                    <a:pt x="0" y="284"/>
                    <a:pt x="0" y="284"/>
                  </a:cubicBezTo>
                  <a:cubicBezTo>
                    <a:pt x="0" y="284"/>
                    <a:pt x="0" y="284"/>
                    <a:pt x="0" y="284"/>
                  </a:cubicBezTo>
                  <a:cubicBezTo>
                    <a:pt x="0" y="284"/>
                    <a:pt x="0" y="284"/>
                    <a:pt x="0" y="284"/>
                  </a:cubicBezTo>
                  <a:cubicBezTo>
                    <a:pt x="49" y="285"/>
                    <a:pt x="49" y="285"/>
                    <a:pt x="49" y="285"/>
                  </a:cubicBezTo>
                  <a:cubicBezTo>
                    <a:pt x="49" y="284"/>
                    <a:pt x="49" y="284"/>
                    <a:pt x="49" y="283"/>
                  </a:cubicBezTo>
                  <a:lnTo>
                    <a:pt x="0" y="281"/>
                  </a:lnTo>
                  <a:close/>
                  <a:moveTo>
                    <a:pt x="52" y="329"/>
                  </a:moveTo>
                  <a:cubicBezTo>
                    <a:pt x="4" y="337"/>
                    <a:pt x="4" y="337"/>
                    <a:pt x="4" y="337"/>
                  </a:cubicBezTo>
                  <a:cubicBezTo>
                    <a:pt x="4" y="338"/>
                    <a:pt x="4" y="338"/>
                    <a:pt x="4" y="338"/>
                  </a:cubicBezTo>
                  <a:cubicBezTo>
                    <a:pt x="4" y="338"/>
                    <a:pt x="4" y="338"/>
                    <a:pt x="4" y="338"/>
                  </a:cubicBezTo>
                  <a:cubicBezTo>
                    <a:pt x="4" y="339"/>
                    <a:pt x="4" y="339"/>
                    <a:pt x="4" y="340"/>
                  </a:cubicBezTo>
                  <a:cubicBezTo>
                    <a:pt x="4" y="340"/>
                    <a:pt x="4" y="340"/>
                    <a:pt x="4" y="340"/>
                  </a:cubicBezTo>
                  <a:cubicBezTo>
                    <a:pt x="4" y="340"/>
                    <a:pt x="4" y="340"/>
                    <a:pt x="4" y="340"/>
                  </a:cubicBezTo>
                  <a:cubicBezTo>
                    <a:pt x="53" y="331"/>
                    <a:pt x="53" y="331"/>
                    <a:pt x="53" y="331"/>
                  </a:cubicBezTo>
                  <a:cubicBezTo>
                    <a:pt x="53" y="331"/>
                    <a:pt x="52" y="330"/>
                    <a:pt x="52" y="329"/>
                  </a:cubicBezTo>
                  <a:close/>
                  <a:moveTo>
                    <a:pt x="64" y="374"/>
                  </a:moveTo>
                  <a:cubicBezTo>
                    <a:pt x="18" y="391"/>
                    <a:pt x="18" y="391"/>
                    <a:pt x="18" y="391"/>
                  </a:cubicBezTo>
                  <a:cubicBezTo>
                    <a:pt x="19" y="392"/>
                    <a:pt x="19" y="393"/>
                    <a:pt x="19" y="394"/>
                  </a:cubicBezTo>
                  <a:cubicBezTo>
                    <a:pt x="65" y="376"/>
                    <a:pt x="65" y="376"/>
                    <a:pt x="65" y="376"/>
                  </a:cubicBezTo>
                  <a:cubicBezTo>
                    <a:pt x="65" y="375"/>
                    <a:pt x="64" y="374"/>
                    <a:pt x="64" y="374"/>
                  </a:cubicBezTo>
                  <a:close/>
                  <a:moveTo>
                    <a:pt x="84" y="415"/>
                  </a:moveTo>
                  <a:cubicBezTo>
                    <a:pt x="43" y="441"/>
                    <a:pt x="43" y="441"/>
                    <a:pt x="43" y="441"/>
                  </a:cubicBezTo>
                  <a:cubicBezTo>
                    <a:pt x="43" y="441"/>
                    <a:pt x="43" y="442"/>
                    <a:pt x="44" y="442"/>
                  </a:cubicBezTo>
                  <a:cubicBezTo>
                    <a:pt x="44" y="443"/>
                    <a:pt x="44" y="443"/>
                    <a:pt x="44" y="443"/>
                  </a:cubicBezTo>
                  <a:cubicBezTo>
                    <a:pt x="44" y="443"/>
                    <a:pt x="44" y="443"/>
                    <a:pt x="44" y="443"/>
                  </a:cubicBezTo>
                  <a:cubicBezTo>
                    <a:pt x="44" y="443"/>
                    <a:pt x="44" y="443"/>
                    <a:pt x="44" y="443"/>
                  </a:cubicBezTo>
                  <a:cubicBezTo>
                    <a:pt x="44" y="443"/>
                    <a:pt x="44" y="443"/>
                    <a:pt x="44" y="443"/>
                  </a:cubicBezTo>
                  <a:cubicBezTo>
                    <a:pt x="44" y="443"/>
                    <a:pt x="44" y="443"/>
                    <a:pt x="44" y="443"/>
                  </a:cubicBezTo>
                  <a:cubicBezTo>
                    <a:pt x="44" y="443"/>
                    <a:pt x="44" y="443"/>
                    <a:pt x="44" y="443"/>
                  </a:cubicBezTo>
                  <a:cubicBezTo>
                    <a:pt x="44" y="443"/>
                    <a:pt x="44" y="443"/>
                    <a:pt x="44" y="443"/>
                  </a:cubicBezTo>
                  <a:cubicBezTo>
                    <a:pt x="86" y="417"/>
                    <a:pt x="86" y="417"/>
                    <a:pt x="86" y="417"/>
                  </a:cubicBezTo>
                  <a:cubicBezTo>
                    <a:pt x="85" y="417"/>
                    <a:pt x="85" y="416"/>
                    <a:pt x="84" y="415"/>
                  </a:cubicBezTo>
                  <a:close/>
                  <a:moveTo>
                    <a:pt x="112" y="452"/>
                  </a:moveTo>
                  <a:cubicBezTo>
                    <a:pt x="76" y="485"/>
                    <a:pt x="76" y="485"/>
                    <a:pt x="76" y="485"/>
                  </a:cubicBezTo>
                  <a:cubicBezTo>
                    <a:pt x="77" y="486"/>
                    <a:pt x="77" y="486"/>
                    <a:pt x="77" y="486"/>
                  </a:cubicBezTo>
                  <a:cubicBezTo>
                    <a:pt x="77" y="486"/>
                    <a:pt x="77" y="486"/>
                    <a:pt x="77" y="486"/>
                  </a:cubicBezTo>
                  <a:cubicBezTo>
                    <a:pt x="77" y="486"/>
                    <a:pt x="77" y="486"/>
                    <a:pt x="77" y="486"/>
                  </a:cubicBezTo>
                  <a:cubicBezTo>
                    <a:pt x="77" y="486"/>
                    <a:pt x="77" y="486"/>
                    <a:pt x="77" y="486"/>
                  </a:cubicBezTo>
                  <a:cubicBezTo>
                    <a:pt x="77" y="486"/>
                    <a:pt x="77" y="486"/>
                    <a:pt x="77" y="486"/>
                  </a:cubicBezTo>
                  <a:cubicBezTo>
                    <a:pt x="77" y="487"/>
                    <a:pt x="78" y="487"/>
                    <a:pt x="78" y="487"/>
                  </a:cubicBezTo>
                  <a:cubicBezTo>
                    <a:pt x="78" y="487"/>
                    <a:pt x="78" y="487"/>
                    <a:pt x="78" y="487"/>
                  </a:cubicBezTo>
                  <a:cubicBezTo>
                    <a:pt x="78" y="487"/>
                    <a:pt x="78" y="487"/>
                    <a:pt x="78" y="487"/>
                  </a:cubicBezTo>
                  <a:cubicBezTo>
                    <a:pt x="78" y="488"/>
                    <a:pt x="78" y="488"/>
                    <a:pt x="78" y="488"/>
                  </a:cubicBezTo>
                  <a:cubicBezTo>
                    <a:pt x="78" y="488"/>
                    <a:pt x="78" y="488"/>
                    <a:pt x="78" y="488"/>
                  </a:cubicBezTo>
                  <a:cubicBezTo>
                    <a:pt x="114" y="454"/>
                    <a:pt x="114" y="454"/>
                    <a:pt x="114" y="454"/>
                  </a:cubicBezTo>
                  <a:cubicBezTo>
                    <a:pt x="113" y="453"/>
                    <a:pt x="113" y="453"/>
                    <a:pt x="112" y="452"/>
                  </a:cubicBezTo>
                  <a:close/>
                  <a:moveTo>
                    <a:pt x="147" y="483"/>
                  </a:moveTo>
                  <a:cubicBezTo>
                    <a:pt x="118" y="523"/>
                    <a:pt x="118" y="523"/>
                    <a:pt x="118" y="523"/>
                  </a:cubicBezTo>
                  <a:cubicBezTo>
                    <a:pt x="119" y="523"/>
                    <a:pt x="119" y="523"/>
                    <a:pt x="119" y="523"/>
                  </a:cubicBezTo>
                  <a:cubicBezTo>
                    <a:pt x="119" y="523"/>
                    <a:pt x="119" y="523"/>
                    <a:pt x="119" y="523"/>
                  </a:cubicBezTo>
                  <a:cubicBezTo>
                    <a:pt x="119" y="523"/>
                    <a:pt x="119" y="523"/>
                    <a:pt x="119" y="523"/>
                  </a:cubicBezTo>
                  <a:cubicBezTo>
                    <a:pt x="119" y="524"/>
                    <a:pt x="119" y="524"/>
                    <a:pt x="119" y="524"/>
                  </a:cubicBezTo>
                  <a:cubicBezTo>
                    <a:pt x="119" y="524"/>
                    <a:pt x="119" y="524"/>
                    <a:pt x="119" y="524"/>
                  </a:cubicBezTo>
                  <a:cubicBezTo>
                    <a:pt x="120" y="524"/>
                    <a:pt x="120" y="524"/>
                    <a:pt x="120" y="524"/>
                  </a:cubicBezTo>
                  <a:cubicBezTo>
                    <a:pt x="120" y="524"/>
                    <a:pt x="120" y="524"/>
                    <a:pt x="120" y="524"/>
                  </a:cubicBezTo>
                  <a:cubicBezTo>
                    <a:pt x="149" y="485"/>
                    <a:pt x="149" y="485"/>
                    <a:pt x="149" y="485"/>
                  </a:cubicBezTo>
                  <a:cubicBezTo>
                    <a:pt x="148" y="484"/>
                    <a:pt x="147" y="484"/>
                    <a:pt x="147" y="483"/>
                  </a:cubicBezTo>
                  <a:close/>
                  <a:moveTo>
                    <a:pt x="187" y="507"/>
                  </a:moveTo>
                  <a:cubicBezTo>
                    <a:pt x="165" y="551"/>
                    <a:pt x="165" y="551"/>
                    <a:pt x="165" y="551"/>
                  </a:cubicBezTo>
                  <a:cubicBezTo>
                    <a:pt x="166" y="552"/>
                    <a:pt x="167" y="552"/>
                    <a:pt x="167" y="552"/>
                  </a:cubicBezTo>
                  <a:cubicBezTo>
                    <a:pt x="167" y="552"/>
                    <a:pt x="167" y="552"/>
                    <a:pt x="167" y="552"/>
                  </a:cubicBezTo>
                  <a:cubicBezTo>
                    <a:pt x="168" y="552"/>
                    <a:pt x="168" y="552"/>
                    <a:pt x="168" y="552"/>
                  </a:cubicBezTo>
                  <a:cubicBezTo>
                    <a:pt x="168" y="552"/>
                    <a:pt x="168" y="552"/>
                    <a:pt x="168" y="552"/>
                  </a:cubicBezTo>
                  <a:cubicBezTo>
                    <a:pt x="168" y="552"/>
                    <a:pt x="168" y="552"/>
                    <a:pt x="168" y="552"/>
                  </a:cubicBezTo>
                  <a:cubicBezTo>
                    <a:pt x="168" y="553"/>
                    <a:pt x="168" y="553"/>
                    <a:pt x="168" y="553"/>
                  </a:cubicBezTo>
                  <a:cubicBezTo>
                    <a:pt x="189" y="508"/>
                    <a:pt x="189" y="508"/>
                    <a:pt x="189" y="508"/>
                  </a:cubicBezTo>
                  <a:cubicBezTo>
                    <a:pt x="188" y="508"/>
                    <a:pt x="187" y="507"/>
                    <a:pt x="187" y="507"/>
                  </a:cubicBezTo>
                  <a:close/>
                  <a:moveTo>
                    <a:pt x="230" y="523"/>
                  </a:moveTo>
                  <a:cubicBezTo>
                    <a:pt x="218" y="570"/>
                    <a:pt x="218" y="570"/>
                    <a:pt x="218" y="570"/>
                  </a:cubicBezTo>
                  <a:cubicBezTo>
                    <a:pt x="218" y="570"/>
                    <a:pt x="218" y="570"/>
                    <a:pt x="218" y="570"/>
                  </a:cubicBezTo>
                  <a:cubicBezTo>
                    <a:pt x="218" y="570"/>
                    <a:pt x="218" y="570"/>
                    <a:pt x="218" y="570"/>
                  </a:cubicBezTo>
                  <a:cubicBezTo>
                    <a:pt x="218" y="570"/>
                    <a:pt x="218" y="570"/>
                    <a:pt x="218" y="570"/>
                  </a:cubicBezTo>
                  <a:cubicBezTo>
                    <a:pt x="218" y="570"/>
                    <a:pt x="218" y="570"/>
                    <a:pt x="218" y="570"/>
                  </a:cubicBezTo>
                  <a:cubicBezTo>
                    <a:pt x="218" y="570"/>
                    <a:pt x="218" y="570"/>
                    <a:pt x="218" y="570"/>
                  </a:cubicBezTo>
                  <a:cubicBezTo>
                    <a:pt x="219" y="570"/>
                    <a:pt x="219" y="570"/>
                    <a:pt x="219" y="570"/>
                  </a:cubicBezTo>
                  <a:cubicBezTo>
                    <a:pt x="219" y="570"/>
                    <a:pt x="219" y="570"/>
                    <a:pt x="219" y="570"/>
                  </a:cubicBezTo>
                  <a:cubicBezTo>
                    <a:pt x="219" y="570"/>
                    <a:pt x="219" y="570"/>
                    <a:pt x="219" y="570"/>
                  </a:cubicBezTo>
                  <a:cubicBezTo>
                    <a:pt x="219" y="570"/>
                    <a:pt x="219" y="570"/>
                    <a:pt x="219" y="570"/>
                  </a:cubicBezTo>
                  <a:cubicBezTo>
                    <a:pt x="219" y="571"/>
                    <a:pt x="219" y="571"/>
                    <a:pt x="219" y="571"/>
                  </a:cubicBezTo>
                  <a:cubicBezTo>
                    <a:pt x="219" y="571"/>
                    <a:pt x="219" y="571"/>
                    <a:pt x="219" y="571"/>
                  </a:cubicBezTo>
                  <a:cubicBezTo>
                    <a:pt x="219" y="571"/>
                    <a:pt x="219" y="571"/>
                    <a:pt x="219" y="571"/>
                  </a:cubicBezTo>
                  <a:cubicBezTo>
                    <a:pt x="220" y="571"/>
                    <a:pt x="220" y="571"/>
                    <a:pt x="221" y="571"/>
                  </a:cubicBezTo>
                  <a:cubicBezTo>
                    <a:pt x="232" y="523"/>
                    <a:pt x="232" y="523"/>
                    <a:pt x="232" y="523"/>
                  </a:cubicBezTo>
                  <a:cubicBezTo>
                    <a:pt x="232" y="523"/>
                    <a:pt x="231" y="523"/>
                    <a:pt x="230" y="523"/>
                  </a:cubicBezTo>
                  <a:close/>
                  <a:moveTo>
                    <a:pt x="276" y="530"/>
                  </a:moveTo>
                  <a:cubicBezTo>
                    <a:pt x="273" y="579"/>
                    <a:pt x="273" y="579"/>
                    <a:pt x="273" y="579"/>
                  </a:cubicBezTo>
                  <a:cubicBezTo>
                    <a:pt x="273" y="579"/>
                    <a:pt x="273" y="579"/>
                    <a:pt x="273" y="579"/>
                  </a:cubicBezTo>
                  <a:cubicBezTo>
                    <a:pt x="273" y="579"/>
                    <a:pt x="273" y="579"/>
                    <a:pt x="273" y="579"/>
                  </a:cubicBezTo>
                  <a:cubicBezTo>
                    <a:pt x="274" y="579"/>
                    <a:pt x="274" y="579"/>
                    <a:pt x="274" y="579"/>
                  </a:cubicBezTo>
                  <a:cubicBezTo>
                    <a:pt x="274" y="579"/>
                    <a:pt x="274" y="579"/>
                    <a:pt x="274" y="579"/>
                  </a:cubicBezTo>
                  <a:cubicBezTo>
                    <a:pt x="274" y="579"/>
                    <a:pt x="274" y="579"/>
                    <a:pt x="274" y="579"/>
                  </a:cubicBezTo>
                  <a:cubicBezTo>
                    <a:pt x="274" y="579"/>
                    <a:pt x="275" y="579"/>
                    <a:pt x="276" y="579"/>
                  </a:cubicBezTo>
                  <a:cubicBezTo>
                    <a:pt x="278" y="530"/>
                    <a:pt x="278" y="530"/>
                    <a:pt x="278" y="530"/>
                  </a:cubicBezTo>
                  <a:cubicBezTo>
                    <a:pt x="277" y="530"/>
                    <a:pt x="277" y="530"/>
                    <a:pt x="276" y="530"/>
                  </a:cubicBezTo>
                  <a:close/>
                  <a:moveTo>
                    <a:pt x="325" y="528"/>
                  </a:moveTo>
                  <a:cubicBezTo>
                    <a:pt x="324" y="528"/>
                    <a:pt x="323" y="528"/>
                    <a:pt x="322" y="528"/>
                  </a:cubicBezTo>
                  <a:cubicBezTo>
                    <a:pt x="329" y="577"/>
                    <a:pt x="329" y="577"/>
                    <a:pt x="329" y="577"/>
                  </a:cubicBezTo>
                  <a:cubicBezTo>
                    <a:pt x="329" y="577"/>
                    <a:pt x="329" y="577"/>
                    <a:pt x="329" y="577"/>
                  </a:cubicBezTo>
                  <a:cubicBezTo>
                    <a:pt x="330" y="576"/>
                    <a:pt x="331" y="576"/>
                    <a:pt x="332" y="576"/>
                  </a:cubicBezTo>
                  <a:lnTo>
                    <a:pt x="325" y="528"/>
                  </a:lnTo>
                  <a:close/>
                  <a:moveTo>
                    <a:pt x="369" y="516"/>
                  </a:moveTo>
                  <a:cubicBezTo>
                    <a:pt x="369" y="517"/>
                    <a:pt x="368" y="517"/>
                    <a:pt x="367" y="517"/>
                  </a:cubicBezTo>
                  <a:cubicBezTo>
                    <a:pt x="383" y="564"/>
                    <a:pt x="383" y="564"/>
                    <a:pt x="383" y="564"/>
                  </a:cubicBezTo>
                  <a:cubicBezTo>
                    <a:pt x="384" y="563"/>
                    <a:pt x="384" y="563"/>
                    <a:pt x="384" y="563"/>
                  </a:cubicBezTo>
                  <a:cubicBezTo>
                    <a:pt x="384" y="563"/>
                    <a:pt x="384" y="563"/>
                    <a:pt x="384" y="563"/>
                  </a:cubicBezTo>
                  <a:cubicBezTo>
                    <a:pt x="384" y="563"/>
                    <a:pt x="384" y="563"/>
                    <a:pt x="384" y="563"/>
                  </a:cubicBezTo>
                  <a:cubicBezTo>
                    <a:pt x="385" y="563"/>
                    <a:pt x="385" y="563"/>
                    <a:pt x="386" y="563"/>
                  </a:cubicBezTo>
                  <a:lnTo>
                    <a:pt x="369" y="516"/>
                  </a:lnTo>
                  <a:close/>
                  <a:moveTo>
                    <a:pt x="411" y="497"/>
                  </a:moveTo>
                  <a:cubicBezTo>
                    <a:pt x="411" y="497"/>
                    <a:pt x="410" y="498"/>
                    <a:pt x="409" y="498"/>
                  </a:cubicBezTo>
                  <a:cubicBezTo>
                    <a:pt x="434" y="541"/>
                    <a:pt x="434" y="541"/>
                    <a:pt x="434" y="541"/>
                  </a:cubicBezTo>
                  <a:cubicBezTo>
                    <a:pt x="434" y="541"/>
                    <a:pt x="434" y="541"/>
                    <a:pt x="434" y="541"/>
                  </a:cubicBezTo>
                  <a:cubicBezTo>
                    <a:pt x="434" y="541"/>
                    <a:pt x="434" y="541"/>
                    <a:pt x="434" y="541"/>
                  </a:cubicBezTo>
                  <a:cubicBezTo>
                    <a:pt x="434" y="541"/>
                    <a:pt x="434" y="541"/>
                    <a:pt x="434" y="541"/>
                  </a:cubicBezTo>
                  <a:cubicBezTo>
                    <a:pt x="435" y="540"/>
                    <a:pt x="436" y="540"/>
                    <a:pt x="436" y="539"/>
                  </a:cubicBezTo>
                  <a:lnTo>
                    <a:pt x="411" y="497"/>
                  </a:lnTo>
                  <a:close/>
                  <a:moveTo>
                    <a:pt x="449" y="470"/>
                  </a:moveTo>
                  <a:cubicBezTo>
                    <a:pt x="448" y="470"/>
                    <a:pt x="448" y="471"/>
                    <a:pt x="447" y="471"/>
                  </a:cubicBezTo>
                  <a:cubicBezTo>
                    <a:pt x="479" y="508"/>
                    <a:pt x="479" y="508"/>
                    <a:pt x="479" y="508"/>
                  </a:cubicBezTo>
                  <a:cubicBezTo>
                    <a:pt x="480" y="508"/>
                    <a:pt x="480" y="508"/>
                    <a:pt x="480" y="508"/>
                  </a:cubicBezTo>
                  <a:cubicBezTo>
                    <a:pt x="480" y="507"/>
                    <a:pt x="480" y="507"/>
                    <a:pt x="480" y="507"/>
                  </a:cubicBezTo>
                  <a:cubicBezTo>
                    <a:pt x="480" y="507"/>
                    <a:pt x="480" y="507"/>
                    <a:pt x="480" y="507"/>
                  </a:cubicBezTo>
                  <a:cubicBezTo>
                    <a:pt x="481" y="507"/>
                    <a:pt x="481" y="507"/>
                    <a:pt x="481" y="507"/>
                  </a:cubicBezTo>
                  <a:lnTo>
                    <a:pt x="449" y="470"/>
                  </a:lnTo>
                  <a:close/>
                  <a:moveTo>
                    <a:pt x="480" y="436"/>
                  </a:moveTo>
                  <a:cubicBezTo>
                    <a:pt x="480" y="437"/>
                    <a:pt x="479" y="437"/>
                    <a:pt x="479" y="438"/>
                  </a:cubicBezTo>
                  <a:cubicBezTo>
                    <a:pt x="518" y="468"/>
                    <a:pt x="518" y="468"/>
                    <a:pt x="518" y="468"/>
                  </a:cubicBezTo>
                  <a:cubicBezTo>
                    <a:pt x="518" y="467"/>
                    <a:pt x="519" y="467"/>
                    <a:pt x="519" y="466"/>
                  </a:cubicBezTo>
                  <a:cubicBezTo>
                    <a:pt x="519" y="466"/>
                    <a:pt x="519" y="466"/>
                    <a:pt x="519" y="466"/>
                  </a:cubicBezTo>
                  <a:cubicBezTo>
                    <a:pt x="519" y="466"/>
                    <a:pt x="519" y="466"/>
                    <a:pt x="519" y="466"/>
                  </a:cubicBezTo>
                  <a:cubicBezTo>
                    <a:pt x="519" y="466"/>
                    <a:pt x="519" y="466"/>
                    <a:pt x="519" y="466"/>
                  </a:cubicBezTo>
                  <a:cubicBezTo>
                    <a:pt x="519" y="466"/>
                    <a:pt x="519" y="466"/>
                    <a:pt x="519" y="466"/>
                  </a:cubicBezTo>
                  <a:lnTo>
                    <a:pt x="480" y="436"/>
                  </a:lnTo>
                  <a:close/>
                  <a:moveTo>
                    <a:pt x="505" y="397"/>
                  </a:moveTo>
                  <a:cubicBezTo>
                    <a:pt x="505" y="397"/>
                    <a:pt x="504" y="398"/>
                    <a:pt x="504" y="399"/>
                  </a:cubicBezTo>
                  <a:cubicBezTo>
                    <a:pt x="548" y="421"/>
                    <a:pt x="548" y="421"/>
                    <a:pt x="548" y="421"/>
                  </a:cubicBezTo>
                  <a:cubicBezTo>
                    <a:pt x="548" y="421"/>
                    <a:pt x="548" y="420"/>
                    <a:pt x="548" y="420"/>
                  </a:cubicBezTo>
                  <a:cubicBezTo>
                    <a:pt x="548" y="420"/>
                    <a:pt x="548" y="420"/>
                    <a:pt x="548" y="420"/>
                  </a:cubicBezTo>
                  <a:cubicBezTo>
                    <a:pt x="548" y="419"/>
                    <a:pt x="548" y="419"/>
                    <a:pt x="548" y="419"/>
                  </a:cubicBezTo>
                  <a:cubicBezTo>
                    <a:pt x="548" y="419"/>
                    <a:pt x="548" y="419"/>
                    <a:pt x="548" y="419"/>
                  </a:cubicBezTo>
                  <a:cubicBezTo>
                    <a:pt x="548" y="419"/>
                    <a:pt x="548" y="419"/>
                    <a:pt x="548" y="419"/>
                  </a:cubicBezTo>
                  <a:cubicBezTo>
                    <a:pt x="549" y="418"/>
                    <a:pt x="549" y="418"/>
                    <a:pt x="549" y="418"/>
                  </a:cubicBezTo>
                  <a:lnTo>
                    <a:pt x="505" y="397"/>
                  </a:lnTo>
                  <a:close/>
                  <a:moveTo>
                    <a:pt x="521" y="353"/>
                  </a:moveTo>
                  <a:cubicBezTo>
                    <a:pt x="521" y="354"/>
                    <a:pt x="521" y="355"/>
                    <a:pt x="521" y="356"/>
                  </a:cubicBezTo>
                  <a:cubicBezTo>
                    <a:pt x="568" y="369"/>
                    <a:pt x="568" y="369"/>
                    <a:pt x="568" y="369"/>
                  </a:cubicBezTo>
                  <a:cubicBezTo>
                    <a:pt x="568" y="368"/>
                    <a:pt x="568" y="367"/>
                    <a:pt x="569" y="366"/>
                  </a:cubicBezTo>
                  <a:lnTo>
                    <a:pt x="521" y="353"/>
                  </a:lnTo>
                  <a:close/>
                  <a:moveTo>
                    <a:pt x="529" y="308"/>
                  </a:moveTo>
                  <a:cubicBezTo>
                    <a:pt x="529" y="309"/>
                    <a:pt x="529" y="309"/>
                    <a:pt x="529" y="310"/>
                  </a:cubicBezTo>
                  <a:cubicBezTo>
                    <a:pt x="578" y="314"/>
                    <a:pt x="578" y="314"/>
                    <a:pt x="578" y="314"/>
                  </a:cubicBezTo>
                  <a:cubicBezTo>
                    <a:pt x="578" y="314"/>
                    <a:pt x="578" y="314"/>
                    <a:pt x="578" y="314"/>
                  </a:cubicBezTo>
                  <a:cubicBezTo>
                    <a:pt x="578" y="314"/>
                    <a:pt x="578" y="314"/>
                    <a:pt x="578" y="314"/>
                  </a:cubicBezTo>
                  <a:cubicBezTo>
                    <a:pt x="578" y="314"/>
                    <a:pt x="578" y="314"/>
                    <a:pt x="578" y="314"/>
                  </a:cubicBezTo>
                  <a:cubicBezTo>
                    <a:pt x="578" y="314"/>
                    <a:pt x="578" y="314"/>
                    <a:pt x="578" y="314"/>
                  </a:cubicBezTo>
                  <a:cubicBezTo>
                    <a:pt x="578" y="314"/>
                    <a:pt x="578" y="314"/>
                    <a:pt x="578" y="314"/>
                  </a:cubicBezTo>
                  <a:cubicBezTo>
                    <a:pt x="578" y="314"/>
                    <a:pt x="578" y="314"/>
                    <a:pt x="578" y="314"/>
                  </a:cubicBezTo>
                  <a:cubicBezTo>
                    <a:pt x="578" y="313"/>
                    <a:pt x="578" y="312"/>
                    <a:pt x="578" y="311"/>
                  </a:cubicBezTo>
                  <a:lnTo>
                    <a:pt x="529" y="308"/>
                  </a:lnTo>
                  <a:close/>
                  <a:moveTo>
                    <a:pt x="577" y="256"/>
                  </a:moveTo>
                  <a:cubicBezTo>
                    <a:pt x="528" y="261"/>
                    <a:pt x="528" y="261"/>
                    <a:pt x="528" y="261"/>
                  </a:cubicBezTo>
                  <a:cubicBezTo>
                    <a:pt x="528" y="262"/>
                    <a:pt x="528" y="263"/>
                    <a:pt x="529" y="264"/>
                  </a:cubicBezTo>
                  <a:cubicBezTo>
                    <a:pt x="577" y="259"/>
                    <a:pt x="577" y="259"/>
                    <a:pt x="577" y="259"/>
                  </a:cubicBezTo>
                  <a:cubicBezTo>
                    <a:pt x="577" y="258"/>
                    <a:pt x="577" y="257"/>
                    <a:pt x="577" y="256"/>
                  </a:cubicBezTo>
                  <a:cubicBezTo>
                    <a:pt x="577" y="256"/>
                    <a:pt x="577" y="256"/>
                    <a:pt x="577" y="256"/>
                  </a:cubicBezTo>
                  <a:cubicBezTo>
                    <a:pt x="577" y="256"/>
                    <a:pt x="577" y="256"/>
                    <a:pt x="577" y="256"/>
                  </a:cubicBezTo>
                  <a:cubicBezTo>
                    <a:pt x="577" y="256"/>
                    <a:pt x="577" y="256"/>
                    <a:pt x="577" y="256"/>
                  </a:cubicBezTo>
                  <a:close/>
                  <a:moveTo>
                    <a:pt x="565" y="201"/>
                  </a:moveTo>
                  <a:cubicBezTo>
                    <a:pt x="519" y="216"/>
                    <a:pt x="519" y="216"/>
                    <a:pt x="519" y="216"/>
                  </a:cubicBezTo>
                  <a:cubicBezTo>
                    <a:pt x="519" y="217"/>
                    <a:pt x="519" y="218"/>
                    <a:pt x="519" y="219"/>
                  </a:cubicBezTo>
                  <a:cubicBezTo>
                    <a:pt x="566" y="204"/>
                    <a:pt x="566" y="204"/>
                    <a:pt x="566" y="204"/>
                  </a:cubicBezTo>
                  <a:cubicBezTo>
                    <a:pt x="566" y="203"/>
                    <a:pt x="566" y="202"/>
                    <a:pt x="565" y="201"/>
                  </a:cubicBezTo>
                  <a:close/>
                  <a:moveTo>
                    <a:pt x="543" y="150"/>
                  </a:moveTo>
                  <a:cubicBezTo>
                    <a:pt x="500" y="174"/>
                    <a:pt x="500" y="174"/>
                    <a:pt x="500" y="174"/>
                  </a:cubicBezTo>
                  <a:cubicBezTo>
                    <a:pt x="501" y="175"/>
                    <a:pt x="501" y="175"/>
                    <a:pt x="501" y="176"/>
                  </a:cubicBezTo>
                  <a:cubicBezTo>
                    <a:pt x="545" y="153"/>
                    <a:pt x="545" y="153"/>
                    <a:pt x="545" y="153"/>
                  </a:cubicBezTo>
                  <a:cubicBezTo>
                    <a:pt x="544" y="152"/>
                    <a:pt x="544" y="151"/>
                    <a:pt x="543" y="150"/>
                  </a:cubicBezTo>
                  <a:close/>
                  <a:moveTo>
                    <a:pt x="512" y="104"/>
                  </a:moveTo>
                  <a:cubicBezTo>
                    <a:pt x="474" y="136"/>
                    <a:pt x="474" y="136"/>
                    <a:pt x="474" y="136"/>
                  </a:cubicBezTo>
                  <a:cubicBezTo>
                    <a:pt x="475" y="136"/>
                    <a:pt x="475" y="137"/>
                    <a:pt x="476" y="137"/>
                  </a:cubicBezTo>
                  <a:cubicBezTo>
                    <a:pt x="514" y="106"/>
                    <a:pt x="514" y="106"/>
                    <a:pt x="514" y="106"/>
                  </a:cubicBezTo>
                  <a:cubicBezTo>
                    <a:pt x="513" y="106"/>
                    <a:pt x="513" y="106"/>
                    <a:pt x="513" y="106"/>
                  </a:cubicBezTo>
                  <a:cubicBezTo>
                    <a:pt x="513" y="106"/>
                    <a:pt x="513" y="106"/>
                    <a:pt x="513" y="106"/>
                  </a:cubicBezTo>
                  <a:cubicBezTo>
                    <a:pt x="513" y="106"/>
                    <a:pt x="513" y="106"/>
                    <a:pt x="513" y="106"/>
                  </a:cubicBezTo>
                  <a:cubicBezTo>
                    <a:pt x="513" y="106"/>
                    <a:pt x="513" y="106"/>
                    <a:pt x="513" y="106"/>
                  </a:cubicBezTo>
                  <a:cubicBezTo>
                    <a:pt x="513" y="106"/>
                    <a:pt x="513" y="106"/>
                    <a:pt x="513" y="106"/>
                  </a:cubicBezTo>
                  <a:cubicBezTo>
                    <a:pt x="513" y="106"/>
                    <a:pt x="513" y="106"/>
                    <a:pt x="513" y="106"/>
                  </a:cubicBezTo>
                  <a:cubicBezTo>
                    <a:pt x="513" y="106"/>
                    <a:pt x="513" y="106"/>
                    <a:pt x="513" y="106"/>
                  </a:cubicBezTo>
                  <a:cubicBezTo>
                    <a:pt x="513" y="106"/>
                    <a:pt x="513" y="106"/>
                    <a:pt x="513" y="106"/>
                  </a:cubicBezTo>
                  <a:cubicBezTo>
                    <a:pt x="513" y="106"/>
                    <a:pt x="513" y="106"/>
                    <a:pt x="513" y="106"/>
                  </a:cubicBezTo>
                  <a:cubicBezTo>
                    <a:pt x="513" y="105"/>
                    <a:pt x="512" y="105"/>
                    <a:pt x="512" y="104"/>
                  </a:cubicBezTo>
                  <a:close/>
                  <a:moveTo>
                    <a:pt x="472" y="65"/>
                  </a:moveTo>
                  <a:cubicBezTo>
                    <a:pt x="441" y="103"/>
                    <a:pt x="441" y="103"/>
                    <a:pt x="441" y="103"/>
                  </a:cubicBezTo>
                  <a:cubicBezTo>
                    <a:pt x="442" y="104"/>
                    <a:pt x="442" y="104"/>
                    <a:pt x="443" y="105"/>
                  </a:cubicBezTo>
                  <a:cubicBezTo>
                    <a:pt x="474" y="67"/>
                    <a:pt x="474" y="67"/>
                    <a:pt x="474" y="67"/>
                  </a:cubicBezTo>
                  <a:cubicBezTo>
                    <a:pt x="473" y="66"/>
                    <a:pt x="473" y="66"/>
                    <a:pt x="473" y="66"/>
                  </a:cubicBezTo>
                  <a:cubicBezTo>
                    <a:pt x="473" y="66"/>
                    <a:pt x="473" y="66"/>
                    <a:pt x="473" y="66"/>
                  </a:cubicBezTo>
                  <a:cubicBezTo>
                    <a:pt x="473" y="66"/>
                    <a:pt x="473" y="66"/>
                    <a:pt x="473" y="66"/>
                  </a:cubicBezTo>
                  <a:cubicBezTo>
                    <a:pt x="473" y="66"/>
                    <a:pt x="473" y="66"/>
                    <a:pt x="473" y="66"/>
                  </a:cubicBezTo>
                  <a:cubicBezTo>
                    <a:pt x="473" y="66"/>
                    <a:pt x="473" y="66"/>
                    <a:pt x="473" y="66"/>
                  </a:cubicBezTo>
                  <a:cubicBezTo>
                    <a:pt x="473" y="66"/>
                    <a:pt x="473" y="66"/>
                    <a:pt x="473" y="66"/>
                  </a:cubicBezTo>
                  <a:cubicBezTo>
                    <a:pt x="473" y="66"/>
                    <a:pt x="473" y="66"/>
                    <a:pt x="473" y="66"/>
                  </a:cubicBezTo>
                  <a:cubicBezTo>
                    <a:pt x="473" y="66"/>
                    <a:pt x="473" y="66"/>
                    <a:pt x="473" y="66"/>
                  </a:cubicBezTo>
                  <a:cubicBezTo>
                    <a:pt x="473" y="65"/>
                    <a:pt x="473" y="65"/>
                    <a:pt x="473" y="65"/>
                  </a:cubicBezTo>
                  <a:cubicBezTo>
                    <a:pt x="473" y="65"/>
                    <a:pt x="473" y="65"/>
                    <a:pt x="473" y="65"/>
                  </a:cubicBezTo>
                  <a:lnTo>
                    <a:pt x="472" y="65"/>
                  </a:lnTo>
                  <a:close/>
                  <a:moveTo>
                    <a:pt x="426" y="34"/>
                  </a:moveTo>
                  <a:cubicBezTo>
                    <a:pt x="403" y="77"/>
                    <a:pt x="403" y="77"/>
                    <a:pt x="403" y="77"/>
                  </a:cubicBezTo>
                  <a:cubicBezTo>
                    <a:pt x="403" y="78"/>
                    <a:pt x="404" y="78"/>
                    <a:pt x="405" y="79"/>
                  </a:cubicBezTo>
                  <a:cubicBezTo>
                    <a:pt x="428" y="35"/>
                    <a:pt x="428" y="35"/>
                    <a:pt x="428" y="35"/>
                  </a:cubicBezTo>
                  <a:cubicBezTo>
                    <a:pt x="428" y="35"/>
                    <a:pt x="428" y="35"/>
                    <a:pt x="428" y="35"/>
                  </a:cubicBezTo>
                  <a:cubicBezTo>
                    <a:pt x="428" y="35"/>
                    <a:pt x="428" y="35"/>
                    <a:pt x="428" y="35"/>
                  </a:cubicBezTo>
                  <a:cubicBezTo>
                    <a:pt x="428" y="35"/>
                    <a:pt x="428" y="35"/>
                    <a:pt x="428" y="35"/>
                  </a:cubicBezTo>
                  <a:cubicBezTo>
                    <a:pt x="427" y="35"/>
                    <a:pt x="426" y="35"/>
                    <a:pt x="426" y="34"/>
                  </a:cubicBezTo>
                  <a:close/>
                  <a:moveTo>
                    <a:pt x="374" y="13"/>
                  </a:moveTo>
                  <a:cubicBezTo>
                    <a:pt x="360" y="60"/>
                    <a:pt x="360" y="60"/>
                    <a:pt x="360" y="60"/>
                  </a:cubicBezTo>
                  <a:cubicBezTo>
                    <a:pt x="361" y="60"/>
                    <a:pt x="361" y="60"/>
                    <a:pt x="362" y="60"/>
                  </a:cubicBezTo>
                  <a:cubicBezTo>
                    <a:pt x="377" y="14"/>
                    <a:pt x="377" y="14"/>
                    <a:pt x="377" y="14"/>
                  </a:cubicBezTo>
                  <a:cubicBezTo>
                    <a:pt x="376" y="13"/>
                    <a:pt x="376" y="13"/>
                    <a:pt x="375" y="13"/>
                  </a:cubicBezTo>
                  <a:cubicBezTo>
                    <a:pt x="375" y="13"/>
                    <a:pt x="375" y="13"/>
                    <a:pt x="375" y="13"/>
                  </a:cubicBezTo>
                  <a:cubicBezTo>
                    <a:pt x="375" y="13"/>
                    <a:pt x="375" y="13"/>
                    <a:pt x="375" y="13"/>
                  </a:cubicBezTo>
                  <a:cubicBezTo>
                    <a:pt x="375" y="13"/>
                    <a:pt x="375" y="13"/>
                    <a:pt x="375" y="13"/>
                  </a:cubicBezTo>
                  <a:cubicBezTo>
                    <a:pt x="375" y="13"/>
                    <a:pt x="375" y="13"/>
                    <a:pt x="375" y="13"/>
                  </a:cubicBezTo>
                  <a:cubicBezTo>
                    <a:pt x="375" y="13"/>
                    <a:pt x="375" y="13"/>
                    <a:pt x="375" y="13"/>
                  </a:cubicBezTo>
                  <a:cubicBezTo>
                    <a:pt x="375" y="13"/>
                    <a:pt x="375" y="13"/>
                    <a:pt x="375" y="13"/>
                  </a:cubicBezTo>
                  <a:lnTo>
                    <a:pt x="374" y="13"/>
                  </a:lnTo>
                  <a:close/>
                  <a:moveTo>
                    <a:pt x="320" y="2"/>
                  </a:moveTo>
                  <a:cubicBezTo>
                    <a:pt x="315" y="51"/>
                    <a:pt x="315" y="51"/>
                    <a:pt x="315" y="51"/>
                  </a:cubicBezTo>
                  <a:cubicBezTo>
                    <a:pt x="315" y="51"/>
                    <a:pt x="316" y="51"/>
                    <a:pt x="317" y="51"/>
                  </a:cubicBezTo>
                  <a:cubicBezTo>
                    <a:pt x="322" y="2"/>
                    <a:pt x="322" y="2"/>
                    <a:pt x="322" y="2"/>
                  </a:cubicBezTo>
                  <a:cubicBezTo>
                    <a:pt x="322" y="2"/>
                    <a:pt x="321" y="2"/>
                    <a:pt x="320" y="2"/>
                  </a:cubicBezTo>
                  <a:cubicBezTo>
                    <a:pt x="320" y="2"/>
                    <a:pt x="320" y="2"/>
                    <a:pt x="320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6" name="Google Shape;396;p9"/>
            <p:cNvSpPr/>
            <p:nvPr/>
          </p:nvSpPr>
          <p:spPr>
            <a:xfrm>
              <a:off x="5867400" y="4462463"/>
              <a:ext cx="720725" cy="722312"/>
            </a:xfrm>
            <a:custGeom>
              <a:avLst/>
              <a:gdLst/>
              <a:ahLst/>
              <a:cxnLst/>
              <a:rect l="l" t="t" r="r" b="b"/>
              <a:pathLst>
                <a:path w="428" h="428" extrusionOk="0">
                  <a:moveTo>
                    <a:pt x="214" y="422"/>
                  </a:moveTo>
                  <a:cubicBezTo>
                    <a:pt x="214" y="419"/>
                    <a:pt x="217" y="416"/>
                    <a:pt x="220" y="416"/>
                  </a:cubicBezTo>
                  <a:cubicBezTo>
                    <a:pt x="223" y="416"/>
                    <a:pt x="226" y="418"/>
                    <a:pt x="226" y="422"/>
                  </a:cubicBezTo>
                  <a:cubicBezTo>
                    <a:pt x="226" y="425"/>
                    <a:pt x="223" y="428"/>
                    <a:pt x="220" y="428"/>
                  </a:cubicBezTo>
                  <a:cubicBezTo>
                    <a:pt x="220" y="428"/>
                    <a:pt x="220" y="428"/>
                    <a:pt x="220" y="428"/>
                  </a:cubicBezTo>
                  <a:cubicBezTo>
                    <a:pt x="217" y="428"/>
                    <a:pt x="214" y="425"/>
                    <a:pt x="214" y="422"/>
                  </a:cubicBezTo>
                  <a:close/>
                  <a:moveTo>
                    <a:pt x="187" y="426"/>
                  </a:moveTo>
                  <a:cubicBezTo>
                    <a:pt x="187" y="426"/>
                    <a:pt x="187" y="426"/>
                    <a:pt x="187" y="426"/>
                  </a:cubicBezTo>
                  <a:cubicBezTo>
                    <a:pt x="184" y="426"/>
                    <a:pt x="182" y="423"/>
                    <a:pt x="182" y="420"/>
                  </a:cubicBezTo>
                  <a:cubicBezTo>
                    <a:pt x="182" y="416"/>
                    <a:pt x="185" y="414"/>
                    <a:pt x="189" y="415"/>
                  </a:cubicBezTo>
                  <a:cubicBezTo>
                    <a:pt x="189" y="415"/>
                    <a:pt x="189" y="415"/>
                    <a:pt x="189" y="415"/>
                  </a:cubicBezTo>
                  <a:cubicBezTo>
                    <a:pt x="192" y="415"/>
                    <a:pt x="194" y="418"/>
                    <a:pt x="194" y="421"/>
                  </a:cubicBezTo>
                  <a:cubicBezTo>
                    <a:pt x="193" y="424"/>
                    <a:pt x="191" y="426"/>
                    <a:pt x="188" y="426"/>
                  </a:cubicBezTo>
                  <a:lnTo>
                    <a:pt x="187" y="426"/>
                  </a:lnTo>
                  <a:close/>
                  <a:moveTo>
                    <a:pt x="246" y="419"/>
                  </a:moveTo>
                  <a:cubicBezTo>
                    <a:pt x="245" y="416"/>
                    <a:pt x="248" y="413"/>
                    <a:pt x="251" y="413"/>
                  </a:cubicBezTo>
                  <a:cubicBezTo>
                    <a:pt x="254" y="412"/>
                    <a:pt x="257" y="414"/>
                    <a:pt x="257" y="417"/>
                  </a:cubicBezTo>
                  <a:cubicBezTo>
                    <a:pt x="258" y="420"/>
                    <a:pt x="256" y="424"/>
                    <a:pt x="253" y="424"/>
                  </a:cubicBezTo>
                  <a:cubicBezTo>
                    <a:pt x="252" y="424"/>
                    <a:pt x="252" y="424"/>
                    <a:pt x="252" y="424"/>
                  </a:cubicBezTo>
                  <a:cubicBezTo>
                    <a:pt x="249" y="424"/>
                    <a:pt x="247" y="422"/>
                    <a:pt x="246" y="419"/>
                  </a:cubicBezTo>
                  <a:close/>
                  <a:moveTo>
                    <a:pt x="155" y="420"/>
                  </a:moveTo>
                  <a:cubicBezTo>
                    <a:pt x="152" y="419"/>
                    <a:pt x="150" y="415"/>
                    <a:pt x="151" y="412"/>
                  </a:cubicBezTo>
                  <a:cubicBezTo>
                    <a:pt x="152" y="409"/>
                    <a:pt x="155" y="407"/>
                    <a:pt x="158" y="408"/>
                  </a:cubicBezTo>
                  <a:cubicBezTo>
                    <a:pt x="158" y="408"/>
                    <a:pt x="158" y="408"/>
                    <a:pt x="158" y="408"/>
                  </a:cubicBezTo>
                  <a:cubicBezTo>
                    <a:pt x="161" y="409"/>
                    <a:pt x="163" y="412"/>
                    <a:pt x="162" y="416"/>
                  </a:cubicBezTo>
                  <a:cubicBezTo>
                    <a:pt x="161" y="418"/>
                    <a:pt x="159" y="420"/>
                    <a:pt x="157" y="420"/>
                  </a:cubicBezTo>
                  <a:cubicBezTo>
                    <a:pt x="156" y="420"/>
                    <a:pt x="155" y="420"/>
                    <a:pt x="155" y="420"/>
                  </a:cubicBezTo>
                  <a:close/>
                  <a:moveTo>
                    <a:pt x="277" y="412"/>
                  </a:moveTo>
                  <a:cubicBezTo>
                    <a:pt x="276" y="409"/>
                    <a:pt x="278" y="406"/>
                    <a:pt x="281" y="405"/>
                  </a:cubicBezTo>
                  <a:cubicBezTo>
                    <a:pt x="284" y="404"/>
                    <a:pt x="287" y="405"/>
                    <a:pt x="288" y="408"/>
                  </a:cubicBezTo>
                  <a:cubicBezTo>
                    <a:pt x="289" y="411"/>
                    <a:pt x="288" y="415"/>
                    <a:pt x="285" y="416"/>
                  </a:cubicBezTo>
                  <a:cubicBezTo>
                    <a:pt x="284" y="416"/>
                    <a:pt x="283" y="416"/>
                    <a:pt x="283" y="416"/>
                  </a:cubicBezTo>
                  <a:cubicBezTo>
                    <a:pt x="280" y="416"/>
                    <a:pt x="278" y="414"/>
                    <a:pt x="277" y="412"/>
                  </a:cubicBezTo>
                  <a:close/>
                  <a:moveTo>
                    <a:pt x="124" y="408"/>
                  </a:moveTo>
                  <a:cubicBezTo>
                    <a:pt x="121" y="407"/>
                    <a:pt x="120" y="403"/>
                    <a:pt x="121" y="400"/>
                  </a:cubicBezTo>
                  <a:cubicBezTo>
                    <a:pt x="122" y="397"/>
                    <a:pt x="126" y="396"/>
                    <a:pt x="129" y="398"/>
                  </a:cubicBezTo>
                  <a:cubicBezTo>
                    <a:pt x="132" y="399"/>
                    <a:pt x="133" y="402"/>
                    <a:pt x="132" y="405"/>
                  </a:cubicBezTo>
                  <a:cubicBezTo>
                    <a:pt x="131" y="407"/>
                    <a:pt x="129" y="409"/>
                    <a:pt x="126" y="409"/>
                  </a:cubicBezTo>
                  <a:cubicBezTo>
                    <a:pt x="126" y="409"/>
                    <a:pt x="125" y="409"/>
                    <a:pt x="124" y="408"/>
                  </a:cubicBezTo>
                  <a:close/>
                  <a:moveTo>
                    <a:pt x="307" y="400"/>
                  </a:moveTo>
                  <a:cubicBezTo>
                    <a:pt x="305" y="397"/>
                    <a:pt x="306" y="394"/>
                    <a:pt x="309" y="392"/>
                  </a:cubicBezTo>
                  <a:cubicBezTo>
                    <a:pt x="312" y="391"/>
                    <a:pt x="316" y="392"/>
                    <a:pt x="317" y="394"/>
                  </a:cubicBezTo>
                  <a:cubicBezTo>
                    <a:pt x="319" y="397"/>
                    <a:pt x="318" y="401"/>
                    <a:pt x="315" y="402"/>
                  </a:cubicBezTo>
                  <a:cubicBezTo>
                    <a:pt x="314" y="403"/>
                    <a:pt x="313" y="403"/>
                    <a:pt x="312" y="403"/>
                  </a:cubicBezTo>
                  <a:cubicBezTo>
                    <a:pt x="310" y="403"/>
                    <a:pt x="308" y="402"/>
                    <a:pt x="307" y="400"/>
                  </a:cubicBezTo>
                  <a:close/>
                  <a:moveTo>
                    <a:pt x="95" y="392"/>
                  </a:moveTo>
                  <a:cubicBezTo>
                    <a:pt x="93" y="390"/>
                    <a:pt x="92" y="387"/>
                    <a:pt x="94" y="384"/>
                  </a:cubicBezTo>
                  <a:cubicBezTo>
                    <a:pt x="95" y="381"/>
                    <a:pt x="99" y="381"/>
                    <a:pt x="102" y="382"/>
                  </a:cubicBezTo>
                  <a:cubicBezTo>
                    <a:pt x="104" y="384"/>
                    <a:pt x="105" y="388"/>
                    <a:pt x="103" y="390"/>
                  </a:cubicBezTo>
                  <a:cubicBezTo>
                    <a:pt x="102" y="392"/>
                    <a:pt x="100" y="393"/>
                    <a:pt x="98" y="393"/>
                  </a:cubicBezTo>
                  <a:cubicBezTo>
                    <a:pt x="97" y="393"/>
                    <a:pt x="96" y="393"/>
                    <a:pt x="95" y="392"/>
                  </a:cubicBezTo>
                  <a:close/>
                  <a:moveTo>
                    <a:pt x="334" y="383"/>
                  </a:moveTo>
                  <a:cubicBezTo>
                    <a:pt x="332" y="381"/>
                    <a:pt x="333" y="377"/>
                    <a:pt x="335" y="375"/>
                  </a:cubicBezTo>
                  <a:cubicBezTo>
                    <a:pt x="338" y="373"/>
                    <a:pt x="342" y="374"/>
                    <a:pt x="344" y="376"/>
                  </a:cubicBezTo>
                  <a:cubicBezTo>
                    <a:pt x="346" y="379"/>
                    <a:pt x="345" y="383"/>
                    <a:pt x="342" y="385"/>
                  </a:cubicBezTo>
                  <a:cubicBezTo>
                    <a:pt x="341" y="385"/>
                    <a:pt x="340" y="386"/>
                    <a:pt x="339" y="386"/>
                  </a:cubicBezTo>
                  <a:cubicBezTo>
                    <a:pt x="337" y="386"/>
                    <a:pt x="335" y="385"/>
                    <a:pt x="334" y="383"/>
                  </a:cubicBezTo>
                  <a:close/>
                  <a:moveTo>
                    <a:pt x="69" y="372"/>
                  </a:moveTo>
                  <a:cubicBezTo>
                    <a:pt x="69" y="372"/>
                    <a:pt x="69" y="372"/>
                    <a:pt x="69" y="372"/>
                  </a:cubicBezTo>
                  <a:cubicBezTo>
                    <a:pt x="67" y="370"/>
                    <a:pt x="67" y="366"/>
                    <a:pt x="69" y="364"/>
                  </a:cubicBezTo>
                  <a:cubicBezTo>
                    <a:pt x="71" y="361"/>
                    <a:pt x="75" y="361"/>
                    <a:pt x="77" y="363"/>
                  </a:cubicBezTo>
                  <a:cubicBezTo>
                    <a:pt x="79" y="365"/>
                    <a:pt x="80" y="369"/>
                    <a:pt x="77" y="371"/>
                  </a:cubicBezTo>
                  <a:cubicBezTo>
                    <a:pt x="76" y="373"/>
                    <a:pt x="75" y="373"/>
                    <a:pt x="73" y="373"/>
                  </a:cubicBezTo>
                  <a:cubicBezTo>
                    <a:pt x="72" y="373"/>
                    <a:pt x="70" y="373"/>
                    <a:pt x="69" y="372"/>
                  </a:cubicBezTo>
                  <a:close/>
                  <a:moveTo>
                    <a:pt x="359" y="363"/>
                  </a:moveTo>
                  <a:cubicBezTo>
                    <a:pt x="357" y="361"/>
                    <a:pt x="357" y="357"/>
                    <a:pt x="359" y="355"/>
                  </a:cubicBezTo>
                  <a:cubicBezTo>
                    <a:pt x="359" y="355"/>
                    <a:pt x="359" y="355"/>
                    <a:pt x="359" y="355"/>
                  </a:cubicBezTo>
                  <a:cubicBezTo>
                    <a:pt x="361" y="352"/>
                    <a:pt x="365" y="352"/>
                    <a:pt x="367" y="354"/>
                  </a:cubicBezTo>
                  <a:cubicBezTo>
                    <a:pt x="369" y="357"/>
                    <a:pt x="369" y="360"/>
                    <a:pt x="367" y="363"/>
                  </a:cubicBezTo>
                  <a:cubicBezTo>
                    <a:pt x="366" y="364"/>
                    <a:pt x="364" y="364"/>
                    <a:pt x="363" y="364"/>
                  </a:cubicBezTo>
                  <a:cubicBezTo>
                    <a:pt x="361" y="364"/>
                    <a:pt x="360" y="364"/>
                    <a:pt x="359" y="363"/>
                  </a:cubicBezTo>
                  <a:close/>
                  <a:moveTo>
                    <a:pt x="47" y="348"/>
                  </a:moveTo>
                  <a:cubicBezTo>
                    <a:pt x="45" y="345"/>
                    <a:pt x="45" y="342"/>
                    <a:pt x="48" y="340"/>
                  </a:cubicBezTo>
                  <a:cubicBezTo>
                    <a:pt x="50" y="338"/>
                    <a:pt x="54" y="338"/>
                    <a:pt x="56" y="340"/>
                  </a:cubicBezTo>
                  <a:cubicBezTo>
                    <a:pt x="58" y="343"/>
                    <a:pt x="57" y="347"/>
                    <a:pt x="55" y="349"/>
                  </a:cubicBezTo>
                  <a:cubicBezTo>
                    <a:pt x="54" y="350"/>
                    <a:pt x="53" y="350"/>
                    <a:pt x="51" y="350"/>
                  </a:cubicBezTo>
                  <a:cubicBezTo>
                    <a:pt x="50" y="350"/>
                    <a:pt x="48" y="349"/>
                    <a:pt x="47" y="348"/>
                  </a:cubicBezTo>
                  <a:close/>
                  <a:moveTo>
                    <a:pt x="380" y="339"/>
                  </a:moveTo>
                  <a:cubicBezTo>
                    <a:pt x="377" y="337"/>
                    <a:pt x="377" y="333"/>
                    <a:pt x="379" y="331"/>
                  </a:cubicBezTo>
                  <a:cubicBezTo>
                    <a:pt x="381" y="328"/>
                    <a:pt x="384" y="327"/>
                    <a:pt x="387" y="329"/>
                  </a:cubicBezTo>
                  <a:cubicBezTo>
                    <a:pt x="389" y="331"/>
                    <a:pt x="390" y="335"/>
                    <a:pt x="388" y="337"/>
                  </a:cubicBezTo>
                  <a:cubicBezTo>
                    <a:pt x="387" y="339"/>
                    <a:pt x="385" y="340"/>
                    <a:pt x="383" y="340"/>
                  </a:cubicBezTo>
                  <a:cubicBezTo>
                    <a:pt x="382" y="340"/>
                    <a:pt x="381" y="339"/>
                    <a:pt x="380" y="339"/>
                  </a:cubicBezTo>
                  <a:close/>
                  <a:moveTo>
                    <a:pt x="28" y="321"/>
                  </a:moveTo>
                  <a:cubicBezTo>
                    <a:pt x="26" y="318"/>
                    <a:pt x="27" y="314"/>
                    <a:pt x="30" y="313"/>
                  </a:cubicBezTo>
                  <a:cubicBezTo>
                    <a:pt x="33" y="311"/>
                    <a:pt x="37" y="312"/>
                    <a:pt x="38" y="315"/>
                  </a:cubicBezTo>
                  <a:cubicBezTo>
                    <a:pt x="40" y="318"/>
                    <a:pt x="39" y="321"/>
                    <a:pt x="36" y="323"/>
                  </a:cubicBezTo>
                  <a:cubicBezTo>
                    <a:pt x="35" y="323"/>
                    <a:pt x="34" y="324"/>
                    <a:pt x="33" y="324"/>
                  </a:cubicBezTo>
                  <a:cubicBezTo>
                    <a:pt x="31" y="324"/>
                    <a:pt x="29" y="323"/>
                    <a:pt x="28" y="321"/>
                  </a:cubicBezTo>
                  <a:close/>
                  <a:moveTo>
                    <a:pt x="397" y="312"/>
                  </a:moveTo>
                  <a:cubicBezTo>
                    <a:pt x="394" y="310"/>
                    <a:pt x="393" y="307"/>
                    <a:pt x="395" y="304"/>
                  </a:cubicBezTo>
                  <a:cubicBezTo>
                    <a:pt x="396" y="301"/>
                    <a:pt x="400" y="300"/>
                    <a:pt x="403" y="301"/>
                  </a:cubicBezTo>
                  <a:cubicBezTo>
                    <a:pt x="405" y="303"/>
                    <a:pt x="407" y="306"/>
                    <a:pt x="405" y="309"/>
                  </a:cubicBezTo>
                  <a:cubicBezTo>
                    <a:pt x="404" y="311"/>
                    <a:pt x="402" y="312"/>
                    <a:pt x="400" y="312"/>
                  </a:cubicBezTo>
                  <a:cubicBezTo>
                    <a:pt x="399" y="312"/>
                    <a:pt x="398" y="312"/>
                    <a:pt x="397" y="312"/>
                  </a:cubicBezTo>
                  <a:close/>
                  <a:moveTo>
                    <a:pt x="14" y="291"/>
                  </a:moveTo>
                  <a:cubicBezTo>
                    <a:pt x="13" y="288"/>
                    <a:pt x="14" y="285"/>
                    <a:pt x="17" y="283"/>
                  </a:cubicBezTo>
                  <a:cubicBezTo>
                    <a:pt x="20" y="282"/>
                    <a:pt x="24" y="284"/>
                    <a:pt x="25" y="287"/>
                  </a:cubicBezTo>
                  <a:cubicBezTo>
                    <a:pt x="26" y="290"/>
                    <a:pt x="24" y="293"/>
                    <a:pt x="21" y="294"/>
                  </a:cubicBezTo>
                  <a:cubicBezTo>
                    <a:pt x="21" y="295"/>
                    <a:pt x="20" y="295"/>
                    <a:pt x="19" y="295"/>
                  </a:cubicBezTo>
                  <a:cubicBezTo>
                    <a:pt x="17" y="295"/>
                    <a:pt x="15" y="293"/>
                    <a:pt x="14" y="291"/>
                  </a:cubicBezTo>
                  <a:close/>
                  <a:moveTo>
                    <a:pt x="410" y="282"/>
                  </a:moveTo>
                  <a:cubicBezTo>
                    <a:pt x="407" y="281"/>
                    <a:pt x="405" y="278"/>
                    <a:pt x="406" y="275"/>
                  </a:cubicBezTo>
                  <a:cubicBezTo>
                    <a:pt x="407" y="272"/>
                    <a:pt x="411" y="270"/>
                    <a:pt x="414" y="271"/>
                  </a:cubicBezTo>
                  <a:cubicBezTo>
                    <a:pt x="417" y="272"/>
                    <a:pt x="419" y="275"/>
                    <a:pt x="418" y="279"/>
                  </a:cubicBezTo>
                  <a:cubicBezTo>
                    <a:pt x="417" y="281"/>
                    <a:pt x="414" y="283"/>
                    <a:pt x="412" y="283"/>
                  </a:cubicBezTo>
                  <a:cubicBezTo>
                    <a:pt x="411" y="283"/>
                    <a:pt x="411" y="283"/>
                    <a:pt x="410" y="282"/>
                  </a:cubicBezTo>
                  <a:close/>
                  <a:moveTo>
                    <a:pt x="4" y="259"/>
                  </a:moveTo>
                  <a:cubicBezTo>
                    <a:pt x="4" y="256"/>
                    <a:pt x="6" y="253"/>
                    <a:pt x="9" y="252"/>
                  </a:cubicBezTo>
                  <a:cubicBezTo>
                    <a:pt x="12" y="252"/>
                    <a:pt x="15" y="254"/>
                    <a:pt x="16" y="257"/>
                  </a:cubicBezTo>
                  <a:cubicBezTo>
                    <a:pt x="16" y="260"/>
                    <a:pt x="14" y="263"/>
                    <a:pt x="11" y="264"/>
                  </a:cubicBezTo>
                  <a:cubicBezTo>
                    <a:pt x="11" y="264"/>
                    <a:pt x="10" y="264"/>
                    <a:pt x="10" y="264"/>
                  </a:cubicBezTo>
                  <a:cubicBezTo>
                    <a:pt x="7" y="264"/>
                    <a:pt x="5" y="262"/>
                    <a:pt x="4" y="259"/>
                  </a:cubicBezTo>
                  <a:close/>
                  <a:moveTo>
                    <a:pt x="418" y="251"/>
                  </a:moveTo>
                  <a:cubicBezTo>
                    <a:pt x="415" y="251"/>
                    <a:pt x="413" y="248"/>
                    <a:pt x="414" y="245"/>
                  </a:cubicBezTo>
                  <a:cubicBezTo>
                    <a:pt x="414" y="242"/>
                    <a:pt x="417" y="239"/>
                    <a:pt x="420" y="240"/>
                  </a:cubicBezTo>
                  <a:cubicBezTo>
                    <a:pt x="423" y="240"/>
                    <a:pt x="426" y="243"/>
                    <a:pt x="425" y="246"/>
                  </a:cubicBezTo>
                  <a:cubicBezTo>
                    <a:pt x="425" y="249"/>
                    <a:pt x="422" y="251"/>
                    <a:pt x="419" y="251"/>
                  </a:cubicBezTo>
                  <a:lnTo>
                    <a:pt x="418" y="251"/>
                  </a:lnTo>
                  <a:close/>
                  <a:moveTo>
                    <a:pt x="0" y="227"/>
                  </a:moveTo>
                  <a:cubicBezTo>
                    <a:pt x="0" y="227"/>
                    <a:pt x="0" y="227"/>
                    <a:pt x="0" y="227"/>
                  </a:cubicBezTo>
                  <a:cubicBezTo>
                    <a:pt x="0" y="224"/>
                    <a:pt x="2" y="221"/>
                    <a:pt x="5" y="221"/>
                  </a:cubicBezTo>
                  <a:cubicBezTo>
                    <a:pt x="9" y="220"/>
                    <a:pt x="11" y="223"/>
                    <a:pt x="11" y="226"/>
                  </a:cubicBezTo>
                  <a:cubicBezTo>
                    <a:pt x="11" y="226"/>
                    <a:pt x="11" y="226"/>
                    <a:pt x="11" y="226"/>
                  </a:cubicBezTo>
                  <a:cubicBezTo>
                    <a:pt x="12" y="229"/>
                    <a:pt x="9" y="232"/>
                    <a:pt x="6" y="232"/>
                  </a:cubicBezTo>
                  <a:cubicBezTo>
                    <a:pt x="6" y="232"/>
                    <a:pt x="6" y="232"/>
                    <a:pt x="6" y="232"/>
                  </a:cubicBezTo>
                  <a:cubicBezTo>
                    <a:pt x="3" y="232"/>
                    <a:pt x="0" y="230"/>
                    <a:pt x="0" y="227"/>
                  </a:cubicBezTo>
                  <a:close/>
                  <a:moveTo>
                    <a:pt x="416" y="214"/>
                  </a:moveTo>
                  <a:cubicBezTo>
                    <a:pt x="416" y="210"/>
                    <a:pt x="419" y="208"/>
                    <a:pt x="422" y="208"/>
                  </a:cubicBezTo>
                  <a:cubicBezTo>
                    <a:pt x="425" y="208"/>
                    <a:pt x="428" y="210"/>
                    <a:pt x="428" y="214"/>
                  </a:cubicBezTo>
                  <a:cubicBezTo>
                    <a:pt x="428" y="217"/>
                    <a:pt x="425" y="219"/>
                    <a:pt x="422" y="219"/>
                  </a:cubicBezTo>
                  <a:cubicBezTo>
                    <a:pt x="419" y="219"/>
                    <a:pt x="416" y="217"/>
                    <a:pt x="416" y="214"/>
                  </a:cubicBezTo>
                  <a:close/>
                  <a:moveTo>
                    <a:pt x="6" y="200"/>
                  </a:moveTo>
                  <a:cubicBezTo>
                    <a:pt x="2" y="200"/>
                    <a:pt x="0" y="197"/>
                    <a:pt x="0" y="194"/>
                  </a:cubicBezTo>
                  <a:cubicBezTo>
                    <a:pt x="1" y="191"/>
                    <a:pt x="3" y="188"/>
                    <a:pt x="7" y="189"/>
                  </a:cubicBezTo>
                  <a:cubicBezTo>
                    <a:pt x="10" y="189"/>
                    <a:pt x="12" y="192"/>
                    <a:pt x="12" y="195"/>
                  </a:cubicBezTo>
                  <a:cubicBezTo>
                    <a:pt x="12" y="198"/>
                    <a:pt x="9" y="200"/>
                    <a:pt x="6" y="200"/>
                  </a:cubicBezTo>
                  <a:close/>
                  <a:moveTo>
                    <a:pt x="414" y="189"/>
                  </a:moveTo>
                  <a:cubicBezTo>
                    <a:pt x="414" y="189"/>
                    <a:pt x="414" y="189"/>
                    <a:pt x="414" y="189"/>
                  </a:cubicBezTo>
                  <a:cubicBezTo>
                    <a:pt x="414" y="186"/>
                    <a:pt x="416" y="183"/>
                    <a:pt x="419" y="182"/>
                  </a:cubicBezTo>
                  <a:cubicBezTo>
                    <a:pt x="423" y="182"/>
                    <a:pt x="426" y="184"/>
                    <a:pt x="426" y="187"/>
                  </a:cubicBezTo>
                  <a:cubicBezTo>
                    <a:pt x="426" y="191"/>
                    <a:pt x="424" y="194"/>
                    <a:pt x="421" y="194"/>
                  </a:cubicBezTo>
                  <a:cubicBezTo>
                    <a:pt x="420" y="194"/>
                    <a:pt x="420" y="194"/>
                    <a:pt x="420" y="194"/>
                  </a:cubicBezTo>
                  <a:cubicBezTo>
                    <a:pt x="417" y="194"/>
                    <a:pt x="415" y="192"/>
                    <a:pt x="414" y="189"/>
                  </a:cubicBezTo>
                  <a:close/>
                  <a:moveTo>
                    <a:pt x="10" y="168"/>
                  </a:moveTo>
                  <a:cubicBezTo>
                    <a:pt x="7" y="168"/>
                    <a:pt x="5" y="165"/>
                    <a:pt x="6" y="161"/>
                  </a:cubicBezTo>
                  <a:cubicBezTo>
                    <a:pt x="7" y="158"/>
                    <a:pt x="10" y="156"/>
                    <a:pt x="13" y="157"/>
                  </a:cubicBezTo>
                  <a:cubicBezTo>
                    <a:pt x="16" y="158"/>
                    <a:pt x="18" y="161"/>
                    <a:pt x="17" y="164"/>
                  </a:cubicBezTo>
                  <a:cubicBezTo>
                    <a:pt x="17" y="167"/>
                    <a:pt x="14" y="169"/>
                    <a:pt x="12" y="169"/>
                  </a:cubicBezTo>
                  <a:cubicBezTo>
                    <a:pt x="11" y="169"/>
                    <a:pt x="11" y="169"/>
                    <a:pt x="10" y="168"/>
                  </a:cubicBezTo>
                  <a:close/>
                  <a:moveTo>
                    <a:pt x="408" y="158"/>
                  </a:moveTo>
                  <a:cubicBezTo>
                    <a:pt x="408" y="158"/>
                    <a:pt x="408" y="158"/>
                    <a:pt x="408" y="158"/>
                  </a:cubicBezTo>
                  <a:cubicBezTo>
                    <a:pt x="407" y="155"/>
                    <a:pt x="409" y="152"/>
                    <a:pt x="412" y="151"/>
                  </a:cubicBezTo>
                  <a:cubicBezTo>
                    <a:pt x="415" y="150"/>
                    <a:pt x="419" y="152"/>
                    <a:pt x="419" y="155"/>
                  </a:cubicBezTo>
                  <a:cubicBezTo>
                    <a:pt x="420" y="158"/>
                    <a:pt x="419" y="162"/>
                    <a:pt x="415" y="162"/>
                  </a:cubicBezTo>
                  <a:cubicBezTo>
                    <a:pt x="415" y="163"/>
                    <a:pt x="414" y="163"/>
                    <a:pt x="414" y="163"/>
                  </a:cubicBezTo>
                  <a:cubicBezTo>
                    <a:pt x="411" y="163"/>
                    <a:pt x="409" y="161"/>
                    <a:pt x="408" y="158"/>
                  </a:cubicBezTo>
                  <a:close/>
                  <a:moveTo>
                    <a:pt x="19" y="138"/>
                  </a:moveTo>
                  <a:cubicBezTo>
                    <a:pt x="16" y="137"/>
                    <a:pt x="15" y="133"/>
                    <a:pt x="16" y="130"/>
                  </a:cubicBezTo>
                  <a:cubicBezTo>
                    <a:pt x="18" y="127"/>
                    <a:pt x="21" y="126"/>
                    <a:pt x="24" y="127"/>
                  </a:cubicBezTo>
                  <a:cubicBezTo>
                    <a:pt x="27" y="128"/>
                    <a:pt x="28" y="132"/>
                    <a:pt x="27" y="135"/>
                  </a:cubicBezTo>
                  <a:cubicBezTo>
                    <a:pt x="26" y="137"/>
                    <a:pt x="24" y="138"/>
                    <a:pt x="22" y="138"/>
                  </a:cubicBezTo>
                  <a:cubicBezTo>
                    <a:pt x="21" y="138"/>
                    <a:pt x="20" y="138"/>
                    <a:pt x="19" y="138"/>
                  </a:cubicBezTo>
                  <a:close/>
                  <a:moveTo>
                    <a:pt x="397" y="129"/>
                  </a:moveTo>
                  <a:cubicBezTo>
                    <a:pt x="396" y="126"/>
                    <a:pt x="397" y="123"/>
                    <a:pt x="400" y="121"/>
                  </a:cubicBezTo>
                  <a:cubicBezTo>
                    <a:pt x="403" y="120"/>
                    <a:pt x="407" y="121"/>
                    <a:pt x="408" y="124"/>
                  </a:cubicBezTo>
                  <a:cubicBezTo>
                    <a:pt x="408" y="124"/>
                    <a:pt x="408" y="124"/>
                    <a:pt x="408" y="124"/>
                  </a:cubicBezTo>
                  <a:cubicBezTo>
                    <a:pt x="409" y="127"/>
                    <a:pt x="408" y="131"/>
                    <a:pt x="405" y="132"/>
                  </a:cubicBezTo>
                  <a:cubicBezTo>
                    <a:pt x="404" y="132"/>
                    <a:pt x="404" y="133"/>
                    <a:pt x="403" y="133"/>
                  </a:cubicBezTo>
                  <a:cubicBezTo>
                    <a:pt x="401" y="133"/>
                    <a:pt x="398" y="131"/>
                    <a:pt x="397" y="129"/>
                  </a:cubicBezTo>
                  <a:close/>
                  <a:moveTo>
                    <a:pt x="33" y="109"/>
                  </a:moveTo>
                  <a:cubicBezTo>
                    <a:pt x="31" y="107"/>
                    <a:pt x="30" y="104"/>
                    <a:pt x="32" y="101"/>
                  </a:cubicBezTo>
                  <a:cubicBezTo>
                    <a:pt x="33" y="98"/>
                    <a:pt x="37" y="97"/>
                    <a:pt x="40" y="99"/>
                  </a:cubicBezTo>
                  <a:cubicBezTo>
                    <a:pt x="42" y="101"/>
                    <a:pt x="43" y="104"/>
                    <a:pt x="41" y="107"/>
                  </a:cubicBezTo>
                  <a:cubicBezTo>
                    <a:pt x="40" y="109"/>
                    <a:pt x="38" y="110"/>
                    <a:pt x="36" y="110"/>
                  </a:cubicBezTo>
                  <a:cubicBezTo>
                    <a:pt x="35" y="110"/>
                    <a:pt x="34" y="110"/>
                    <a:pt x="33" y="109"/>
                  </a:cubicBezTo>
                  <a:close/>
                  <a:moveTo>
                    <a:pt x="382" y="102"/>
                  </a:moveTo>
                  <a:cubicBezTo>
                    <a:pt x="381" y="99"/>
                    <a:pt x="381" y="96"/>
                    <a:pt x="384" y="94"/>
                  </a:cubicBezTo>
                  <a:cubicBezTo>
                    <a:pt x="387" y="92"/>
                    <a:pt x="390" y="93"/>
                    <a:pt x="392" y="96"/>
                  </a:cubicBezTo>
                  <a:cubicBezTo>
                    <a:pt x="394" y="98"/>
                    <a:pt x="393" y="102"/>
                    <a:pt x="390" y="104"/>
                  </a:cubicBezTo>
                  <a:cubicBezTo>
                    <a:pt x="389" y="104"/>
                    <a:pt x="388" y="105"/>
                    <a:pt x="387" y="105"/>
                  </a:cubicBezTo>
                  <a:cubicBezTo>
                    <a:pt x="385" y="105"/>
                    <a:pt x="383" y="104"/>
                    <a:pt x="382" y="102"/>
                  </a:cubicBezTo>
                  <a:close/>
                  <a:moveTo>
                    <a:pt x="52" y="83"/>
                  </a:moveTo>
                  <a:cubicBezTo>
                    <a:pt x="49" y="80"/>
                    <a:pt x="49" y="77"/>
                    <a:pt x="51" y="74"/>
                  </a:cubicBezTo>
                  <a:cubicBezTo>
                    <a:pt x="53" y="72"/>
                    <a:pt x="57" y="72"/>
                    <a:pt x="59" y="74"/>
                  </a:cubicBezTo>
                  <a:cubicBezTo>
                    <a:pt x="62" y="76"/>
                    <a:pt x="62" y="79"/>
                    <a:pt x="60" y="82"/>
                  </a:cubicBezTo>
                  <a:cubicBezTo>
                    <a:pt x="59" y="83"/>
                    <a:pt x="57" y="84"/>
                    <a:pt x="55" y="84"/>
                  </a:cubicBezTo>
                  <a:cubicBezTo>
                    <a:pt x="54" y="84"/>
                    <a:pt x="53" y="83"/>
                    <a:pt x="52" y="83"/>
                  </a:cubicBezTo>
                  <a:close/>
                  <a:moveTo>
                    <a:pt x="363" y="77"/>
                  </a:moveTo>
                  <a:cubicBezTo>
                    <a:pt x="363" y="77"/>
                    <a:pt x="363" y="77"/>
                    <a:pt x="363" y="77"/>
                  </a:cubicBezTo>
                  <a:cubicBezTo>
                    <a:pt x="361" y="75"/>
                    <a:pt x="361" y="71"/>
                    <a:pt x="364" y="69"/>
                  </a:cubicBezTo>
                  <a:cubicBezTo>
                    <a:pt x="366" y="67"/>
                    <a:pt x="370" y="67"/>
                    <a:pt x="372" y="70"/>
                  </a:cubicBezTo>
                  <a:cubicBezTo>
                    <a:pt x="374" y="72"/>
                    <a:pt x="374" y="76"/>
                    <a:pt x="371" y="78"/>
                  </a:cubicBezTo>
                  <a:cubicBezTo>
                    <a:pt x="370" y="79"/>
                    <a:pt x="369" y="79"/>
                    <a:pt x="367" y="79"/>
                  </a:cubicBezTo>
                  <a:cubicBezTo>
                    <a:pt x="366" y="79"/>
                    <a:pt x="364" y="79"/>
                    <a:pt x="363" y="77"/>
                  </a:cubicBezTo>
                  <a:close/>
                  <a:moveTo>
                    <a:pt x="74" y="59"/>
                  </a:moveTo>
                  <a:cubicBezTo>
                    <a:pt x="72" y="57"/>
                    <a:pt x="72" y="53"/>
                    <a:pt x="74" y="51"/>
                  </a:cubicBezTo>
                  <a:cubicBezTo>
                    <a:pt x="74" y="51"/>
                    <a:pt x="74" y="51"/>
                    <a:pt x="74" y="51"/>
                  </a:cubicBezTo>
                  <a:cubicBezTo>
                    <a:pt x="77" y="49"/>
                    <a:pt x="80" y="49"/>
                    <a:pt x="83" y="52"/>
                  </a:cubicBezTo>
                  <a:cubicBezTo>
                    <a:pt x="85" y="54"/>
                    <a:pt x="84" y="58"/>
                    <a:pt x="82" y="60"/>
                  </a:cubicBezTo>
                  <a:cubicBezTo>
                    <a:pt x="81" y="61"/>
                    <a:pt x="79" y="61"/>
                    <a:pt x="78" y="61"/>
                  </a:cubicBezTo>
                  <a:cubicBezTo>
                    <a:pt x="76" y="61"/>
                    <a:pt x="75" y="61"/>
                    <a:pt x="74" y="59"/>
                  </a:cubicBezTo>
                  <a:close/>
                  <a:moveTo>
                    <a:pt x="340" y="56"/>
                  </a:moveTo>
                  <a:cubicBezTo>
                    <a:pt x="338" y="54"/>
                    <a:pt x="338" y="50"/>
                    <a:pt x="340" y="48"/>
                  </a:cubicBezTo>
                  <a:cubicBezTo>
                    <a:pt x="342" y="45"/>
                    <a:pt x="345" y="45"/>
                    <a:pt x="348" y="47"/>
                  </a:cubicBezTo>
                  <a:cubicBezTo>
                    <a:pt x="350" y="49"/>
                    <a:pt x="351" y="53"/>
                    <a:pt x="349" y="55"/>
                  </a:cubicBezTo>
                  <a:cubicBezTo>
                    <a:pt x="348" y="57"/>
                    <a:pt x="346" y="57"/>
                    <a:pt x="344" y="57"/>
                  </a:cubicBezTo>
                  <a:cubicBezTo>
                    <a:pt x="343" y="57"/>
                    <a:pt x="342" y="57"/>
                    <a:pt x="340" y="56"/>
                  </a:cubicBezTo>
                  <a:close/>
                  <a:moveTo>
                    <a:pt x="99" y="40"/>
                  </a:moveTo>
                  <a:cubicBezTo>
                    <a:pt x="97" y="37"/>
                    <a:pt x="98" y="33"/>
                    <a:pt x="101" y="32"/>
                  </a:cubicBezTo>
                  <a:cubicBezTo>
                    <a:pt x="104" y="30"/>
                    <a:pt x="107" y="31"/>
                    <a:pt x="109" y="33"/>
                  </a:cubicBezTo>
                  <a:cubicBezTo>
                    <a:pt x="111" y="36"/>
                    <a:pt x="110" y="40"/>
                    <a:pt x="107" y="42"/>
                  </a:cubicBezTo>
                  <a:cubicBezTo>
                    <a:pt x="106" y="42"/>
                    <a:pt x="105" y="42"/>
                    <a:pt x="104" y="42"/>
                  </a:cubicBezTo>
                  <a:cubicBezTo>
                    <a:pt x="102" y="42"/>
                    <a:pt x="100" y="41"/>
                    <a:pt x="99" y="40"/>
                  </a:cubicBezTo>
                  <a:close/>
                  <a:moveTo>
                    <a:pt x="315" y="38"/>
                  </a:moveTo>
                  <a:cubicBezTo>
                    <a:pt x="312" y="37"/>
                    <a:pt x="311" y="33"/>
                    <a:pt x="313" y="30"/>
                  </a:cubicBezTo>
                  <a:cubicBezTo>
                    <a:pt x="314" y="28"/>
                    <a:pt x="318" y="27"/>
                    <a:pt x="321" y="28"/>
                  </a:cubicBezTo>
                  <a:cubicBezTo>
                    <a:pt x="323" y="30"/>
                    <a:pt x="324" y="33"/>
                    <a:pt x="323" y="36"/>
                  </a:cubicBezTo>
                  <a:cubicBezTo>
                    <a:pt x="322" y="38"/>
                    <a:pt x="320" y="39"/>
                    <a:pt x="318" y="39"/>
                  </a:cubicBezTo>
                  <a:cubicBezTo>
                    <a:pt x="317" y="39"/>
                    <a:pt x="316" y="39"/>
                    <a:pt x="315" y="38"/>
                  </a:cubicBezTo>
                  <a:close/>
                  <a:moveTo>
                    <a:pt x="127" y="24"/>
                  </a:moveTo>
                  <a:cubicBezTo>
                    <a:pt x="126" y="21"/>
                    <a:pt x="127" y="18"/>
                    <a:pt x="130" y="16"/>
                  </a:cubicBezTo>
                  <a:cubicBezTo>
                    <a:pt x="133" y="15"/>
                    <a:pt x="136" y="17"/>
                    <a:pt x="138" y="20"/>
                  </a:cubicBezTo>
                  <a:cubicBezTo>
                    <a:pt x="139" y="23"/>
                    <a:pt x="138" y="26"/>
                    <a:pt x="135" y="27"/>
                  </a:cubicBezTo>
                  <a:cubicBezTo>
                    <a:pt x="134" y="28"/>
                    <a:pt x="133" y="28"/>
                    <a:pt x="132" y="28"/>
                  </a:cubicBezTo>
                  <a:cubicBezTo>
                    <a:pt x="130" y="28"/>
                    <a:pt x="128" y="26"/>
                    <a:pt x="127" y="24"/>
                  </a:cubicBezTo>
                  <a:close/>
                  <a:moveTo>
                    <a:pt x="287" y="25"/>
                  </a:moveTo>
                  <a:cubicBezTo>
                    <a:pt x="284" y="24"/>
                    <a:pt x="282" y="20"/>
                    <a:pt x="283" y="17"/>
                  </a:cubicBezTo>
                  <a:cubicBezTo>
                    <a:pt x="285" y="14"/>
                    <a:pt x="288" y="13"/>
                    <a:pt x="291" y="14"/>
                  </a:cubicBezTo>
                  <a:cubicBezTo>
                    <a:pt x="294" y="15"/>
                    <a:pt x="295" y="19"/>
                    <a:pt x="294" y="22"/>
                  </a:cubicBezTo>
                  <a:cubicBezTo>
                    <a:pt x="293" y="24"/>
                    <a:pt x="291" y="25"/>
                    <a:pt x="289" y="25"/>
                  </a:cubicBezTo>
                  <a:cubicBezTo>
                    <a:pt x="288" y="25"/>
                    <a:pt x="287" y="25"/>
                    <a:pt x="287" y="25"/>
                  </a:cubicBezTo>
                  <a:close/>
                  <a:moveTo>
                    <a:pt x="157" y="13"/>
                  </a:moveTo>
                  <a:cubicBezTo>
                    <a:pt x="156" y="10"/>
                    <a:pt x="158" y="7"/>
                    <a:pt x="161" y="6"/>
                  </a:cubicBezTo>
                  <a:cubicBezTo>
                    <a:pt x="164" y="5"/>
                    <a:pt x="168" y="7"/>
                    <a:pt x="168" y="10"/>
                  </a:cubicBezTo>
                  <a:cubicBezTo>
                    <a:pt x="169" y="13"/>
                    <a:pt x="167" y="17"/>
                    <a:pt x="164" y="17"/>
                  </a:cubicBezTo>
                  <a:cubicBezTo>
                    <a:pt x="164" y="17"/>
                    <a:pt x="163" y="17"/>
                    <a:pt x="163" y="17"/>
                  </a:cubicBezTo>
                  <a:cubicBezTo>
                    <a:pt x="160" y="17"/>
                    <a:pt x="158" y="16"/>
                    <a:pt x="157" y="13"/>
                  </a:cubicBezTo>
                  <a:close/>
                  <a:moveTo>
                    <a:pt x="257" y="16"/>
                  </a:moveTo>
                  <a:cubicBezTo>
                    <a:pt x="254" y="15"/>
                    <a:pt x="252" y="12"/>
                    <a:pt x="252" y="9"/>
                  </a:cubicBezTo>
                  <a:cubicBezTo>
                    <a:pt x="253" y="6"/>
                    <a:pt x="256" y="4"/>
                    <a:pt x="259" y="5"/>
                  </a:cubicBezTo>
                  <a:cubicBezTo>
                    <a:pt x="263" y="5"/>
                    <a:pt x="265" y="8"/>
                    <a:pt x="264" y="11"/>
                  </a:cubicBezTo>
                  <a:cubicBezTo>
                    <a:pt x="263" y="14"/>
                    <a:pt x="261" y="16"/>
                    <a:pt x="258" y="16"/>
                  </a:cubicBezTo>
                  <a:cubicBezTo>
                    <a:pt x="258" y="16"/>
                    <a:pt x="257" y="16"/>
                    <a:pt x="257" y="16"/>
                  </a:cubicBezTo>
                  <a:close/>
                  <a:moveTo>
                    <a:pt x="189" y="7"/>
                  </a:moveTo>
                  <a:cubicBezTo>
                    <a:pt x="188" y="4"/>
                    <a:pt x="191" y="1"/>
                    <a:pt x="194" y="0"/>
                  </a:cubicBezTo>
                  <a:cubicBezTo>
                    <a:pt x="197" y="0"/>
                    <a:pt x="200" y="3"/>
                    <a:pt x="200" y="6"/>
                  </a:cubicBezTo>
                  <a:cubicBezTo>
                    <a:pt x="200" y="9"/>
                    <a:pt x="198" y="12"/>
                    <a:pt x="195" y="12"/>
                  </a:cubicBezTo>
                  <a:cubicBezTo>
                    <a:pt x="194" y="12"/>
                    <a:pt x="194" y="12"/>
                    <a:pt x="194" y="12"/>
                  </a:cubicBezTo>
                  <a:cubicBezTo>
                    <a:pt x="191" y="12"/>
                    <a:pt x="189" y="10"/>
                    <a:pt x="189" y="7"/>
                  </a:cubicBezTo>
                  <a:close/>
                  <a:moveTo>
                    <a:pt x="226" y="12"/>
                  </a:moveTo>
                  <a:cubicBezTo>
                    <a:pt x="223" y="11"/>
                    <a:pt x="220" y="9"/>
                    <a:pt x="221" y="5"/>
                  </a:cubicBezTo>
                  <a:cubicBezTo>
                    <a:pt x="221" y="2"/>
                    <a:pt x="224" y="0"/>
                    <a:pt x="227" y="0"/>
                  </a:cubicBezTo>
                  <a:cubicBezTo>
                    <a:pt x="230" y="0"/>
                    <a:pt x="232" y="3"/>
                    <a:pt x="232" y="6"/>
                  </a:cubicBezTo>
                  <a:cubicBezTo>
                    <a:pt x="232" y="9"/>
                    <a:pt x="229" y="12"/>
                    <a:pt x="226" y="1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7" name="Google Shape;397;p9"/>
            <p:cNvSpPr/>
            <p:nvPr/>
          </p:nvSpPr>
          <p:spPr>
            <a:xfrm>
              <a:off x="5913438" y="4510088"/>
              <a:ext cx="625475" cy="625475"/>
            </a:xfrm>
            <a:custGeom>
              <a:avLst/>
              <a:gdLst/>
              <a:ahLst/>
              <a:cxnLst/>
              <a:rect l="l" t="t" r="r" b="b"/>
              <a:pathLst>
                <a:path w="371" h="371" extrusionOk="0">
                  <a:moveTo>
                    <a:pt x="186" y="371"/>
                  </a:moveTo>
                  <a:cubicBezTo>
                    <a:pt x="83" y="371"/>
                    <a:pt x="0" y="288"/>
                    <a:pt x="0" y="186"/>
                  </a:cubicBezTo>
                  <a:cubicBezTo>
                    <a:pt x="0" y="83"/>
                    <a:pt x="83" y="0"/>
                    <a:pt x="186" y="0"/>
                  </a:cubicBezTo>
                  <a:cubicBezTo>
                    <a:pt x="288" y="0"/>
                    <a:pt x="371" y="83"/>
                    <a:pt x="371" y="186"/>
                  </a:cubicBezTo>
                  <a:cubicBezTo>
                    <a:pt x="371" y="288"/>
                    <a:pt x="288" y="371"/>
                    <a:pt x="186" y="371"/>
                  </a:cubicBezTo>
                  <a:close/>
                  <a:moveTo>
                    <a:pt x="186" y="8"/>
                  </a:moveTo>
                  <a:cubicBezTo>
                    <a:pt x="88" y="8"/>
                    <a:pt x="8" y="88"/>
                    <a:pt x="8" y="186"/>
                  </a:cubicBezTo>
                  <a:cubicBezTo>
                    <a:pt x="8" y="283"/>
                    <a:pt x="88" y="363"/>
                    <a:pt x="186" y="363"/>
                  </a:cubicBezTo>
                  <a:cubicBezTo>
                    <a:pt x="283" y="363"/>
                    <a:pt x="363" y="283"/>
                    <a:pt x="363" y="186"/>
                  </a:cubicBezTo>
                  <a:cubicBezTo>
                    <a:pt x="363" y="88"/>
                    <a:pt x="283" y="8"/>
                    <a:pt x="186" y="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8" name="Google Shape;398;p9"/>
            <p:cNvSpPr/>
            <p:nvPr/>
          </p:nvSpPr>
          <p:spPr>
            <a:xfrm>
              <a:off x="5978525" y="4573588"/>
              <a:ext cx="496888" cy="498475"/>
            </a:xfrm>
            <a:custGeom>
              <a:avLst/>
              <a:gdLst/>
              <a:ahLst/>
              <a:cxnLst/>
              <a:rect l="l" t="t" r="r" b="b"/>
              <a:pathLst>
                <a:path w="295" h="295" extrusionOk="0">
                  <a:moveTo>
                    <a:pt x="148" y="295"/>
                  </a:moveTo>
                  <a:cubicBezTo>
                    <a:pt x="66" y="295"/>
                    <a:pt x="0" y="229"/>
                    <a:pt x="0" y="148"/>
                  </a:cubicBezTo>
                  <a:cubicBezTo>
                    <a:pt x="0" y="66"/>
                    <a:pt x="66" y="0"/>
                    <a:pt x="148" y="0"/>
                  </a:cubicBezTo>
                  <a:cubicBezTo>
                    <a:pt x="229" y="0"/>
                    <a:pt x="295" y="66"/>
                    <a:pt x="295" y="148"/>
                  </a:cubicBezTo>
                  <a:cubicBezTo>
                    <a:pt x="295" y="229"/>
                    <a:pt x="229" y="295"/>
                    <a:pt x="148" y="295"/>
                  </a:cubicBezTo>
                  <a:close/>
                  <a:moveTo>
                    <a:pt x="148" y="31"/>
                  </a:moveTo>
                  <a:cubicBezTo>
                    <a:pt x="83" y="31"/>
                    <a:pt x="31" y="83"/>
                    <a:pt x="31" y="148"/>
                  </a:cubicBezTo>
                  <a:cubicBezTo>
                    <a:pt x="31" y="212"/>
                    <a:pt x="83" y="264"/>
                    <a:pt x="148" y="264"/>
                  </a:cubicBezTo>
                  <a:cubicBezTo>
                    <a:pt x="212" y="264"/>
                    <a:pt x="264" y="212"/>
                    <a:pt x="264" y="148"/>
                  </a:cubicBezTo>
                  <a:cubicBezTo>
                    <a:pt x="264" y="83"/>
                    <a:pt x="212" y="31"/>
                    <a:pt x="148" y="3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99" name="Google Shape;399;p9"/>
          <p:cNvGrpSpPr/>
          <p:nvPr/>
        </p:nvGrpSpPr>
        <p:grpSpPr>
          <a:xfrm flipH="1">
            <a:off x="713228" y="145611"/>
            <a:ext cx="8230511" cy="4728089"/>
            <a:chOff x="200264" y="145611"/>
            <a:chExt cx="8230511" cy="4728089"/>
          </a:xfrm>
        </p:grpSpPr>
        <p:grpSp>
          <p:nvGrpSpPr>
            <p:cNvPr id="400" name="Google Shape;400;p9"/>
            <p:cNvGrpSpPr/>
            <p:nvPr/>
          </p:nvGrpSpPr>
          <p:grpSpPr>
            <a:xfrm>
              <a:off x="200264" y="145611"/>
              <a:ext cx="1025928" cy="248431"/>
              <a:chOff x="4287838" y="1025525"/>
              <a:chExt cx="708025" cy="171450"/>
            </a:xfrm>
          </p:grpSpPr>
          <p:sp>
            <p:nvSpPr>
              <p:cNvPr id="401" name="Google Shape;401;p9"/>
              <p:cNvSpPr/>
              <p:nvPr/>
            </p:nvSpPr>
            <p:spPr>
              <a:xfrm>
                <a:off x="4914900" y="1025525"/>
                <a:ext cx="80963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51" h="108" extrusionOk="0">
                    <a:moveTo>
                      <a:pt x="38" y="0"/>
                    </a:moveTo>
                    <a:lnTo>
                      <a:pt x="51" y="10"/>
                    </a:lnTo>
                    <a:lnTo>
                      <a:pt x="21" y="54"/>
                    </a:lnTo>
                    <a:lnTo>
                      <a:pt x="51" y="99"/>
                    </a:lnTo>
                    <a:lnTo>
                      <a:pt x="38" y="108"/>
                    </a:lnTo>
                    <a:lnTo>
                      <a:pt x="0" y="54"/>
                    </a:lnTo>
                    <a:lnTo>
                      <a:pt x="38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2" name="Google Shape;402;p9"/>
              <p:cNvSpPr/>
              <p:nvPr/>
            </p:nvSpPr>
            <p:spPr>
              <a:xfrm>
                <a:off x="4846638" y="1025525"/>
                <a:ext cx="80963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51" h="108" extrusionOk="0">
                    <a:moveTo>
                      <a:pt x="37" y="0"/>
                    </a:moveTo>
                    <a:lnTo>
                      <a:pt x="51" y="10"/>
                    </a:lnTo>
                    <a:lnTo>
                      <a:pt x="20" y="54"/>
                    </a:lnTo>
                    <a:lnTo>
                      <a:pt x="51" y="99"/>
                    </a:lnTo>
                    <a:lnTo>
                      <a:pt x="37" y="108"/>
                    </a:lnTo>
                    <a:lnTo>
                      <a:pt x="0" y="54"/>
                    </a:lnTo>
                    <a:lnTo>
                      <a:pt x="3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3" name="Google Shape;403;p9"/>
              <p:cNvSpPr/>
              <p:nvPr/>
            </p:nvSpPr>
            <p:spPr>
              <a:xfrm>
                <a:off x="4776788" y="1025525"/>
                <a:ext cx="79375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50" h="108" extrusionOk="0">
                    <a:moveTo>
                      <a:pt x="37" y="0"/>
                    </a:moveTo>
                    <a:lnTo>
                      <a:pt x="50" y="10"/>
                    </a:lnTo>
                    <a:lnTo>
                      <a:pt x="19" y="54"/>
                    </a:lnTo>
                    <a:lnTo>
                      <a:pt x="50" y="99"/>
                    </a:lnTo>
                    <a:lnTo>
                      <a:pt x="37" y="108"/>
                    </a:lnTo>
                    <a:lnTo>
                      <a:pt x="0" y="54"/>
                    </a:lnTo>
                    <a:lnTo>
                      <a:pt x="3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4" name="Google Shape;404;p9"/>
              <p:cNvSpPr/>
              <p:nvPr/>
            </p:nvSpPr>
            <p:spPr>
              <a:xfrm>
                <a:off x="4706938" y="1025525"/>
                <a:ext cx="80963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51" h="108" extrusionOk="0">
                    <a:moveTo>
                      <a:pt x="37" y="0"/>
                    </a:moveTo>
                    <a:lnTo>
                      <a:pt x="51" y="10"/>
                    </a:lnTo>
                    <a:lnTo>
                      <a:pt x="20" y="54"/>
                    </a:lnTo>
                    <a:lnTo>
                      <a:pt x="51" y="99"/>
                    </a:lnTo>
                    <a:lnTo>
                      <a:pt x="37" y="108"/>
                    </a:lnTo>
                    <a:lnTo>
                      <a:pt x="0" y="54"/>
                    </a:lnTo>
                    <a:lnTo>
                      <a:pt x="3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5" name="Google Shape;405;p9"/>
              <p:cNvSpPr/>
              <p:nvPr/>
            </p:nvSpPr>
            <p:spPr>
              <a:xfrm>
                <a:off x="4637088" y="1025525"/>
                <a:ext cx="79375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50" h="108" extrusionOk="0">
                    <a:moveTo>
                      <a:pt x="37" y="0"/>
                    </a:moveTo>
                    <a:lnTo>
                      <a:pt x="50" y="10"/>
                    </a:lnTo>
                    <a:lnTo>
                      <a:pt x="19" y="54"/>
                    </a:lnTo>
                    <a:lnTo>
                      <a:pt x="50" y="99"/>
                    </a:lnTo>
                    <a:lnTo>
                      <a:pt x="37" y="108"/>
                    </a:lnTo>
                    <a:lnTo>
                      <a:pt x="0" y="54"/>
                    </a:lnTo>
                    <a:lnTo>
                      <a:pt x="3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6" name="Google Shape;406;p9"/>
              <p:cNvSpPr/>
              <p:nvPr/>
            </p:nvSpPr>
            <p:spPr>
              <a:xfrm>
                <a:off x="4568825" y="1025525"/>
                <a:ext cx="77788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49" h="108" extrusionOk="0">
                    <a:moveTo>
                      <a:pt x="37" y="0"/>
                    </a:moveTo>
                    <a:lnTo>
                      <a:pt x="49" y="10"/>
                    </a:lnTo>
                    <a:lnTo>
                      <a:pt x="19" y="54"/>
                    </a:lnTo>
                    <a:lnTo>
                      <a:pt x="49" y="99"/>
                    </a:lnTo>
                    <a:lnTo>
                      <a:pt x="37" y="108"/>
                    </a:lnTo>
                    <a:lnTo>
                      <a:pt x="0" y="54"/>
                    </a:lnTo>
                    <a:lnTo>
                      <a:pt x="3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7" name="Google Shape;407;p9"/>
              <p:cNvSpPr/>
              <p:nvPr/>
            </p:nvSpPr>
            <p:spPr>
              <a:xfrm>
                <a:off x="4497388" y="1025525"/>
                <a:ext cx="80963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51" h="108" extrusionOk="0">
                    <a:moveTo>
                      <a:pt x="37" y="0"/>
                    </a:moveTo>
                    <a:lnTo>
                      <a:pt x="51" y="10"/>
                    </a:lnTo>
                    <a:lnTo>
                      <a:pt x="20" y="54"/>
                    </a:lnTo>
                    <a:lnTo>
                      <a:pt x="51" y="99"/>
                    </a:lnTo>
                    <a:lnTo>
                      <a:pt x="37" y="108"/>
                    </a:lnTo>
                    <a:lnTo>
                      <a:pt x="0" y="54"/>
                    </a:lnTo>
                    <a:lnTo>
                      <a:pt x="3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8" name="Google Shape;408;p9"/>
              <p:cNvSpPr/>
              <p:nvPr/>
            </p:nvSpPr>
            <p:spPr>
              <a:xfrm>
                <a:off x="4427538" y="1025525"/>
                <a:ext cx="79375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50" h="108" extrusionOk="0">
                    <a:moveTo>
                      <a:pt x="38" y="0"/>
                    </a:moveTo>
                    <a:lnTo>
                      <a:pt x="50" y="10"/>
                    </a:lnTo>
                    <a:lnTo>
                      <a:pt x="20" y="54"/>
                    </a:lnTo>
                    <a:lnTo>
                      <a:pt x="50" y="99"/>
                    </a:lnTo>
                    <a:lnTo>
                      <a:pt x="38" y="108"/>
                    </a:lnTo>
                    <a:lnTo>
                      <a:pt x="0" y="54"/>
                    </a:lnTo>
                    <a:lnTo>
                      <a:pt x="38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9" name="Google Shape;409;p9"/>
              <p:cNvSpPr/>
              <p:nvPr/>
            </p:nvSpPr>
            <p:spPr>
              <a:xfrm>
                <a:off x="4359275" y="1025525"/>
                <a:ext cx="79375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50" h="108" extrusionOk="0">
                    <a:moveTo>
                      <a:pt x="37" y="0"/>
                    </a:moveTo>
                    <a:lnTo>
                      <a:pt x="50" y="10"/>
                    </a:lnTo>
                    <a:lnTo>
                      <a:pt x="19" y="54"/>
                    </a:lnTo>
                    <a:lnTo>
                      <a:pt x="50" y="99"/>
                    </a:lnTo>
                    <a:lnTo>
                      <a:pt x="37" y="108"/>
                    </a:lnTo>
                    <a:lnTo>
                      <a:pt x="0" y="54"/>
                    </a:lnTo>
                    <a:lnTo>
                      <a:pt x="3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0" name="Google Shape;410;p9"/>
              <p:cNvSpPr/>
              <p:nvPr/>
            </p:nvSpPr>
            <p:spPr>
              <a:xfrm>
                <a:off x="4287838" y="1025525"/>
                <a:ext cx="80963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51" h="108" extrusionOk="0">
                    <a:moveTo>
                      <a:pt x="37" y="0"/>
                    </a:moveTo>
                    <a:lnTo>
                      <a:pt x="51" y="10"/>
                    </a:lnTo>
                    <a:lnTo>
                      <a:pt x="20" y="54"/>
                    </a:lnTo>
                    <a:lnTo>
                      <a:pt x="51" y="99"/>
                    </a:lnTo>
                    <a:lnTo>
                      <a:pt x="37" y="108"/>
                    </a:lnTo>
                    <a:lnTo>
                      <a:pt x="0" y="54"/>
                    </a:lnTo>
                    <a:lnTo>
                      <a:pt x="3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411" name="Google Shape;411;p9"/>
            <p:cNvCxnSpPr/>
            <p:nvPr/>
          </p:nvCxnSpPr>
          <p:spPr>
            <a:xfrm>
              <a:off x="5647675" y="4873700"/>
              <a:ext cx="2783100" cy="0"/>
            </a:xfrm>
            <a:prstGeom prst="straightConnector1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10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414" name="Google Shape;414;p10"/>
          <p:cNvSpPr txBox="1">
            <a:spLocks noGrp="1"/>
          </p:cNvSpPr>
          <p:nvPr>
            <p:ph type="title"/>
          </p:nvPr>
        </p:nvSpPr>
        <p:spPr>
          <a:xfrm>
            <a:off x="1948800" y="4014450"/>
            <a:ext cx="5246400" cy="4416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6" name="Google Shape;416;p11"/>
          <p:cNvGrpSpPr/>
          <p:nvPr/>
        </p:nvGrpSpPr>
        <p:grpSpPr>
          <a:xfrm>
            <a:off x="7706075" y="-184400"/>
            <a:ext cx="1449389" cy="1447800"/>
            <a:chOff x="5502275" y="4098925"/>
            <a:chExt cx="1449389" cy="1447800"/>
          </a:xfrm>
        </p:grpSpPr>
        <p:sp>
          <p:nvSpPr>
            <p:cNvPr id="417" name="Google Shape;417;p11"/>
            <p:cNvSpPr/>
            <p:nvPr/>
          </p:nvSpPr>
          <p:spPr>
            <a:xfrm>
              <a:off x="5502275" y="4098925"/>
              <a:ext cx="1449389" cy="1447800"/>
            </a:xfrm>
            <a:custGeom>
              <a:avLst/>
              <a:gdLst/>
              <a:ahLst/>
              <a:cxnLst/>
              <a:rect l="l" t="t" r="r" b="b"/>
              <a:pathLst>
                <a:path w="859" h="858" extrusionOk="0">
                  <a:moveTo>
                    <a:pt x="430" y="858"/>
                  </a:moveTo>
                  <a:cubicBezTo>
                    <a:pt x="193" y="858"/>
                    <a:pt x="0" y="665"/>
                    <a:pt x="0" y="429"/>
                  </a:cubicBezTo>
                  <a:cubicBezTo>
                    <a:pt x="0" y="192"/>
                    <a:pt x="193" y="0"/>
                    <a:pt x="430" y="0"/>
                  </a:cubicBezTo>
                  <a:cubicBezTo>
                    <a:pt x="666" y="0"/>
                    <a:pt x="859" y="192"/>
                    <a:pt x="859" y="429"/>
                  </a:cubicBezTo>
                  <a:cubicBezTo>
                    <a:pt x="859" y="665"/>
                    <a:pt x="666" y="858"/>
                    <a:pt x="430" y="858"/>
                  </a:cubicBezTo>
                  <a:close/>
                  <a:moveTo>
                    <a:pt x="430" y="10"/>
                  </a:moveTo>
                  <a:cubicBezTo>
                    <a:pt x="199" y="10"/>
                    <a:pt x="11" y="198"/>
                    <a:pt x="11" y="429"/>
                  </a:cubicBezTo>
                  <a:cubicBezTo>
                    <a:pt x="11" y="659"/>
                    <a:pt x="199" y="847"/>
                    <a:pt x="430" y="847"/>
                  </a:cubicBezTo>
                  <a:cubicBezTo>
                    <a:pt x="660" y="847"/>
                    <a:pt x="848" y="659"/>
                    <a:pt x="848" y="429"/>
                  </a:cubicBezTo>
                  <a:cubicBezTo>
                    <a:pt x="848" y="198"/>
                    <a:pt x="660" y="10"/>
                    <a:pt x="430" y="1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8" name="Google Shape;418;p11"/>
            <p:cNvSpPr/>
            <p:nvPr/>
          </p:nvSpPr>
          <p:spPr>
            <a:xfrm>
              <a:off x="5548313" y="4143375"/>
              <a:ext cx="1357313" cy="1358900"/>
            </a:xfrm>
            <a:custGeom>
              <a:avLst/>
              <a:gdLst/>
              <a:ahLst/>
              <a:cxnLst/>
              <a:rect l="l" t="t" r="r" b="b"/>
              <a:pathLst>
                <a:path w="805" h="805" extrusionOk="0">
                  <a:moveTo>
                    <a:pt x="403" y="805"/>
                  </a:moveTo>
                  <a:cubicBezTo>
                    <a:pt x="180" y="805"/>
                    <a:pt x="0" y="625"/>
                    <a:pt x="0" y="403"/>
                  </a:cubicBezTo>
                  <a:cubicBezTo>
                    <a:pt x="0" y="181"/>
                    <a:pt x="180" y="0"/>
                    <a:pt x="403" y="0"/>
                  </a:cubicBezTo>
                  <a:cubicBezTo>
                    <a:pt x="625" y="0"/>
                    <a:pt x="805" y="181"/>
                    <a:pt x="805" y="403"/>
                  </a:cubicBezTo>
                  <a:cubicBezTo>
                    <a:pt x="805" y="625"/>
                    <a:pt x="625" y="805"/>
                    <a:pt x="403" y="805"/>
                  </a:cubicBezTo>
                  <a:close/>
                  <a:moveTo>
                    <a:pt x="403" y="7"/>
                  </a:moveTo>
                  <a:cubicBezTo>
                    <a:pt x="184" y="7"/>
                    <a:pt x="7" y="185"/>
                    <a:pt x="7" y="403"/>
                  </a:cubicBezTo>
                  <a:cubicBezTo>
                    <a:pt x="7" y="621"/>
                    <a:pt x="184" y="798"/>
                    <a:pt x="403" y="798"/>
                  </a:cubicBezTo>
                  <a:cubicBezTo>
                    <a:pt x="621" y="798"/>
                    <a:pt x="798" y="621"/>
                    <a:pt x="798" y="403"/>
                  </a:cubicBezTo>
                  <a:cubicBezTo>
                    <a:pt x="798" y="185"/>
                    <a:pt x="621" y="7"/>
                    <a:pt x="403" y="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9" name="Google Shape;419;p11"/>
            <p:cNvSpPr/>
            <p:nvPr/>
          </p:nvSpPr>
          <p:spPr>
            <a:xfrm>
              <a:off x="5595938" y="4192588"/>
              <a:ext cx="1262063" cy="1262063"/>
            </a:xfrm>
            <a:custGeom>
              <a:avLst/>
              <a:gdLst/>
              <a:ahLst/>
              <a:cxnLst/>
              <a:rect l="l" t="t" r="r" b="b"/>
              <a:pathLst>
                <a:path w="749" h="748" extrusionOk="0">
                  <a:moveTo>
                    <a:pt x="375" y="748"/>
                  </a:moveTo>
                  <a:cubicBezTo>
                    <a:pt x="375" y="748"/>
                    <a:pt x="375" y="748"/>
                    <a:pt x="375" y="748"/>
                  </a:cubicBezTo>
                  <a:cubicBezTo>
                    <a:pt x="372" y="748"/>
                    <a:pt x="369" y="748"/>
                    <a:pt x="366" y="748"/>
                  </a:cubicBezTo>
                  <a:cubicBezTo>
                    <a:pt x="367" y="689"/>
                    <a:pt x="367" y="689"/>
                    <a:pt x="367" y="689"/>
                  </a:cubicBezTo>
                  <a:cubicBezTo>
                    <a:pt x="370" y="689"/>
                    <a:pt x="372" y="689"/>
                    <a:pt x="375" y="689"/>
                  </a:cubicBezTo>
                  <a:lnTo>
                    <a:pt x="375" y="748"/>
                  </a:lnTo>
                  <a:close/>
                  <a:moveTo>
                    <a:pt x="382" y="748"/>
                  </a:moveTo>
                  <a:cubicBezTo>
                    <a:pt x="381" y="689"/>
                    <a:pt x="381" y="689"/>
                    <a:pt x="381" y="689"/>
                  </a:cubicBezTo>
                  <a:cubicBezTo>
                    <a:pt x="383" y="689"/>
                    <a:pt x="386" y="689"/>
                    <a:pt x="388" y="689"/>
                  </a:cubicBezTo>
                  <a:cubicBezTo>
                    <a:pt x="390" y="747"/>
                    <a:pt x="390" y="747"/>
                    <a:pt x="390" y="747"/>
                  </a:cubicBezTo>
                  <a:cubicBezTo>
                    <a:pt x="388" y="747"/>
                    <a:pt x="385" y="748"/>
                    <a:pt x="382" y="748"/>
                  </a:cubicBezTo>
                  <a:close/>
                  <a:moveTo>
                    <a:pt x="359" y="747"/>
                  </a:moveTo>
                  <a:cubicBezTo>
                    <a:pt x="356" y="747"/>
                    <a:pt x="353" y="747"/>
                    <a:pt x="350" y="747"/>
                  </a:cubicBezTo>
                  <a:cubicBezTo>
                    <a:pt x="354" y="689"/>
                    <a:pt x="354" y="689"/>
                    <a:pt x="354" y="689"/>
                  </a:cubicBezTo>
                  <a:cubicBezTo>
                    <a:pt x="356" y="689"/>
                    <a:pt x="359" y="689"/>
                    <a:pt x="361" y="689"/>
                  </a:cubicBezTo>
                  <a:lnTo>
                    <a:pt x="359" y="747"/>
                  </a:lnTo>
                  <a:close/>
                  <a:moveTo>
                    <a:pt x="398" y="747"/>
                  </a:moveTo>
                  <a:cubicBezTo>
                    <a:pt x="394" y="689"/>
                    <a:pt x="394" y="689"/>
                    <a:pt x="394" y="689"/>
                  </a:cubicBezTo>
                  <a:cubicBezTo>
                    <a:pt x="397" y="688"/>
                    <a:pt x="399" y="688"/>
                    <a:pt x="401" y="688"/>
                  </a:cubicBezTo>
                  <a:cubicBezTo>
                    <a:pt x="406" y="746"/>
                    <a:pt x="406" y="746"/>
                    <a:pt x="406" y="746"/>
                  </a:cubicBezTo>
                  <a:cubicBezTo>
                    <a:pt x="403" y="747"/>
                    <a:pt x="401" y="747"/>
                    <a:pt x="398" y="747"/>
                  </a:cubicBezTo>
                  <a:close/>
                  <a:moveTo>
                    <a:pt x="343" y="746"/>
                  </a:moveTo>
                  <a:cubicBezTo>
                    <a:pt x="340" y="746"/>
                    <a:pt x="337" y="746"/>
                    <a:pt x="334" y="746"/>
                  </a:cubicBezTo>
                  <a:cubicBezTo>
                    <a:pt x="341" y="687"/>
                    <a:pt x="341" y="687"/>
                    <a:pt x="341" y="687"/>
                  </a:cubicBezTo>
                  <a:cubicBezTo>
                    <a:pt x="343" y="688"/>
                    <a:pt x="345" y="688"/>
                    <a:pt x="348" y="688"/>
                  </a:cubicBezTo>
                  <a:lnTo>
                    <a:pt x="343" y="746"/>
                  </a:lnTo>
                  <a:close/>
                  <a:moveTo>
                    <a:pt x="414" y="746"/>
                  </a:moveTo>
                  <a:cubicBezTo>
                    <a:pt x="407" y="688"/>
                    <a:pt x="407" y="688"/>
                    <a:pt x="407" y="688"/>
                  </a:cubicBezTo>
                  <a:cubicBezTo>
                    <a:pt x="410" y="687"/>
                    <a:pt x="412" y="687"/>
                    <a:pt x="415" y="687"/>
                  </a:cubicBezTo>
                  <a:cubicBezTo>
                    <a:pt x="422" y="745"/>
                    <a:pt x="422" y="745"/>
                    <a:pt x="422" y="745"/>
                  </a:cubicBezTo>
                  <a:cubicBezTo>
                    <a:pt x="419" y="745"/>
                    <a:pt x="416" y="745"/>
                    <a:pt x="414" y="746"/>
                  </a:cubicBezTo>
                  <a:close/>
                  <a:moveTo>
                    <a:pt x="327" y="745"/>
                  </a:moveTo>
                  <a:cubicBezTo>
                    <a:pt x="324" y="744"/>
                    <a:pt x="321" y="744"/>
                    <a:pt x="319" y="744"/>
                  </a:cubicBezTo>
                  <a:cubicBezTo>
                    <a:pt x="327" y="686"/>
                    <a:pt x="327" y="686"/>
                    <a:pt x="327" y="686"/>
                  </a:cubicBezTo>
                  <a:cubicBezTo>
                    <a:pt x="330" y="686"/>
                    <a:pt x="332" y="686"/>
                    <a:pt x="334" y="687"/>
                  </a:cubicBezTo>
                  <a:lnTo>
                    <a:pt x="327" y="745"/>
                  </a:lnTo>
                  <a:close/>
                  <a:moveTo>
                    <a:pt x="429" y="744"/>
                  </a:moveTo>
                  <a:cubicBezTo>
                    <a:pt x="421" y="686"/>
                    <a:pt x="421" y="686"/>
                    <a:pt x="421" y="686"/>
                  </a:cubicBezTo>
                  <a:cubicBezTo>
                    <a:pt x="423" y="686"/>
                    <a:pt x="426" y="685"/>
                    <a:pt x="428" y="685"/>
                  </a:cubicBezTo>
                  <a:cubicBezTo>
                    <a:pt x="438" y="742"/>
                    <a:pt x="438" y="742"/>
                    <a:pt x="438" y="742"/>
                  </a:cubicBezTo>
                  <a:cubicBezTo>
                    <a:pt x="435" y="743"/>
                    <a:pt x="432" y="743"/>
                    <a:pt x="429" y="744"/>
                  </a:cubicBezTo>
                  <a:close/>
                  <a:moveTo>
                    <a:pt x="311" y="742"/>
                  </a:moveTo>
                  <a:cubicBezTo>
                    <a:pt x="309" y="742"/>
                    <a:pt x="306" y="741"/>
                    <a:pt x="303" y="741"/>
                  </a:cubicBezTo>
                  <a:cubicBezTo>
                    <a:pt x="314" y="683"/>
                    <a:pt x="314" y="683"/>
                    <a:pt x="314" y="683"/>
                  </a:cubicBezTo>
                  <a:cubicBezTo>
                    <a:pt x="316" y="684"/>
                    <a:pt x="319" y="684"/>
                    <a:pt x="321" y="685"/>
                  </a:cubicBezTo>
                  <a:lnTo>
                    <a:pt x="311" y="742"/>
                  </a:lnTo>
                  <a:close/>
                  <a:moveTo>
                    <a:pt x="445" y="741"/>
                  </a:moveTo>
                  <a:cubicBezTo>
                    <a:pt x="434" y="684"/>
                    <a:pt x="434" y="684"/>
                    <a:pt x="434" y="684"/>
                  </a:cubicBezTo>
                  <a:cubicBezTo>
                    <a:pt x="436" y="683"/>
                    <a:pt x="439" y="683"/>
                    <a:pt x="441" y="682"/>
                  </a:cubicBezTo>
                  <a:cubicBezTo>
                    <a:pt x="453" y="739"/>
                    <a:pt x="453" y="739"/>
                    <a:pt x="453" y="739"/>
                  </a:cubicBezTo>
                  <a:cubicBezTo>
                    <a:pt x="451" y="740"/>
                    <a:pt x="448" y="741"/>
                    <a:pt x="445" y="741"/>
                  </a:cubicBezTo>
                  <a:close/>
                  <a:moveTo>
                    <a:pt x="296" y="739"/>
                  </a:moveTo>
                  <a:cubicBezTo>
                    <a:pt x="293" y="739"/>
                    <a:pt x="290" y="738"/>
                    <a:pt x="287" y="737"/>
                  </a:cubicBezTo>
                  <a:cubicBezTo>
                    <a:pt x="301" y="681"/>
                    <a:pt x="301" y="681"/>
                    <a:pt x="301" y="681"/>
                  </a:cubicBezTo>
                  <a:cubicBezTo>
                    <a:pt x="303" y="681"/>
                    <a:pt x="306" y="682"/>
                    <a:pt x="308" y="682"/>
                  </a:cubicBezTo>
                  <a:lnTo>
                    <a:pt x="296" y="739"/>
                  </a:lnTo>
                  <a:close/>
                  <a:moveTo>
                    <a:pt x="460" y="738"/>
                  </a:moveTo>
                  <a:cubicBezTo>
                    <a:pt x="447" y="681"/>
                    <a:pt x="447" y="681"/>
                    <a:pt x="447" y="681"/>
                  </a:cubicBezTo>
                  <a:cubicBezTo>
                    <a:pt x="449" y="680"/>
                    <a:pt x="452" y="680"/>
                    <a:pt x="454" y="679"/>
                  </a:cubicBezTo>
                  <a:cubicBezTo>
                    <a:pt x="469" y="736"/>
                    <a:pt x="469" y="736"/>
                    <a:pt x="469" y="736"/>
                  </a:cubicBezTo>
                  <a:cubicBezTo>
                    <a:pt x="466" y="736"/>
                    <a:pt x="463" y="737"/>
                    <a:pt x="460" y="738"/>
                  </a:cubicBezTo>
                  <a:close/>
                  <a:moveTo>
                    <a:pt x="280" y="736"/>
                  </a:moveTo>
                  <a:cubicBezTo>
                    <a:pt x="278" y="735"/>
                    <a:pt x="275" y="734"/>
                    <a:pt x="272" y="733"/>
                  </a:cubicBezTo>
                  <a:cubicBezTo>
                    <a:pt x="288" y="677"/>
                    <a:pt x="288" y="677"/>
                    <a:pt x="288" y="677"/>
                  </a:cubicBezTo>
                  <a:cubicBezTo>
                    <a:pt x="290" y="678"/>
                    <a:pt x="293" y="679"/>
                    <a:pt x="295" y="679"/>
                  </a:cubicBezTo>
                  <a:lnTo>
                    <a:pt x="280" y="736"/>
                  </a:lnTo>
                  <a:close/>
                  <a:moveTo>
                    <a:pt x="476" y="734"/>
                  </a:moveTo>
                  <a:cubicBezTo>
                    <a:pt x="460" y="678"/>
                    <a:pt x="460" y="678"/>
                    <a:pt x="460" y="678"/>
                  </a:cubicBezTo>
                  <a:cubicBezTo>
                    <a:pt x="462" y="677"/>
                    <a:pt x="465" y="676"/>
                    <a:pt x="467" y="675"/>
                  </a:cubicBezTo>
                  <a:cubicBezTo>
                    <a:pt x="484" y="731"/>
                    <a:pt x="484" y="731"/>
                    <a:pt x="484" y="731"/>
                  </a:cubicBezTo>
                  <a:cubicBezTo>
                    <a:pt x="481" y="732"/>
                    <a:pt x="479" y="733"/>
                    <a:pt x="476" y="734"/>
                  </a:cubicBezTo>
                  <a:close/>
                  <a:moveTo>
                    <a:pt x="265" y="731"/>
                  </a:moveTo>
                  <a:cubicBezTo>
                    <a:pt x="262" y="731"/>
                    <a:pt x="260" y="730"/>
                    <a:pt x="257" y="729"/>
                  </a:cubicBezTo>
                  <a:cubicBezTo>
                    <a:pt x="275" y="673"/>
                    <a:pt x="275" y="673"/>
                    <a:pt x="275" y="673"/>
                  </a:cubicBezTo>
                  <a:cubicBezTo>
                    <a:pt x="278" y="674"/>
                    <a:pt x="280" y="675"/>
                    <a:pt x="282" y="676"/>
                  </a:cubicBezTo>
                  <a:lnTo>
                    <a:pt x="265" y="731"/>
                  </a:lnTo>
                  <a:close/>
                  <a:moveTo>
                    <a:pt x="491" y="729"/>
                  </a:moveTo>
                  <a:cubicBezTo>
                    <a:pt x="473" y="674"/>
                    <a:pt x="473" y="674"/>
                    <a:pt x="473" y="674"/>
                  </a:cubicBezTo>
                  <a:cubicBezTo>
                    <a:pt x="475" y="673"/>
                    <a:pt x="477" y="672"/>
                    <a:pt x="480" y="671"/>
                  </a:cubicBezTo>
                  <a:cubicBezTo>
                    <a:pt x="499" y="726"/>
                    <a:pt x="499" y="726"/>
                    <a:pt x="499" y="726"/>
                  </a:cubicBezTo>
                  <a:cubicBezTo>
                    <a:pt x="496" y="727"/>
                    <a:pt x="494" y="728"/>
                    <a:pt x="491" y="729"/>
                  </a:cubicBezTo>
                  <a:close/>
                  <a:moveTo>
                    <a:pt x="250" y="726"/>
                  </a:moveTo>
                  <a:cubicBezTo>
                    <a:pt x="247" y="725"/>
                    <a:pt x="244" y="724"/>
                    <a:pt x="242" y="723"/>
                  </a:cubicBezTo>
                  <a:cubicBezTo>
                    <a:pt x="263" y="669"/>
                    <a:pt x="263" y="669"/>
                    <a:pt x="263" y="669"/>
                  </a:cubicBezTo>
                  <a:cubicBezTo>
                    <a:pt x="265" y="670"/>
                    <a:pt x="267" y="671"/>
                    <a:pt x="269" y="671"/>
                  </a:cubicBezTo>
                  <a:lnTo>
                    <a:pt x="250" y="726"/>
                  </a:lnTo>
                  <a:close/>
                  <a:moveTo>
                    <a:pt x="506" y="724"/>
                  </a:moveTo>
                  <a:cubicBezTo>
                    <a:pt x="485" y="669"/>
                    <a:pt x="485" y="669"/>
                    <a:pt x="485" y="669"/>
                  </a:cubicBezTo>
                  <a:cubicBezTo>
                    <a:pt x="488" y="668"/>
                    <a:pt x="490" y="667"/>
                    <a:pt x="492" y="667"/>
                  </a:cubicBezTo>
                  <a:cubicBezTo>
                    <a:pt x="514" y="721"/>
                    <a:pt x="514" y="721"/>
                    <a:pt x="514" y="721"/>
                  </a:cubicBezTo>
                  <a:cubicBezTo>
                    <a:pt x="511" y="722"/>
                    <a:pt x="509" y="723"/>
                    <a:pt x="506" y="724"/>
                  </a:cubicBezTo>
                  <a:close/>
                  <a:moveTo>
                    <a:pt x="235" y="721"/>
                  </a:moveTo>
                  <a:cubicBezTo>
                    <a:pt x="232" y="720"/>
                    <a:pt x="230" y="719"/>
                    <a:pt x="227" y="718"/>
                  </a:cubicBezTo>
                  <a:cubicBezTo>
                    <a:pt x="250" y="664"/>
                    <a:pt x="250" y="664"/>
                    <a:pt x="250" y="664"/>
                  </a:cubicBezTo>
                  <a:cubicBezTo>
                    <a:pt x="252" y="665"/>
                    <a:pt x="255" y="666"/>
                    <a:pt x="257" y="667"/>
                  </a:cubicBezTo>
                  <a:lnTo>
                    <a:pt x="235" y="721"/>
                  </a:lnTo>
                  <a:close/>
                  <a:moveTo>
                    <a:pt x="521" y="718"/>
                  </a:moveTo>
                  <a:cubicBezTo>
                    <a:pt x="498" y="664"/>
                    <a:pt x="498" y="664"/>
                    <a:pt x="498" y="664"/>
                  </a:cubicBezTo>
                  <a:cubicBezTo>
                    <a:pt x="500" y="663"/>
                    <a:pt x="502" y="662"/>
                    <a:pt x="504" y="661"/>
                  </a:cubicBezTo>
                  <a:cubicBezTo>
                    <a:pt x="529" y="715"/>
                    <a:pt x="529" y="715"/>
                    <a:pt x="529" y="715"/>
                  </a:cubicBezTo>
                  <a:cubicBezTo>
                    <a:pt x="526" y="716"/>
                    <a:pt x="523" y="717"/>
                    <a:pt x="521" y="718"/>
                  </a:cubicBezTo>
                  <a:close/>
                  <a:moveTo>
                    <a:pt x="220" y="715"/>
                  </a:moveTo>
                  <a:cubicBezTo>
                    <a:pt x="218" y="713"/>
                    <a:pt x="215" y="712"/>
                    <a:pt x="213" y="711"/>
                  </a:cubicBezTo>
                  <a:cubicBezTo>
                    <a:pt x="238" y="658"/>
                    <a:pt x="238" y="658"/>
                    <a:pt x="238" y="658"/>
                  </a:cubicBezTo>
                  <a:cubicBezTo>
                    <a:pt x="240" y="659"/>
                    <a:pt x="242" y="660"/>
                    <a:pt x="245" y="661"/>
                  </a:cubicBezTo>
                  <a:lnTo>
                    <a:pt x="220" y="715"/>
                  </a:lnTo>
                  <a:close/>
                  <a:moveTo>
                    <a:pt x="535" y="712"/>
                  </a:moveTo>
                  <a:cubicBezTo>
                    <a:pt x="510" y="659"/>
                    <a:pt x="510" y="659"/>
                    <a:pt x="510" y="659"/>
                  </a:cubicBezTo>
                  <a:cubicBezTo>
                    <a:pt x="512" y="658"/>
                    <a:pt x="514" y="657"/>
                    <a:pt x="517" y="656"/>
                  </a:cubicBezTo>
                  <a:cubicBezTo>
                    <a:pt x="543" y="708"/>
                    <a:pt x="543" y="708"/>
                    <a:pt x="543" y="708"/>
                  </a:cubicBezTo>
                  <a:cubicBezTo>
                    <a:pt x="540" y="709"/>
                    <a:pt x="538" y="710"/>
                    <a:pt x="535" y="712"/>
                  </a:cubicBezTo>
                  <a:close/>
                  <a:moveTo>
                    <a:pt x="206" y="708"/>
                  </a:moveTo>
                  <a:cubicBezTo>
                    <a:pt x="203" y="706"/>
                    <a:pt x="201" y="705"/>
                    <a:pt x="198" y="704"/>
                  </a:cubicBezTo>
                  <a:cubicBezTo>
                    <a:pt x="226" y="652"/>
                    <a:pt x="226" y="652"/>
                    <a:pt x="226" y="652"/>
                  </a:cubicBezTo>
                  <a:cubicBezTo>
                    <a:pt x="228" y="653"/>
                    <a:pt x="230" y="654"/>
                    <a:pt x="232" y="656"/>
                  </a:cubicBezTo>
                  <a:lnTo>
                    <a:pt x="206" y="708"/>
                  </a:lnTo>
                  <a:close/>
                  <a:moveTo>
                    <a:pt x="549" y="704"/>
                  </a:moveTo>
                  <a:cubicBezTo>
                    <a:pt x="522" y="653"/>
                    <a:pt x="522" y="653"/>
                    <a:pt x="522" y="653"/>
                  </a:cubicBezTo>
                  <a:cubicBezTo>
                    <a:pt x="524" y="652"/>
                    <a:pt x="526" y="650"/>
                    <a:pt x="528" y="649"/>
                  </a:cubicBezTo>
                  <a:cubicBezTo>
                    <a:pt x="557" y="700"/>
                    <a:pt x="557" y="700"/>
                    <a:pt x="557" y="700"/>
                  </a:cubicBezTo>
                  <a:cubicBezTo>
                    <a:pt x="554" y="702"/>
                    <a:pt x="552" y="703"/>
                    <a:pt x="549" y="704"/>
                  </a:cubicBezTo>
                  <a:close/>
                  <a:moveTo>
                    <a:pt x="192" y="700"/>
                  </a:moveTo>
                  <a:cubicBezTo>
                    <a:pt x="189" y="699"/>
                    <a:pt x="187" y="697"/>
                    <a:pt x="184" y="696"/>
                  </a:cubicBezTo>
                  <a:cubicBezTo>
                    <a:pt x="214" y="646"/>
                    <a:pt x="214" y="646"/>
                    <a:pt x="214" y="646"/>
                  </a:cubicBezTo>
                  <a:cubicBezTo>
                    <a:pt x="216" y="647"/>
                    <a:pt x="218" y="648"/>
                    <a:pt x="221" y="649"/>
                  </a:cubicBezTo>
                  <a:lnTo>
                    <a:pt x="192" y="700"/>
                  </a:lnTo>
                  <a:close/>
                  <a:moveTo>
                    <a:pt x="563" y="697"/>
                  </a:moveTo>
                  <a:cubicBezTo>
                    <a:pt x="534" y="646"/>
                    <a:pt x="534" y="646"/>
                    <a:pt x="534" y="646"/>
                  </a:cubicBezTo>
                  <a:cubicBezTo>
                    <a:pt x="536" y="645"/>
                    <a:pt x="538" y="644"/>
                    <a:pt x="540" y="642"/>
                  </a:cubicBezTo>
                  <a:cubicBezTo>
                    <a:pt x="571" y="692"/>
                    <a:pt x="571" y="692"/>
                    <a:pt x="571" y="692"/>
                  </a:cubicBezTo>
                  <a:cubicBezTo>
                    <a:pt x="568" y="694"/>
                    <a:pt x="566" y="695"/>
                    <a:pt x="563" y="697"/>
                  </a:cubicBezTo>
                  <a:close/>
                  <a:moveTo>
                    <a:pt x="178" y="692"/>
                  </a:moveTo>
                  <a:cubicBezTo>
                    <a:pt x="176" y="691"/>
                    <a:pt x="173" y="689"/>
                    <a:pt x="171" y="688"/>
                  </a:cubicBezTo>
                  <a:cubicBezTo>
                    <a:pt x="203" y="638"/>
                    <a:pt x="203" y="638"/>
                    <a:pt x="203" y="638"/>
                  </a:cubicBezTo>
                  <a:cubicBezTo>
                    <a:pt x="205" y="640"/>
                    <a:pt x="207" y="641"/>
                    <a:pt x="209" y="642"/>
                  </a:cubicBezTo>
                  <a:lnTo>
                    <a:pt x="178" y="692"/>
                  </a:lnTo>
                  <a:close/>
                  <a:moveTo>
                    <a:pt x="577" y="688"/>
                  </a:moveTo>
                  <a:cubicBezTo>
                    <a:pt x="545" y="639"/>
                    <a:pt x="545" y="639"/>
                    <a:pt x="545" y="639"/>
                  </a:cubicBezTo>
                  <a:cubicBezTo>
                    <a:pt x="547" y="638"/>
                    <a:pt x="549" y="637"/>
                    <a:pt x="551" y="635"/>
                  </a:cubicBezTo>
                  <a:cubicBezTo>
                    <a:pt x="584" y="684"/>
                    <a:pt x="584" y="684"/>
                    <a:pt x="584" y="684"/>
                  </a:cubicBezTo>
                  <a:cubicBezTo>
                    <a:pt x="581" y="685"/>
                    <a:pt x="579" y="687"/>
                    <a:pt x="577" y="688"/>
                  </a:cubicBezTo>
                  <a:close/>
                  <a:moveTo>
                    <a:pt x="165" y="684"/>
                  </a:moveTo>
                  <a:cubicBezTo>
                    <a:pt x="163" y="682"/>
                    <a:pt x="160" y="680"/>
                    <a:pt x="158" y="679"/>
                  </a:cubicBezTo>
                  <a:cubicBezTo>
                    <a:pt x="192" y="631"/>
                    <a:pt x="192" y="631"/>
                    <a:pt x="192" y="631"/>
                  </a:cubicBezTo>
                  <a:cubicBezTo>
                    <a:pt x="194" y="632"/>
                    <a:pt x="196" y="634"/>
                    <a:pt x="198" y="635"/>
                  </a:cubicBezTo>
                  <a:lnTo>
                    <a:pt x="165" y="684"/>
                  </a:lnTo>
                  <a:close/>
                  <a:moveTo>
                    <a:pt x="590" y="680"/>
                  </a:moveTo>
                  <a:cubicBezTo>
                    <a:pt x="556" y="632"/>
                    <a:pt x="556" y="632"/>
                    <a:pt x="556" y="632"/>
                  </a:cubicBezTo>
                  <a:cubicBezTo>
                    <a:pt x="558" y="630"/>
                    <a:pt x="560" y="629"/>
                    <a:pt x="562" y="628"/>
                  </a:cubicBezTo>
                  <a:cubicBezTo>
                    <a:pt x="597" y="675"/>
                    <a:pt x="597" y="675"/>
                    <a:pt x="597" y="675"/>
                  </a:cubicBezTo>
                  <a:cubicBezTo>
                    <a:pt x="594" y="676"/>
                    <a:pt x="592" y="678"/>
                    <a:pt x="590" y="680"/>
                  </a:cubicBezTo>
                  <a:close/>
                  <a:moveTo>
                    <a:pt x="152" y="674"/>
                  </a:moveTo>
                  <a:cubicBezTo>
                    <a:pt x="150" y="673"/>
                    <a:pt x="147" y="671"/>
                    <a:pt x="145" y="669"/>
                  </a:cubicBezTo>
                  <a:cubicBezTo>
                    <a:pt x="181" y="623"/>
                    <a:pt x="181" y="623"/>
                    <a:pt x="181" y="623"/>
                  </a:cubicBezTo>
                  <a:cubicBezTo>
                    <a:pt x="183" y="624"/>
                    <a:pt x="185" y="626"/>
                    <a:pt x="187" y="627"/>
                  </a:cubicBezTo>
                  <a:lnTo>
                    <a:pt x="152" y="674"/>
                  </a:lnTo>
                  <a:close/>
                  <a:moveTo>
                    <a:pt x="603" y="670"/>
                  </a:moveTo>
                  <a:cubicBezTo>
                    <a:pt x="567" y="624"/>
                    <a:pt x="567" y="624"/>
                    <a:pt x="567" y="624"/>
                  </a:cubicBezTo>
                  <a:cubicBezTo>
                    <a:pt x="569" y="622"/>
                    <a:pt x="571" y="621"/>
                    <a:pt x="573" y="619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7" y="667"/>
                    <a:pt x="605" y="668"/>
                    <a:pt x="603" y="670"/>
                  </a:cubicBezTo>
                  <a:close/>
                  <a:moveTo>
                    <a:pt x="139" y="665"/>
                  </a:moveTo>
                  <a:cubicBezTo>
                    <a:pt x="137" y="663"/>
                    <a:pt x="135" y="661"/>
                    <a:pt x="133" y="659"/>
                  </a:cubicBezTo>
                  <a:cubicBezTo>
                    <a:pt x="171" y="614"/>
                    <a:pt x="171" y="614"/>
                    <a:pt x="171" y="614"/>
                  </a:cubicBezTo>
                  <a:cubicBezTo>
                    <a:pt x="172" y="616"/>
                    <a:pt x="174" y="618"/>
                    <a:pt x="176" y="619"/>
                  </a:cubicBezTo>
                  <a:lnTo>
                    <a:pt x="139" y="665"/>
                  </a:lnTo>
                  <a:close/>
                  <a:moveTo>
                    <a:pt x="615" y="660"/>
                  </a:moveTo>
                  <a:cubicBezTo>
                    <a:pt x="577" y="615"/>
                    <a:pt x="577" y="615"/>
                    <a:pt x="577" y="615"/>
                  </a:cubicBezTo>
                  <a:cubicBezTo>
                    <a:pt x="579" y="614"/>
                    <a:pt x="581" y="612"/>
                    <a:pt x="583" y="611"/>
                  </a:cubicBezTo>
                  <a:cubicBezTo>
                    <a:pt x="621" y="655"/>
                    <a:pt x="621" y="655"/>
                    <a:pt x="621" y="655"/>
                  </a:cubicBezTo>
                  <a:cubicBezTo>
                    <a:pt x="619" y="656"/>
                    <a:pt x="617" y="658"/>
                    <a:pt x="615" y="660"/>
                  </a:cubicBezTo>
                  <a:close/>
                  <a:moveTo>
                    <a:pt x="127" y="654"/>
                  </a:moveTo>
                  <a:cubicBezTo>
                    <a:pt x="125" y="652"/>
                    <a:pt x="123" y="651"/>
                    <a:pt x="121" y="649"/>
                  </a:cubicBezTo>
                  <a:cubicBezTo>
                    <a:pt x="161" y="606"/>
                    <a:pt x="161" y="606"/>
                    <a:pt x="161" y="606"/>
                  </a:cubicBezTo>
                  <a:cubicBezTo>
                    <a:pt x="162" y="607"/>
                    <a:pt x="164" y="609"/>
                    <a:pt x="166" y="610"/>
                  </a:cubicBezTo>
                  <a:lnTo>
                    <a:pt x="127" y="654"/>
                  </a:lnTo>
                  <a:close/>
                  <a:moveTo>
                    <a:pt x="627" y="650"/>
                  </a:moveTo>
                  <a:cubicBezTo>
                    <a:pt x="587" y="607"/>
                    <a:pt x="587" y="607"/>
                    <a:pt x="587" y="607"/>
                  </a:cubicBezTo>
                  <a:cubicBezTo>
                    <a:pt x="589" y="605"/>
                    <a:pt x="591" y="603"/>
                    <a:pt x="593" y="602"/>
                  </a:cubicBezTo>
                  <a:cubicBezTo>
                    <a:pt x="633" y="644"/>
                    <a:pt x="633" y="644"/>
                    <a:pt x="633" y="644"/>
                  </a:cubicBezTo>
                  <a:cubicBezTo>
                    <a:pt x="631" y="646"/>
                    <a:pt x="629" y="648"/>
                    <a:pt x="627" y="650"/>
                  </a:cubicBezTo>
                  <a:close/>
                  <a:moveTo>
                    <a:pt x="116" y="644"/>
                  </a:moveTo>
                  <a:cubicBezTo>
                    <a:pt x="114" y="642"/>
                    <a:pt x="111" y="640"/>
                    <a:pt x="109" y="638"/>
                  </a:cubicBezTo>
                  <a:cubicBezTo>
                    <a:pt x="151" y="596"/>
                    <a:pt x="151" y="596"/>
                    <a:pt x="151" y="596"/>
                  </a:cubicBezTo>
                  <a:cubicBezTo>
                    <a:pt x="153" y="598"/>
                    <a:pt x="154" y="600"/>
                    <a:pt x="156" y="601"/>
                  </a:cubicBezTo>
                  <a:lnTo>
                    <a:pt x="116" y="644"/>
                  </a:lnTo>
                  <a:close/>
                  <a:moveTo>
                    <a:pt x="638" y="639"/>
                  </a:moveTo>
                  <a:cubicBezTo>
                    <a:pt x="597" y="597"/>
                    <a:pt x="597" y="597"/>
                    <a:pt x="597" y="597"/>
                  </a:cubicBezTo>
                  <a:cubicBezTo>
                    <a:pt x="599" y="596"/>
                    <a:pt x="601" y="594"/>
                    <a:pt x="602" y="592"/>
                  </a:cubicBezTo>
                  <a:cubicBezTo>
                    <a:pt x="644" y="633"/>
                    <a:pt x="644" y="633"/>
                    <a:pt x="644" y="633"/>
                  </a:cubicBezTo>
                  <a:cubicBezTo>
                    <a:pt x="642" y="635"/>
                    <a:pt x="640" y="637"/>
                    <a:pt x="638" y="639"/>
                  </a:cubicBezTo>
                  <a:close/>
                  <a:moveTo>
                    <a:pt x="104" y="632"/>
                  </a:moveTo>
                  <a:cubicBezTo>
                    <a:pt x="102" y="630"/>
                    <a:pt x="100" y="628"/>
                    <a:pt x="98" y="626"/>
                  </a:cubicBezTo>
                  <a:cubicBezTo>
                    <a:pt x="142" y="587"/>
                    <a:pt x="142" y="587"/>
                    <a:pt x="142" y="587"/>
                  </a:cubicBezTo>
                  <a:cubicBezTo>
                    <a:pt x="143" y="588"/>
                    <a:pt x="145" y="590"/>
                    <a:pt x="147" y="592"/>
                  </a:cubicBezTo>
                  <a:lnTo>
                    <a:pt x="104" y="632"/>
                  </a:lnTo>
                  <a:close/>
                  <a:moveTo>
                    <a:pt x="649" y="627"/>
                  </a:moveTo>
                  <a:cubicBezTo>
                    <a:pt x="606" y="588"/>
                    <a:pt x="606" y="588"/>
                    <a:pt x="606" y="588"/>
                  </a:cubicBezTo>
                  <a:cubicBezTo>
                    <a:pt x="608" y="586"/>
                    <a:pt x="610" y="584"/>
                    <a:pt x="611" y="582"/>
                  </a:cubicBezTo>
                  <a:cubicBezTo>
                    <a:pt x="655" y="621"/>
                    <a:pt x="655" y="621"/>
                    <a:pt x="655" y="621"/>
                  </a:cubicBezTo>
                  <a:cubicBezTo>
                    <a:pt x="653" y="623"/>
                    <a:pt x="651" y="625"/>
                    <a:pt x="649" y="627"/>
                  </a:cubicBezTo>
                  <a:close/>
                  <a:moveTo>
                    <a:pt x="94" y="621"/>
                  </a:moveTo>
                  <a:cubicBezTo>
                    <a:pt x="92" y="619"/>
                    <a:pt x="90" y="616"/>
                    <a:pt x="88" y="614"/>
                  </a:cubicBezTo>
                  <a:cubicBezTo>
                    <a:pt x="133" y="577"/>
                    <a:pt x="133" y="577"/>
                    <a:pt x="133" y="577"/>
                  </a:cubicBezTo>
                  <a:cubicBezTo>
                    <a:pt x="134" y="578"/>
                    <a:pt x="136" y="580"/>
                    <a:pt x="138" y="582"/>
                  </a:cubicBezTo>
                  <a:lnTo>
                    <a:pt x="94" y="621"/>
                  </a:lnTo>
                  <a:close/>
                  <a:moveTo>
                    <a:pt x="660" y="616"/>
                  </a:moveTo>
                  <a:cubicBezTo>
                    <a:pt x="615" y="578"/>
                    <a:pt x="615" y="578"/>
                    <a:pt x="615" y="578"/>
                  </a:cubicBezTo>
                  <a:cubicBezTo>
                    <a:pt x="617" y="576"/>
                    <a:pt x="618" y="574"/>
                    <a:pt x="620" y="572"/>
                  </a:cubicBezTo>
                  <a:cubicBezTo>
                    <a:pt x="665" y="609"/>
                    <a:pt x="665" y="609"/>
                    <a:pt x="665" y="609"/>
                  </a:cubicBezTo>
                  <a:cubicBezTo>
                    <a:pt x="664" y="611"/>
                    <a:pt x="662" y="613"/>
                    <a:pt x="660" y="616"/>
                  </a:cubicBezTo>
                  <a:close/>
                  <a:moveTo>
                    <a:pt x="83" y="609"/>
                  </a:moveTo>
                  <a:cubicBezTo>
                    <a:pt x="82" y="606"/>
                    <a:pt x="80" y="604"/>
                    <a:pt x="78" y="602"/>
                  </a:cubicBezTo>
                  <a:cubicBezTo>
                    <a:pt x="124" y="566"/>
                    <a:pt x="124" y="566"/>
                    <a:pt x="124" y="566"/>
                  </a:cubicBezTo>
                  <a:cubicBezTo>
                    <a:pt x="126" y="568"/>
                    <a:pt x="127" y="570"/>
                    <a:pt x="129" y="572"/>
                  </a:cubicBezTo>
                  <a:lnTo>
                    <a:pt x="83" y="609"/>
                  </a:lnTo>
                  <a:close/>
                  <a:moveTo>
                    <a:pt x="670" y="603"/>
                  </a:moveTo>
                  <a:cubicBezTo>
                    <a:pt x="624" y="567"/>
                    <a:pt x="624" y="567"/>
                    <a:pt x="624" y="567"/>
                  </a:cubicBezTo>
                  <a:cubicBezTo>
                    <a:pt x="625" y="565"/>
                    <a:pt x="627" y="563"/>
                    <a:pt x="628" y="561"/>
                  </a:cubicBezTo>
                  <a:cubicBezTo>
                    <a:pt x="675" y="596"/>
                    <a:pt x="675" y="596"/>
                    <a:pt x="675" y="596"/>
                  </a:cubicBezTo>
                  <a:cubicBezTo>
                    <a:pt x="673" y="599"/>
                    <a:pt x="672" y="601"/>
                    <a:pt x="670" y="603"/>
                  </a:cubicBezTo>
                  <a:close/>
                  <a:moveTo>
                    <a:pt x="74" y="596"/>
                  </a:moveTo>
                  <a:cubicBezTo>
                    <a:pt x="72" y="594"/>
                    <a:pt x="70" y="591"/>
                    <a:pt x="69" y="589"/>
                  </a:cubicBezTo>
                  <a:cubicBezTo>
                    <a:pt x="116" y="555"/>
                    <a:pt x="116" y="555"/>
                    <a:pt x="116" y="555"/>
                  </a:cubicBezTo>
                  <a:cubicBezTo>
                    <a:pt x="118" y="557"/>
                    <a:pt x="119" y="559"/>
                    <a:pt x="121" y="561"/>
                  </a:cubicBezTo>
                  <a:lnTo>
                    <a:pt x="74" y="596"/>
                  </a:lnTo>
                  <a:close/>
                  <a:moveTo>
                    <a:pt x="679" y="590"/>
                  </a:moveTo>
                  <a:cubicBezTo>
                    <a:pt x="632" y="557"/>
                    <a:pt x="632" y="557"/>
                    <a:pt x="632" y="557"/>
                  </a:cubicBezTo>
                  <a:cubicBezTo>
                    <a:pt x="633" y="555"/>
                    <a:pt x="635" y="553"/>
                    <a:pt x="636" y="551"/>
                  </a:cubicBezTo>
                  <a:cubicBezTo>
                    <a:pt x="684" y="583"/>
                    <a:pt x="684" y="583"/>
                    <a:pt x="684" y="583"/>
                  </a:cubicBezTo>
                  <a:cubicBezTo>
                    <a:pt x="683" y="586"/>
                    <a:pt x="681" y="588"/>
                    <a:pt x="679" y="590"/>
                  </a:cubicBezTo>
                  <a:close/>
                  <a:moveTo>
                    <a:pt x="65" y="583"/>
                  </a:moveTo>
                  <a:cubicBezTo>
                    <a:pt x="63" y="581"/>
                    <a:pt x="61" y="578"/>
                    <a:pt x="60" y="576"/>
                  </a:cubicBezTo>
                  <a:cubicBezTo>
                    <a:pt x="109" y="544"/>
                    <a:pt x="109" y="544"/>
                    <a:pt x="109" y="544"/>
                  </a:cubicBezTo>
                  <a:cubicBezTo>
                    <a:pt x="110" y="546"/>
                    <a:pt x="112" y="548"/>
                    <a:pt x="113" y="550"/>
                  </a:cubicBezTo>
                  <a:lnTo>
                    <a:pt x="65" y="583"/>
                  </a:lnTo>
                  <a:close/>
                  <a:moveTo>
                    <a:pt x="688" y="577"/>
                  </a:moveTo>
                  <a:cubicBezTo>
                    <a:pt x="639" y="545"/>
                    <a:pt x="639" y="545"/>
                    <a:pt x="639" y="545"/>
                  </a:cubicBezTo>
                  <a:cubicBezTo>
                    <a:pt x="641" y="543"/>
                    <a:pt x="642" y="541"/>
                    <a:pt x="643" y="539"/>
                  </a:cubicBezTo>
                  <a:cubicBezTo>
                    <a:pt x="693" y="570"/>
                    <a:pt x="693" y="570"/>
                    <a:pt x="693" y="570"/>
                  </a:cubicBezTo>
                  <a:cubicBezTo>
                    <a:pt x="691" y="572"/>
                    <a:pt x="690" y="575"/>
                    <a:pt x="688" y="577"/>
                  </a:cubicBezTo>
                  <a:close/>
                  <a:moveTo>
                    <a:pt x="56" y="570"/>
                  </a:moveTo>
                  <a:cubicBezTo>
                    <a:pt x="54" y="567"/>
                    <a:pt x="53" y="565"/>
                    <a:pt x="52" y="562"/>
                  </a:cubicBezTo>
                  <a:cubicBezTo>
                    <a:pt x="102" y="533"/>
                    <a:pt x="102" y="533"/>
                    <a:pt x="102" y="533"/>
                  </a:cubicBezTo>
                  <a:cubicBezTo>
                    <a:pt x="103" y="535"/>
                    <a:pt x="104" y="537"/>
                    <a:pt x="106" y="539"/>
                  </a:cubicBezTo>
                  <a:lnTo>
                    <a:pt x="56" y="570"/>
                  </a:lnTo>
                  <a:close/>
                  <a:moveTo>
                    <a:pt x="697" y="564"/>
                  </a:moveTo>
                  <a:cubicBezTo>
                    <a:pt x="646" y="534"/>
                    <a:pt x="646" y="534"/>
                    <a:pt x="646" y="534"/>
                  </a:cubicBezTo>
                  <a:cubicBezTo>
                    <a:pt x="648" y="532"/>
                    <a:pt x="649" y="530"/>
                    <a:pt x="650" y="528"/>
                  </a:cubicBezTo>
                  <a:cubicBezTo>
                    <a:pt x="701" y="556"/>
                    <a:pt x="701" y="556"/>
                    <a:pt x="701" y="556"/>
                  </a:cubicBezTo>
                  <a:cubicBezTo>
                    <a:pt x="700" y="559"/>
                    <a:pt x="698" y="561"/>
                    <a:pt x="697" y="564"/>
                  </a:cubicBezTo>
                  <a:close/>
                  <a:moveTo>
                    <a:pt x="48" y="556"/>
                  </a:moveTo>
                  <a:cubicBezTo>
                    <a:pt x="47" y="554"/>
                    <a:pt x="45" y="551"/>
                    <a:pt x="44" y="549"/>
                  </a:cubicBezTo>
                  <a:cubicBezTo>
                    <a:pt x="95" y="521"/>
                    <a:pt x="95" y="521"/>
                    <a:pt x="95" y="521"/>
                  </a:cubicBezTo>
                  <a:cubicBezTo>
                    <a:pt x="97" y="523"/>
                    <a:pt x="98" y="525"/>
                    <a:pt x="99" y="528"/>
                  </a:cubicBezTo>
                  <a:lnTo>
                    <a:pt x="48" y="556"/>
                  </a:lnTo>
                  <a:close/>
                  <a:moveTo>
                    <a:pt x="704" y="550"/>
                  </a:moveTo>
                  <a:cubicBezTo>
                    <a:pt x="653" y="522"/>
                    <a:pt x="653" y="522"/>
                    <a:pt x="653" y="522"/>
                  </a:cubicBezTo>
                  <a:cubicBezTo>
                    <a:pt x="654" y="520"/>
                    <a:pt x="655" y="518"/>
                    <a:pt x="656" y="516"/>
                  </a:cubicBezTo>
                  <a:cubicBezTo>
                    <a:pt x="708" y="542"/>
                    <a:pt x="708" y="542"/>
                    <a:pt x="708" y="542"/>
                  </a:cubicBezTo>
                  <a:cubicBezTo>
                    <a:pt x="707" y="545"/>
                    <a:pt x="706" y="547"/>
                    <a:pt x="704" y="550"/>
                  </a:cubicBezTo>
                  <a:close/>
                  <a:moveTo>
                    <a:pt x="40" y="542"/>
                  </a:moveTo>
                  <a:cubicBezTo>
                    <a:pt x="39" y="540"/>
                    <a:pt x="38" y="537"/>
                    <a:pt x="37" y="534"/>
                  </a:cubicBezTo>
                  <a:cubicBezTo>
                    <a:pt x="89" y="509"/>
                    <a:pt x="89" y="509"/>
                    <a:pt x="89" y="509"/>
                  </a:cubicBezTo>
                  <a:cubicBezTo>
                    <a:pt x="91" y="511"/>
                    <a:pt x="92" y="514"/>
                    <a:pt x="93" y="516"/>
                  </a:cubicBezTo>
                  <a:lnTo>
                    <a:pt x="40" y="542"/>
                  </a:lnTo>
                  <a:close/>
                  <a:moveTo>
                    <a:pt x="712" y="536"/>
                  </a:moveTo>
                  <a:cubicBezTo>
                    <a:pt x="659" y="510"/>
                    <a:pt x="659" y="510"/>
                    <a:pt x="659" y="510"/>
                  </a:cubicBezTo>
                  <a:cubicBezTo>
                    <a:pt x="660" y="508"/>
                    <a:pt x="661" y="506"/>
                    <a:pt x="662" y="504"/>
                  </a:cubicBezTo>
                  <a:cubicBezTo>
                    <a:pt x="715" y="528"/>
                    <a:pt x="715" y="528"/>
                    <a:pt x="715" y="528"/>
                  </a:cubicBezTo>
                  <a:cubicBezTo>
                    <a:pt x="714" y="531"/>
                    <a:pt x="713" y="533"/>
                    <a:pt x="712" y="536"/>
                  </a:cubicBezTo>
                  <a:close/>
                  <a:moveTo>
                    <a:pt x="34" y="528"/>
                  </a:moveTo>
                  <a:cubicBezTo>
                    <a:pt x="32" y="525"/>
                    <a:pt x="31" y="523"/>
                    <a:pt x="30" y="520"/>
                  </a:cubicBezTo>
                  <a:cubicBezTo>
                    <a:pt x="84" y="497"/>
                    <a:pt x="84" y="497"/>
                    <a:pt x="84" y="497"/>
                  </a:cubicBezTo>
                  <a:cubicBezTo>
                    <a:pt x="85" y="499"/>
                    <a:pt x="86" y="502"/>
                    <a:pt x="87" y="504"/>
                  </a:cubicBezTo>
                  <a:lnTo>
                    <a:pt x="34" y="528"/>
                  </a:lnTo>
                  <a:close/>
                  <a:moveTo>
                    <a:pt x="718" y="521"/>
                  </a:moveTo>
                  <a:cubicBezTo>
                    <a:pt x="665" y="498"/>
                    <a:pt x="665" y="498"/>
                    <a:pt x="665" y="498"/>
                  </a:cubicBezTo>
                  <a:cubicBezTo>
                    <a:pt x="666" y="496"/>
                    <a:pt x="666" y="494"/>
                    <a:pt x="667" y="491"/>
                  </a:cubicBezTo>
                  <a:cubicBezTo>
                    <a:pt x="722" y="513"/>
                    <a:pt x="722" y="513"/>
                    <a:pt x="722" y="513"/>
                  </a:cubicBezTo>
                  <a:cubicBezTo>
                    <a:pt x="721" y="516"/>
                    <a:pt x="719" y="519"/>
                    <a:pt x="718" y="521"/>
                  </a:cubicBezTo>
                  <a:close/>
                  <a:moveTo>
                    <a:pt x="27" y="513"/>
                  </a:moveTo>
                  <a:cubicBezTo>
                    <a:pt x="26" y="511"/>
                    <a:pt x="25" y="508"/>
                    <a:pt x="24" y="505"/>
                  </a:cubicBezTo>
                  <a:cubicBezTo>
                    <a:pt x="79" y="485"/>
                    <a:pt x="79" y="485"/>
                    <a:pt x="79" y="485"/>
                  </a:cubicBezTo>
                  <a:cubicBezTo>
                    <a:pt x="80" y="487"/>
                    <a:pt x="81" y="489"/>
                    <a:pt x="82" y="491"/>
                  </a:cubicBezTo>
                  <a:lnTo>
                    <a:pt x="27" y="513"/>
                  </a:lnTo>
                  <a:close/>
                  <a:moveTo>
                    <a:pt x="724" y="506"/>
                  </a:moveTo>
                  <a:cubicBezTo>
                    <a:pt x="670" y="486"/>
                    <a:pt x="670" y="486"/>
                    <a:pt x="670" y="486"/>
                  </a:cubicBezTo>
                  <a:cubicBezTo>
                    <a:pt x="670" y="483"/>
                    <a:pt x="671" y="481"/>
                    <a:pt x="672" y="479"/>
                  </a:cubicBezTo>
                  <a:cubicBezTo>
                    <a:pt x="727" y="498"/>
                    <a:pt x="727" y="498"/>
                    <a:pt x="727" y="498"/>
                  </a:cubicBezTo>
                  <a:cubicBezTo>
                    <a:pt x="726" y="501"/>
                    <a:pt x="725" y="504"/>
                    <a:pt x="724" y="506"/>
                  </a:cubicBezTo>
                  <a:close/>
                  <a:moveTo>
                    <a:pt x="22" y="498"/>
                  </a:moveTo>
                  <a:cubicBezTo>
                    <a:pt x="21" y="496"/>
                    <a:pt x="20" y="493"/>
                    <a:pt x="19" y="490"/>
                  </a:cubicBezTo>
                  <a:cubicBezTo>
                    <a:pt x="75" y="472"/>
                    <a:pt x="75" y="472"/>
                    <a:pt x="75" y="472"/>
                  </a:cubicBezTo>
                  <a:cubicBezTo>
                    <a:pt x="75" y="474"/>
                    <a:pt x="76" y="477"/>
                    <a:pt x="77" y="479"/>
                  </a:cubicBezTo>
                  <a:lnTo>
                    <a:pt x="22" y="498"/>
                  </a:lnTo>
                  <a:close/>
                  <a:moveTo>
                    <a:pt x="730" y="491"/>
                  </a:moveTo>
                  <a:cubicBezTo>
                    <a:pt x="674" y="473"/>
                    <a:pt x="674" y="473"/>
                    <a:pt x="674" y="473"/>
                  </a:cubicBezTo>
                  <a:cubicBezTo>
                    <a:pt x="675" y="471"/>
                    <a:pt x="676" y="468"/>
                    <a:pt x="676" y="466"/>
                  </a:cubicBezTo>
                  <a:cubicBezTo>
                    <a:pt x="732" y="483"/>
                    <a:pt x="732" y="483"/>
                    <a:pt x="732" y="483"/>
                  </a:cubicBezTo>
                  <a:cubicBezTo>
                    <a:pt x="731" y="486"/>
                    <a:pt x="731" y="489"/>
                    <a:pt x="730" y="491"/>
                  </a:cubicBezTo>
                  <a:close/>
                  <a:moveTo>
                    <a:pt x="17" y="483"/>
                  </a:moveTo>
                  <a:cubicBezTo>
                    <a:pt x="16" y="481"/>
                    <a:pt x="15" y="478"/>
                    <a:pt x="14" y="475"/>
                  </a:cubicBezTo>
                  <a:cubicBezTo>
                    <a:pt x="71" y="459"/>
                    <a:pt x="71" y="459"/>
                    <a:pt x="71" y="459"/>
                  </a:cubicBezTo>
                  <a:cubicBezTo>
                    <a:pt x="71" y="462"/>
                    <a:pt x="72" y="464"/>
                    <a:pt x="73" y="466"/>
                  </a:cubicBezTo>
                  <a:lnTo>
                    <a:pt x="17" y="483"/>
                  </a:lnTo>
                  <a:close/>
                  <a:moveTo>
                    <a:pt x="734" y="476"/>
                  </a:moveTo>
                  <a:cubicBezTo>
                    <a:pt x="678" y="460"/>
                    <a:pt x="678" y="460"/>
                    <a:pt x="678" y="460"/>
                  </a:cubicBezTo>
                  <a:cubicBezTo>
                    <a:pt x="679" y="458"/>
                    <a:pt x="679" y="456"/>
                    <a:pt x="680" y="453"/>
                  </a:cubicBezTo>
                  <a:cubicBezTo>
                    <a:pt x="737" y="468"/>
                    <a:pt x="737" y="468"/>
                    <a:pt x="737" y="468"/>
                  </a:cubicBezTo>
                  <a:cubicBezTo>
                    <a:pt x="736" y="471"/>
                    <a:pt x="735" y="473"/>
                    <a:pt x="734" y="476"/>
                  </a:cubicBezTo>
                  <a:close/>
                  <a:moveTo>
                    <a:pt x="12" y="468"/>
                  </a:moveTo>
                  <a:cubicBezTo>
                    <a:pt x="12" y="465"/>
                    <a:pt x="11" y="463"/>
                    <a:pt x="10" y="460"/>
                  </a:cubicBezTo>
                  <a:cubicBezTo>
                    <a:pt x="67" y="446"/>
                    <a:pt x="67" y="446"/>
                    <a:pt x="67" y="446"/>
                  </a:cubicBezTo>
                  <a:cubicBezTo>
                    <a:pt x="68" y="449"/>
                    <a:pt x="68" y="451"/>
                    <a:pt x="69" y="453"/>
                  </a:cubicBezTo>
                  <a:lnTo>
                    <a:pt x="12" y="468"/>
                  </a:lnTo>
                  <a:close/>
                  <a:moveTo>
                    <a:pt x="738" y="461"/>
                  </a:moveTo>
                  <a:cubicBezTo>
                    <a:pt x="681" y="447"/>
                    <a:pt x="681" y="447"/>
                    <a:pt x="681" y="447"/>
                  </a:cubicBezTo>
                  <a:cubicBezTo>
                    <a:pt x="682" y="445"/>
                    <a:pt x="683" y="443"/>
                    <a:pt x="683" y="440"/>
                  </a:cubicBezTo>
                  <a:cubicBezTo>
                    <a:pt x="740" y="452"/>
                    <a:pt x="740" y="452"/>
                    <a:pt x="740" y="452"/>
                  </a:cubicBezTo>
                  <a:cubicBezTo>
                    <a:pt x="740" y="455"/>
                    <a:pt x="739" y="458"/>
                    <a:pt x="738" y="461"/>
                  </a:cubicBezTo>
                  <a:close/>
                  <a:moveTo>
                    <a:pt x="9" y="453"/>
                  </a:moveTo>
                  <a:cubicBezTo>
                    <a:pt x="8" y="450"/>
                    <a:pt x="8" y="447"/>
                    <a:pt x="7" y="444"/>
                  </a:cubicBezTo>
                  <a:cubicBezTo>
                    <a:pt x="65" y="433"/>
                    <a:pt x="65" y="433"/>
                    <a:pt x="65" y="433"/>
                  </a:cubicBezTo>
                  <a:cubicBezTo>
                    <a:pt x="65" y="436"/>
                    <a:pt x="65" y="438"/>
                    <a:pt x="66" y="440"/>
                  </a:cubicBezTo>
                  <a:lnTo>
                    <a:pt x="9" y="453"/>
                  </a:lnTo>
                  <a:close/>
                  <a:moveTo>
                    <a:pt x="742" y="445"/>
                  </a:moveTo>
                  <a:cubicBezTo>
                    <a:pt x="684" y="434"/>
                    <a:pt x="684" y="434"/>
                    <a:pt x="684" y="434"/>
                  </a:cubicBezTo>
                  <a:cubicBezTo>
                    <a:pt x="685" y="432"/>
                    <a:pt x="685" y="429"/>
                    <a:pt x="686" y="427"/>
                  </a:cubicBezTo>
                  <a:cubicBezTo>
                    <a:pt x="743" y="437"/>
                    <a:pt x="743" y="437"/>
                    <a:pt x="743" y="437"/>
                  </a:cubicBezTo>
                  <a:cubicBezTo>
                    <a:pt x="743" y="440"/>
                    <a:pt x="742" y="443"/>
                    <a:pt x="742" y="445"/>
                  </a:cubicBezTo>
                  <a:close/>
                  <a:moveTo>
                    <a:pt x="6" y="437"/>
                  </a:moveTo>
                  <a:cubicBezTo>
                    <a:pt x="5" y="434"/>
                    <a:pt x="5" y="431"/>
                    <a:pt x="4" y="429"/>
                  </a:cubicBezTo>
                  <a:cubicBezTo>
                    <a:pt x="62" y="420"/>
                    <a:pt x="62" y="420"/>
                    <a:pt x="62" y="420"/>
                  </a:cubicBezTo>
                  <a:cubicBezTo>
                    <a:pt x="63" y="422"/>
                    <a:pt x="63" y="425"/>
                    <a:pt x="63" y="427"/>
                  </a:cubicBezTo>
                  <a:lnTo>
                    <a:pt x="6" y="437"/>
                  </a:lnTo>
                  <a:close/>
                  <a:moveTo>
                    <a:pt x="744" y="430"/>
                  </a:moveTo>
                  <a:cubicBezTo>
                    <a:pt x="687" y="421"/>
                    <a:pt x="687" y="421"/>
                    <a:pt x="687" y="421"/>
                  </a:cubicBezTo>
                  <a:cubicBezTo>
                    <a:pt x="687" y="419"/>
                    <a:pt x="687" y="416"/>
                    <a:pt x="688" y="414"/>
                  </a:cubicBezTo>
                  <a:cubicBezTo>
                    <a:pt x="746" y="421"/>
                    <a:pt x="746" y="421"/>
                    <a:pt x="746" y="421"/>
                  </a:cubicBezTo>
                  <a:cubicBezTo>
                    <a:pt x="745" y="424"/>
                    <a:pt x="745" y="427"/>
                    <a:pt x="744" y="430"/>
                  </a:cubicBezTo>
                  <a:close/>
                  <a:moveTo>
                    <a:pt x="3" y="421"/>
                  </a:moveTo>
                  <a:cubicBezTo>
                    <a:pt x="3" y="418"/>
                    <a:pt x="3" y="416"/>
                    <a:pt x="2" y="413"/>
                  </a:cubicBezTo>
                  <a:cubicBezTo>
                    <a:pt x="61" y="407"/>
                    <a:pt x="61" y="407"/>
                    <a:pt x="61" y="407"/>
                  </a:cubicBezTo>
                  <a:cubicBezTo>
                    <a:pt x="61" y="409"/>
                    <a:pt x="61" y="412"/>
                    <a:pt x="61" y="414"/>
                  </a:cubicBezTo>
                  <a:lnTo>
                    <a:pt x="3" y="421"/>
                  </a:lnTo>
                  <a:close/>
                  <a:moveTo>
                    <a:pt x="746" y="414"/>
                  </a:moveTo>
                  <a:cubicBezTo>
                    <a:pt x="688" y="408"/>
                    <a:pt x="688" y="408"/>
                    <a:pt x="688" y="408"/>
                  </a:cubicBezTo>
                  <a:cubicBezTo>
                    <a:pt x="689" y="405"/>
                    <a:pt x="689" y="403"/>
                    <a:pt x="689" y="400"/>
                  </a:cubicBezTo>
                  <a:cubicBezTo>
                    <a:pt x="747" y="405"/>
                    <a:pt x="747" y="405"/>
                    <a:pt x="747" y="405"/>
                  </a:cubicBezTo>
                  <a:cubicBezTo>
                    <a:pt x="747" y="408"/>
                    <a:pt x="747" y="411"/>
                    <a:pt x="746" y="414"/>
                  </a:cubicBezTo>
                  <a:close/>
                  <a:moveTo>
                    <a:pt x="2" y="406"/>
                  </a:moveTo>
                  <a:cubicBezTo>
                    <a:pt x="2" y="403"/>
                    <a:pt x="1" y="400"/>
                    <a:pt x="1" y="397"/>
                  </a:cubicBezTo>
                  <a:cubicBezTo>
                    <a:pt x="60" y="393"/>
                    <a:pt x="60" y="393"/>
                    <a:pt x="60" y="393"/>
                  </a:cubicBezTo>
                  <a:cubicBezTo>
                    <a:pt x="60" y="396"/>
                    <a:pt x="60" y="398"/>
                    <a:pt x="60" y="401"/>
                  </a:cubicBezTo>
                  <a:lnTo>
                    <a:pt x="2" y="406"/>
                  </a:lnTo>
                  <a:close/>
                  <a:moveTo>
                    <a:pt x="748" y="398"/>
                  </a:moveTo>
                  <a:cubicBezTo>
                    <a:pt x="689" y="394"/>
                    <a:pt x="689" y="394"/>
                    <a:pt x="689" y="394"/>
                  </a:cubicBezTo>
                  <a:cubicBezTo>
                    <a:pt x="690" y="392"/>
                    <a:pt x="690" y="390"/>
                    <a:pt x="690" y="387"/>
                  </a:cubicBezTo>
                  <a:cubicBezTo>
                    <a:pt x="748" y="390"/>
                    <a:pt x="748" y="390"/>
                    <a:pt x="748" y="390"/>
                  </a:cubicBezTo>
                  <a:cubicBezTo>
                    <a:pt x="748" y="392"/>
                    <a:pt x="748" y="395"/>
                    <a:pt x="748" y="398"/>
                  </a:cubicBezTo>
                  <a:close/>
                  <a:moveTo>
                    <a:pt x="1" y="390"/>
                  </a:moveTo>
                  <a:cubicBezTo>
                    <a:pt x="1" y="387"/>
                    <a:pt x="1" y="384"/>
                    <a:pt x="1" y="381"/>
                  </a:cubicBezTo>
                  <a:cubicBezTo>
                    <a:pt x="59" y="380"/>
                    <a:pt x="59" y="380"/>
                    <a:pt x="59" y="380"/>
                  </a:cubicBezTo>
                  <a:cubicBezTo>
                    <a:pt x="59" y="382"/>
                    <a:pt x="59" y="385"/>
                    <a:pt x="59" y="387"/>
                  </a:cubicBezTo>
                  <a:lnTo>
                    <a:pt x="1" y="390"/>
                  </a:lnTo>
                  <a:close/>
                  <a:moveTo>
                    <a:pt x="748" y="382"/>
                  </a:moveTo>
                  <a:cubicBezTo>
                    <a:pt x="690" y="381"/>
                    <a:pt x="690" y="381"/>
                    <a:pt x="690" y="381"/>
                  </a:cubicBezTo>
                  <a:cubicBezTo>
                    <a:pt x="690" y="379"/>
                    <a:pt x="690" y="376"/>
                    <a:pt x="690" y="374"/>
                  </a:cubicBezTo>
                  <a:cubicBezTo>
                    <a:pt x="690" y="373"/>
                    <a:pt x="690" y="373"/>
                    <a:pt x="690" y="373"/>
                  </a:cubicBezTo>
                  <a:cubicBezTo>
                    <a:pt x="749" y="373"/>
                    <a:pt x="749" y="373"/>
                    <a:pt x="749" y="373"/>
                  </a:cubicBezTo>
                  <a:cubicBezTo>
                    <a:pt x="749" y="374"/>
                    <a:pt x="749" y="374"/>
                    <a:pt x="749" y="374"/>
                  </a:cubicBezTo>
                  <a:cubicBezTo>
                    <a:pt x="749" y="377"/>
                    <a:pt x="749" y="379"/>
                    <a:pt x="748" y="382"/>
                  </a:cubicBezTo>
                  <a:close/>
                  <a:moveTo>
                    <a:pt x="59" y="374"/>
                  </a:moveTo>
                  <a:cubicBezTo>
                    <a:pt x="42" y="374"/>
                    <a:pt x="42" y="374"/>
                    <a:pt x="42" y="374"/>
                  </a:cubicBezTo>
                  <a:cubicBezTo>
                    <a:pt x="0" y="374"/>
                    <a:pt x="0" y="374"/>
                    <a:pt x="0" y="374"/>
                  </a:cubicBezTo>
                  <a:cubicBezTo>
                    <a:pt x="0" y="374"/>
                    <a:pt x="0" y="374"/>
                    <a:pt x="0" y="374"/>
                  </a:cubicBezTo>
                  <a:cubicBezTo>
                    <a:pt x="0" y="371"/>
                    <a:pt x="0" y="368"/>
                    <a:pt x="1" y="365"/>
                  </a:cubicBezTo>
                  <a:cubicBezTo>
                    <a:pt x="59" y="367"/>
                    <a:pt x="59" y="367"/>
                    <a:pt x="59" y="367"/>
                  </a:cubicBezTo>
                  <a:cubicBezTo>
                    <a:pt x="59" y="369"/>
                    <a:pt x="59" y="371"/>
                    <a:pt x="59" y="374"/>
                  </a:cubicBezTo>
                  <a:close/>
                  <a:moveTo>
                    <a:pt x="690" y="367"/>
                  </a:moveTo>
                  <a:cubicBezTo>
                    <a:pt x="690" y="365"/>
                    <a:pt x="690" y="362"/>
                    <a:pt x="690" y="360"/>
                  </a:cubicBezTo>
                  <a:cubicBezTo>
                    <a:pt x="748" y="357"/>
                    <a:pt x="748" y="357"/>
                    <a:pt x="748" y="357"/>
                  </a:cubicBezTo>
                  <a:cubicBezTo>
                    <a:pt x="748" y="360"/>
                    <a:pt x="748" y="363"/>
                    <a:pt x="748" y="366"/>
                  </a:cubicBezTo>
                  <a:lnTo>
                    <a:pt x="690" y="367"/>
                  </a:lnTo>
                  <a:close/>
                  <a:moveTo>
                    <a:pt x="59" y="360"/>
                  </a:moveTo>
                  <a:cubicBezTo>
                    <a:pt x="1" y="358"/>
                    <a:pt x="1" y="358"/>
                    <a:pt x="1" y="358"/>
                  </a:cubicBezTo>
                  <a:cubicBezTo>
                    <a:pt x="1" y="355"/>
                    <a:pt x="1" y="352"/>
                    <a:pt x="1" y="349"/>
                  </a:cubicBezTo>
                  <a:cubicBezTo>
                    <a:pt x="60" y="353"/>
                    <a:pt x="60" y="353"/>
                    <a:pt x="60" y="353"/>
                  </a:cubicBezTo>
                  <a:cubicBezTo>
                    <a:pt x="59" y="356"/>
                    <a:pt x="59" y="358"/>
                    <a:pt x="59" y="360"/>
                  </a:cubicBezTo>
                  <a:close/>
                  <a:moveTo>
                    <a:pt x="689" y="354"/>
                  </a:moveTo>
                  <a:cubicBezTo>
                    <a:pt x="689" y="351"/>
                    <a:pt x="689" y="349"/>
                    <a:pt x="689" y="346"/>
                  </a:cubicBezTo>
                  <a:cubicBezTo>
                    <a:pt x="747" y="342"/>
                    <a:pt x="747" y="342"/>
                    <a:pt x="747" y="342"/>
                  </a:cubicBezTo>
                  <a:cubicBezTo>
                    <a:pt x="747" y="344"/>
                    <a:pt x="748" y="347"/>
                    <a:pt x="748" y="350"/>
                  </a:cubicBezTo>
                  <a:lnTo>
                    <a:pt x="689" y="354"/>
                  </a:lnTo>
                  <a:close/>
                  <a:moveTo>
                    <a:pt x="60" y="347"/>
                  </a:moveTo>
                  <a:cubicBezTo>
                    <a:pt x="2" y="342"/>
                    <a:pt x="2" y="342"/>
                    <a:pt x="2" y="342"/>
                  </a:cubicBezTo>
                  <a:cubicBezTo>
                    <a:pt x="2" y="339"/>
                    <a:pt x="2" y="336"/>
                    <a:pt x="3" y="334"/>
                  </a:cubicBezTo>
                  <a:cubicBezTo>
                    <a:pt x="61" y="340"/>
                    <a:pt x="61" y="340"/>
                    <a:pt x="61" y="340"/>
                  </a:cubicBezTo>
                  <a:cubicBezTo>
                    <a:pt x="60" y="342"/>
                    <a:pt x="60" y="345"/>
                    <a:pt x="60" y="347"/>
                  </a:cubicBezTo>
                  <a:close/>
                  <a:moveTo>
                    <a:pt x="688" y="340"/>
                  </a:moveTo>
                  <a:cubicBezTo>
                    <a:pt x="688" y="338"/>
                    <a:pt x="688" y="336"/>
                    <a:pt x="688" y="333"/>
                  </a:cubicBezTo>
                  <a:cubicBezTo>
                    <a:pt x="746" y="326"/>
                    <a:pt x="746" y="326"/>
                    <a:pt x="746" y="326"/>
                  </a:cubicBezTo>
                  <a:cubicBezTo>
                    <a:pt x="746" y="329"/>
                    <a:pt x="746" y="331"/>
                    <a:pt x="747" y="334"/>
                  </a:cubicBezTo>
                  <a:lnTo>
                    <a:pt x="688" y="340"/>
                  </a:lnTo>
                  <a:close/>
                  <a:moveTo>
                    <a:pt x="61" y="334"/>
                  </a:moveTo>
                  <a:cubicBezTo>
                    <a:pt x="3" y="326"/>
                    <a:pt x="3" y="326"/>
                    <a:pt x="3" y="326"/>
                  </a:cubicBezTo>
                  <a:cubicBezTo>
                    <a:pt x="4" y="324"/>
                    <a:pt x="4" y="321"/>
                    <a:pt x="5" y="318"/>
                  </a:cubicBezTo>
                  <a:cubicBezTo>
                    <a:pt x="62" y="327"/>
                    <a:pt x="62" y="327"/>
                    <a:pt x="62" y="327"/>
                  </a:cubicBezTo>
                  <a:cubicBezTo>
                    <a:pt x="62" y="329"/>
                    <a:pt x="62" y="331"/>
                    <a:pt x="61" y="334"/>
                  </a:cubicBezTo>
                  <a:close/>
                  <a:moveTo>
                    <a:pt x="687" y="327"/>
                  </a:moveTo>
                  <a:cubicBezTo>
                    <a:pt x="686" y="325"/>
                    <a:pt x="686" y="322"/>
                    <a:pt x="686" y="320"/>
                  </a:cubicBezTo>
                  <a:cubicBezTo>
                    <a:pt x="743" y="310"/>
                    <a:pt x="743" y="310"/>
                    <a:pt x="743" y="310"/>
                  </a:cubicBezTo>
                  <a:cubicBezTo>
                    <a:pt x="744" y="313"/>
                    <a:pt x="744" y="316"/>
                    <a:pt x="745" y="319"/>
                  </a:cubicBezTo>
                  <a:lnTo>
                    <a:pt x="687" y="327"/>
                  </a:lnTo>
                  <a:close/>
                  <a:moveTo>
                    <a:pt x="63" y="320"/>
                  </a:moveTo>
                  <a:cubicBezTo>
                    <a:pt x="6" y="311"/>
                    <a:pt x="6" y="311"/>
                    <a:pt x="6" y="311"/>
                  </a:cubicBezTo>
                  <a:cubicBezTo>
                    <a:pt x="6" y="308"/>
                    <a:pt x="7" y="305"/>
                    <a:pt x="7" y="302"/>
                  </a:cubicBezTo>
                  <a:cubicBezTo>
                    <a:pt x="65" y="313"/>
                    <a:pt x="65" y="313"/>
                    <a:pt x="65" y="313"/>
                  </a:cubicBezTo>
                  <a:cubicBezTo>
                    <a:pt x="64" y="316"/>
                    <a:pt x="64" y="318"/>
                    <a:pt x="63" y="320"/>
                  </a:cubicBezTo>
                  <a:close/>
                  <a:moveTo>
                    <a:pt x="684" y="314"/>
                  </a:moveTo>
                  <a:cubicBezTo>
                    <a:pt x="684" y="312"/>
                    <a:pt x="683" y="309"/>
                    <a:pt x="683" y="307"/>
                  </a:cubicBezTo>
                  <a:cubicBezTo>
                    <a:pt x="740" y="294"/>
                    <a:pt x="740" y="294"/>
                    <a:pt x="740" y="294"/>
                  </a:cubicBezTo>
                  <a:cubicBezTo>
                    <a:pt x="741" y="297"/>
                    <a:pt x="741" y="300"/>
                    <a:pt x="742" y="303"/>
                  </a:cubicBezTo>
                  <a:lnTo>
                    <a:pt x="684" y="314"/>
                  </a:lnTo>
                  <a:close/>
                  <a:moveTo>
                    <a:pt x="66" y="307"/>
                  </a:moveTo>
                  <a:cubicBezTo>
                    <a:pt x="9" y="295"/>
                    <a:pt x="9" y="295"/>
                    <a:pt x="9" y="295"/>
                  </a:cubicBezTo>
                  <a:cubicBezTo>
                    <a:pt x="9" y="292"/>
                    <a:pt x="10" y="289"/>
                    <a:pt x="11" y="287"/>
                  </a:cubicBezTo>
                  <a:cubicBezTo>
                    <a:pt x="68" y="300"/>
                    <a:pt x="68" y="300"/>
                    <a:pt x="68" y="300"/>
                  </a:cubicBezTo>
                  <a:cubicBezTo>
                    <a:pt x="67" y="303"/>
                    <a:pt x="66" y="305"/>
                    <a:pt x="66" y="307"/>
                  </a:cubicBezTo>
                  <a:close/>
                  <a:moveTo>
                    <a:pt x="682" y="301"/>
                  </a:moveTo>
                  <a:cubicBezTo>
                    <a:pt x="681" y="298"/>
                    <a:pt x="680" y="296"/>
                    <a:pt x="680" y="294"/>
                  </a:cubicBezTo>
                  <a:cubicBezTo>
                    <a:pt x="736" y="279"/>
                    <a:pt x="736" y="279"/>
                    <a:pt x="736" y="279"/>
                  </a:cubicBezTo>
                  <a:cubicBezTo>
                    <a:pt x="737" y="282"/>
                    <a:pt x="738" y="285"/>
                    <a:pt x="739" y="287"/>
                  </a:cubicBezTo>
                  <a:lnTo>
                    <a:pt x="682" y="301"/>
                  </a:lnTo>
                  <a:close/>
                  <a:moveTo>
                    <a:pt x="69" y="294"/>
                  </a:moveTo>
                  <a:cubicBezTo>
                    <a:pt x="12" y="280"/>
                    <a:pt x="12" y="280"/>
                    <a:pt x="12" y="280"/>
                  </a:cubicBezTo>
                  <a:cubicBezTo>
                    <a:pt x="13" y="277"/>
                    <a:pt x="14" y="274"/>
                    <a:pt x="15" y="271"/>
                  </a:cubicBezTo>
                  <a:cubicBezTo>
                    <a:pt x="71" y="287"/>
                    <a:pt x="71" y="287"/>
                    <a:pt x="71" y="287"/>
                  </a:cubicBezTo>
                  <a:cubicBezTo>
                    <a:pt x="70" y="290"/>
                    <a:pt x="70" y="292"/>
                    <a:pt x="69" y="294"/>
                  </a:cubicBezTo>
                  <a:close/>
                  <a:moveTo>
                    <a:pt x="678" y="288"/>
                  </a:moveTo>
                  <a:cubicBezTo>
                    <a:pt x="678" y="286"/>
                    <a:pt x="677" y="283"/>
                    <a:pt x="676" y="281"/>
                  </a:cubicBezTo>
                  <a:cubicBezTo>
                    <a:pt x="732" y="264"/>
                    <a:pt x="732" y="264"/>
                    <a:pt x="732" y="264"/>
                  </a:cubicBezTo>
                  <a:cubicBezTo>
                    <a:pt x="733" y="266"/>
                    <a:pt x="734" y="269"/>
                    <a:pt x="735" y="272"/>
                  </a:cubicBezTo>
                  <a:lnTo>
                    <a:pt x="678" y="288"/>
                  </a:lnTo>
                  <a:close/>
                  <a:moveTo>
                    <a:pt x="73" y="281"/>
                  </a:moveTo>
                  <a:cubicBezTo>
                    <a:pt x="17" y="264"/>
                    <a:pt x="17" y="264"/>
                    <a:pt x="17" y="264"/>
                  </a:cubicBezTo>
                  <a:cubicBezTo>
                    <a:pt x="18" y="262"/>
                    <a:pt x="18" y="259"/>
                    <a:pt x="19" y="256"/>
                  </a:cubicBezTo>
                  <a:cubicBezTo>
                    <a:pt x="75" y="274"/>
                    <a:pt x="75" y="274"/>
                    <a:pt x="75" y="274"/>
                  </a:cubicBezTo>
                  <a:cubicBezTo>
                    <a:pt x="74" y="277"/>
                    <a:pt x="73" y="279"/>
                    <a:pt x="73" y="281"/>
                  </a:cubicBezTo>
                  <a:close/>
                  <a:moveTo>
                    <a:pt x="674" y="275"/>
                  </a:moveTo>
                  <a:cubicBezTo>
                    <a:pt x="674" y="273"/>
                    <a:pt x="673" y="270"/>
                    <a:pt x="672" y="268"/>
                  </a:cubicBezTo>
                  <a:cubicBezTo>
                    <a:pt x="727" y="249"/>
                    <a:pt x="727" y="249"/>
                    <a:pt x="727" y="249"/>
                  </a:cubicBezTo>
                  <a:cubicBezTo>
                    <a:pt x="728" y="251"/>
                    <a:pt x="729" y="254"/>
                    <a:pt x="730" y="257"/>
                  </a:cubicBezTo>
                  <a:lnTo>
                    <a:pt x="674" y="275"/>
                  </a:lnTo>
                  <a:close/>
                  <a:moveTo>
                    <a:pt x="77" y="269"/>
                  </a:moveTo>
                  <a:cubicBezTo>
                    <a:pt x="22" y="249"/>
                    <a:pt x="22" y="249"/>
                    <a:pt x="22" y="249"/>
                  </a:cubicBezTo>
                  <a:cubicBezTo>
                    <a:pt x="23" y="246"/>
                    <a:pt x="24" y="244"/>
                    <a:pt x="25" y="241"/>
                  </a:cubicBezTo>
                  <a:cubicBezTo>
                    <a:pt x="79" y="262"/>
                    <a:pt x="79" y="262"/>
                    <a:pt x="79" y="262"/>
                  </a:cubicBezTo>
                  <a:cubicBezTo>
                    <a:pt x="78" y="264"/>
                    <a:pt x="78" y="266"/>
                    <a:pt x="77" y="269"/>
                  </a:cubicBezTo>
                  <a:close/>
                  <a:moveTo>
                    <a:pt x="670" y="262"/>
                  </a:moveTo>
                  <a:cubicBezTo>
                    <a:pt x="669" y="260"/>
                    <a:pt x="668" y="258"/>
                    <a:pt x="667" y="256"/>
                  </a:cubicBezTo>
                  <a:cubicBezTo>
                    <a:pt x="722" y="234"/>
                    <a:pt x="722" y="234"/>
                    <a:pt x="722" y="234"/>
                  </a:cubicBezTo>
                  <a:cubicBezTo>
                    <a:pt x="723" y="236"/>
                    <a:pt x="724" y="239"/>
                    <a:pt x="725" y="242"/>
                  </a:cubicBezTo>
                  <a:lnTo>
                    <a:pt x="670" y="262"/>
                  </a:lnTo>
                  <a:close/>
                  <a:moveTo>
                    <a:pt x="82" y="256"/>
                  </a:moveTo>
                  <a:cubicBezTo>
                    <a:pt x="27" y="234"/>
                    <a:pt x="27" y="234"/>
                    <a:pt x="27" y="234"/>
                  </a:cubicBezTo>
                  <a:cubicBezTo>
                    <a:pt x="28" y="232"/>
                    <a:pt x="29" y="229"/>
                    <a:pt x="31" y="226"/>
                  </a:cubicBezTo>
                  <a:cubicBezTo>
                    <a:pt x="84" y="249"/>
                    <a:pt x="84" y="249"/>
                    <a:pt x="84" y="249"/>
                  </a:cubicBezTo>
                  <a:cubicBezTo>
                    <a:pt x="83" y="252"/>
                    <a:pt x="82" y="254"/>
                    <a:pt x="82" y="256"/>
                  </a:cubicBezTo>
                  <a:close/>
                  <a:moveTo>
                    <a:pt x="665" y="250"/>
                  </a:moveTo>
                  <a:cubicBezTo>
                    <a:pt x="664" y="248"/>
                    <a:pt x="663" y="246"/>
                    <a:pt x="662" y="243"/>
                  </a:cubicBezTo>
                  <a:cubicBezTo>
                    <a:pt x="715" y="219"/>
                    <a:pt x="715" y="219"/>
                    <a:pt x="715" y="219"/>
                  </a:cubicBezTo>
                  <a:cubicBezTo>
                    <a:pt x="716" y="222"/>
                    <a:pt x="718" y="224"/>
                    <a:pt x="719" y="227"/>
                  </a:cubicBezTo>
                  <a:lnTo>
                    <a:pt x="665" y="250"/>
                  </a:lnTo>
                  <a:close/>
                  <a:moveTo>
                    <a:pt x="87" y="244"/>
                  </a:moveTo>
                  <a:cubicBezTo>
                    <a:pt x="34" y="220"/>
                    <a:pt x="34" y="220"/>
                    <a:pt x="34" y="220"/>
                  </a:cubicBezTo>
                  <a:cubicBezTo>
                    <a:pt x="35" y="217"/>
                    <a:pt x="36" y="214"/>
                    <a:pt x="37" y="212"/>
                  </a:cubicBezTo>
                  <a:cubicBezTo>
                    <a:pt x="90" y="237"/>
                    <a:pt x="90" y="237"/>
                    <a:pt x="90" y="237"/>
                  </a:cubicBezTo>
                  <a:cubicBezTo>
                    <a:pt x="89" y="239"/>
                    <a:pt x="88" y="242"/>
                    <a:pt x="87" y="244"/>
                  </a:cubicBezTo>
                  <a:close/>
                  <a:moveTo>
                    <a:pt x="659" y="238"/>
                  </a:moveTo>
                  <a:cubicBezTo>
                    <a:pt x="658" y="236"/>
                    <a:pt x="657" y="234"/>
                    <a:pt x="656" y="231"/>
                  </a:cubicBezTo>
                  <a:cubicBezTo>
                    <a:pt x="708" y="205"/>
                    <a:pt x="708" y="205"/>
                    <a:pt x="708" y="205"/>
                  </a:cubicBezTo>
                  <a:cubicBezTo>
                    <a:pt x="710" y="208"/>
                    <a:pt x="711" y="210"/>
                    <a:pt x="712" y="213"/>
                  </a:cubicBezTo>
                  <a:lnTo>
                    <a:pt x="659" y="238"/>
                  </a:lnTo>
                  <a:close/>
                  <a:moveTo>
                    <a:pt x="93" y="232"/>
                  </a:moveTo>
                  <a:cubicBezTo>
                    <a:pt x="40" y="205"/>
                    <a:pt x="40" y="205"/>
                    <a:pt x="40" y="205"/>
                  </a:cubicBezTo>
                  <a:cubicBezTo>
                    <a:pt x="42" y="203"/>
                    <a:pt x="43" y="200"/>
                    <a:pt x="44" y="198"/>
                  </a:cubicBezTo>
                  <a:cubicBezTo>
                    <a:pt x="96" y="225"/>
                    <a:pt x="96" y="225"/>
                    <a:pt x="96" y="225"/>
                  </a:cubicBezTo>
                  <a:cubicBezTo>
                    <a:pt x="95" y="227"/>
                    <a:pt x="94" y="229"/>
                    <a:pt x="93" y="232"/>
                  </a:cubicBezTo>
                  <a:close/>
                  <a:moveTo>
                    <a:pt x="653" y="226"/>
                  </a:moveTo>
                  <a:cubicBezTo>
                    <a:pt x="652" y="224"/>
                    <a:pt x="651" y="222"/>
                    <a:pt x="650" y="220"/>
                  </a:cubicBezTo>
                  <a:cubicBezTo>
                    <a:pt x="701" y="191"/>
                    <a:pt x="701" y="191"/>
                    <a:pt x="701" y="191"/>
                  </a:cubicBezTo>
                  <a:cubicBezTo>
                    <a:pt x="702" y="193"/>
                    <a:pt x="704" y="196"/>
                    <a:pt x="705" y="199"/>
                  </a:cubicBezTo>
                  <a:lnTo>
                    <a:pt x="653" y="226"/>
                  </a:lnTo>
                  <a:close/>
                  <a:moveTo>
                    <a:pt x="99" y="220"/>
                  </a:moveTo>
                  <a:cubicBezTo>
                    <a:pt x="48" y="191"/>
                    <a:pt x="48" y="191"/>
                    <a:pt x="48" y="191"/>
                  </a:cubicBezTo>
                  <a:cubicBezTo>
                    <a:pt x="49" y="189"/>
                    <a:pt x="51" y="186"/>
                    <a:pt x="52" y="184"/>
                  </a:cubicBezTo>
                  <a:cubicBezTo>
                    <a:pt x="103" y="213"/>
                    <a:pt x="103" y="213"/>
                    <a:pt x="103" y="213"/>
                  </a:cubicBezTo>
                  <a:cubicBezTo>
                    <a:pt x="101" y="216"/>
                    <a:pt x="100" y="218"/>
                    <a:pt x="99" y="220"/>
                  </a:cubicBezTo>
                  <a:close/>
                  <a:moveTo>
                    <a:pt x="647" y="214"/>
                  </a:moveTo>
                  <a:cubicBezTo>
                    <a:pt x="646" y="212"/>
                    <a:pt x="644" y="210"/>
                    <a:pt x="643" y="208"/>
                  </a:cubicBezTo>
                  <a:cubicBezTo>
                    <a:pt x="693" y="177"/>
                    <a:pt x="693" y="177"/>
                    <a:pt x="693" y="177"/>
                  </a:cubicBezTo>
                  <a:cubicBezTo>
                    <a:pt x="694" y="180"/>
                    <a:pt x="696" y="182"/>
                    <a:pt x="697" y="185"/>
                  </a:cubicBezTo>
                  <a:lnTo>
                    <a:pt x="647" y="214"/>
                  </a:lnTo>
                  <a:close/>
                  <a:moveTo>
                    <a:pt x="106" y="208"/>
                  </a:moveTo>
                  <a:cubicBezTo>
                    <a:pt x="56" y="178"/>
                    <a:pt x="56" y="178"/>
                    <a:pt x="56" y="178"/>
                  </a:cubicBezTo>
                  <a:cubicBezTo>
                    <a:pt x="57" y="175"/>
                    <a:pt x="59" y="173"/>
                    <a:pt x="61" y="170"/>
                  </a:cubicBezTo>
                  <a:cubicBezTo>
                    <a:pt x="110" y="202"/>
                    <a:pt x="110" y="202"/>
                    <a:pt x="110" y="202"/>
                  </a:cubicBezTo>
                  <a:cubicBezTo>
                    <a:pt x="108" y="204"/>
                    <a:pt x="107" y="206"/>
                    <a:pt x="106" y="208"/>
                  </a:cubicBezTo>
                  <a:close/>
                  <a:moveTo>
                    <a:pt x="640" y="203"/>
                  </a:moveTo>
                  <a:cubicBezTo>
                    <a:pt x="639" y="201"/>
                    <a:pt x="637" y="199"/>
                    <a:pt x="636" y="197"/>
                  </a:cubicBezTo>
                  <a:cubicBezTo>
                    <a:pt x="684" y="164"/>
                    <a:pt x="684" y="164"/>
                    <a:pt x="684" y="164"/>
                  </a:cubicBezTo>
                  <a:cubicBezTo>
                    <a:pt x="686" y="166"/>
                    <a:pt x="688" y="169"/>
                    <a:pt x="689" y="171"/>
                  </a:cubicBezTo>
                  <a:lnTo>
                    <a:pt x="640" y="203"/>
                  </a:lnTo>
                  <a:close/>
                  <a:moveTo>
                    <a:pt x="113" y="197"/>
                  </a:moveTo>
                  <a:cubicBezTo>
                    <a:pt x="65" y="164"/>
                    <a:pt x="65" y="164"/>
                    <a:pt x="65" y="164"/>
                  </a:cubicBezTo>
                  <a:cubicBezTo>
                    <a:pt x="66" y="162"/>
                    <a:pt x="68" y="159"/>
                    <a:pt x="70" y="157"/>
                  </a:cubicBezTo>
                  <a:cubicBezTo>
                    <a:pt x="117" y="191"/>
                    <a:pt x="117" y="191"/>
                    <a:pt x="117" y="191"/>
                  </a:cubicBezTo>
                  <a:cubicBezTo>
                    <a:pt x="116" y="193"/>
                    <a:pt x="114" y="195"/>
                    <a:pt x="113" y="197"/>
                  </a:cubicBezTo>
                  <a:close/>
                  <a:moveTo>
                    <a:pt x="632" y="192"/>
                  </a:moveTo>
                  <a:cubicBezTo>
                    <a:pt x="631" y="190"/>
                    <a:pt x="630" y="188"/>
                    <a:pt x="628" y="186"/>
                  </a:cubicBezTo>
                  <a:cubicBezTo>
                    <a:pt x="675" y="151"/>
                    <a:pt x="675" y="151"/>
                    <a:pt x="675" y="151"/>
                  </a:cubicBezTo>
                  <a:cubicBezTo>
                    <a:pt x="677" y="153"/>
                    <a:pt x="679" y="156"/>
                    <a:pt x="680" y="158"/>
                  </a:cubicBezTo>
                  <a:lnTo>
                    <a:pt x="632" y="192"/>
                  </a:lnTo>
                  <a:close/>
                  <a:moveTo>
                    <a:pt x="121" y="186"/>
                  </a:moveTo>
                  <a:cubicBezTo>
                    <a:pt x="74" y="151"/>
                    <a:pt x="74" y="151"/>
                    <a:pt x="74" y="151"/>
                  </a:cubicBezTo>
                  <a:cubicBezTo>
                    <a:pt x="75" y="149"/>
                    <a:pt x="77" y="147"/>
                    <a:pt x="79" y="144"/>
                  </a:cubicBezTo>
                  <a:cubicBezTo>
                    <a:pt x="125" y="180"/>
                    <a:pt x="125" y="180"/>
                    <a:pt x="125" y="180"/>
                  </a:cubicBezTo>
                  <a:cubicBezTo>
                    <a:pt x="124" y="182"/>
                    <a:pt x="122" y="184"/>
                    <a:pt x="121" y="186"/>
                  </a:cubicBezTo>
                  <a:close/>
                  <a:moveTo>
                    <a:pt x="624" y="181"/>
                  </a:moveTo>
                  <a:cubicBezTo>
                    <a:pt x="623" y="179"/>
                    <a:pt x="622" y="177"/>
                    <a:pt x="620" y="175"/>
                  </a:cubicBezTo>
                  <a:cubicBezTo>
                    <a:pt x="665" y="139"/>
                    <a:pt x="665" y="139"/>
                    <a:pt x="665" y="139"/>
                  </a:cubicBezTo>
                  <a:cubicBezTo>
                    <a:pt x="667" y="141"/>
                    <a:pt x="669" y="143"/>
                    <a:pt x="671" y="145"/>
                  </a:cubicBezTo>
                  <a:lnTo>
                    <a:pt x="624" y="181"/>
                  </a:lnTo>
                  <a:close/>
                  <a:moveTo>
                    <a:pt x="129" y="175"/>
                  </a:moveTo>
                  <a:cubicBezTo>
                    <a:pt x="83" y="139"/>
                    <a:pt x="83" y="139"/>
                    <a:pt x="83" y="139"/>
                  </a:cubicBezTo>
                  <a:cubicBezTo>
                    <a:pt x="85" y="136"/>
                    <a:pt x="87" y="134"/>
                    <a:pt x="89" y="132"/>
                  </a:cubicBezTo>
                  <a:cubicBezTo>
                    <a:pt x="134" y="170"/>
                    <a:pt x="134" y="170"/>
                    <a:pt x="134" y="170"/>
                  </a:cubicBezTo>
                  <a:cubicBezTo>
                    <a:pt x="132" y="172"/>
                    <a:pt x="130" y="174"/>
                    <a:pt x="129" y="175"/>
                  </a:cubicBezTo>
                  <a:close/>
                  <a:moveTo>
                    <a:pt x="616" y="171"/>
                  </a:moveTo>
                  <a:cubicBezTo>
                    <a:pt x="615" y="169"/>
                    <a:pt x="613" y="167"/>
                    <a:pt x="611" y="165"/>
                  </a:cubicBezTo>
                  <a:cubicBezTo>
                    <a:pt x="655" y="126"/>
                    <a:pt x="655" y="126"/>
                    <a:pt x="655" y="126"/>
                  </a:cubicBezTo>
                  <a:cubicBezTo>
                    <a:pt x="657" y="129"/>
                    <a:pt x="659" y="131"/>
                    <a:pt x="661" y="133"/>
                  </a:cubicBezTo>
                  <a:lnTo>
                    <a:pt x="616" y="171"/>
                  </a:lnTo>
                  <a:close/>
                  <a:moveTo>
                    <a:pt x="138" y="165"/>
                  </a:moveTo>
                  <a:cubicBezTo>
                    <a:pt x="94" y="127"/>
                    <a:pt x="94" y="127"/>
                    <a:pt x="94" y="127"/>
                  </a:cubicBezTo>
                  <a:cubicBezTo>
                    <a:pt x="96" y="124"/>
                    <a:pt x="98" y="122"/>
                    <a:pt x="100" y="120"/>
                  </a:cubicBezTo>
                  <a:cubicBezTo>
                    <a:pt x="142" y="160"/>
                    <a:pt x="142" y="160"/>
                    <a:pt x="142" y="160"/>
                  </a:cubicBezTo>
                  <a:cubicBezTo>
                    <a:pt x="141" y="162"/>
                    <a:pt x="139" y="163"/>
                    <a:pt x="138" y="165"/>
                  </a:cubicBezTo>
                  <a:close/>
                  <a:moveTo>
                    <a:pt x="607" y="161"/>
                  </a:moveTo>
                  <a:cubicBezTo>
                    <a:pt x="606" y="159"/>
                    <a:pt x="604" y="157"/>
                    <a:pt x="602" y="155"/>
                  </a:cubicBezTo>
                  <a:cubicBezTo>
                    <a:pt x="644" y="115"/>
                    <a:pt x="644" y="115"/>
                    <a:pt x="644" y="115"/>
                  </a:cubicBezTo>
                  <a:cubicBezTo>
                    <a:pt x="646" y="117"/>
                    <a:pt x="648" y="119"/>
                    <a:pt x="650" y="121"/>
                  </a:cubicBezTo>
                  <a:lnTo>
                    <a:pt x="607" y="161"/>
                  </a:lnTo>
                  <a:close/>
                  <a:moveTo>
                    <a:pt x="147" y="155"/>
                  </a:moveTo>
                  <a:cubicBezTo>
                    <a:pt x="104" y="115"/>
                    <a:pt x="104" y="115"/>
                    <a:pt x="104" y="115"/>
                  </a:cubicBezTo>
                  <a:cubicBezTo>
                    <a:pt x="106" y="113"/>
                    <a:pt x="108" y="111"/>
                    <a:pt x="111" y="109"/>
                  </a:cubicBezTo>
                  <a:cubicBezTo>
                    <a:pt x="152" y="150"/>
                    <a:pt x="152" y="150"/>
                    <a:pt x="152" y="150"/>
                  </a:cubicBezTo>
                  <a:cubicBezTo>
                    <a:pt x="150" y="152"/>
                    <a:pt x="148" y="154"/>
                    <a:pt x="147" y="155"/>
                  </a:cubicBezTo>
                  <a:close/>
                  <a:moveTo>
                    <a:pt x="598" y="151"/>
                  </a:moveTo>
                  <a:cubicBezTo>
                    <a:pt x="596" y="149"/>
                    <a:pt x="595" y="147"/>
                    <a:pt x="593" y="146"/>
                  </a:cubicBezTo>
                  <a:cubicBezTo>
                    <a:pt x="633" y="104"/>
                    <a:pt x="633" y="104"/>
                    <a:pt x="633" y="104"/>
                  </a:cubicBezTo>
                  <a:cubicBezTo>
                    <a:pt x="635" y="106"/>
                    <a:pt x="637" y="108"/>
                    <a:pt x="639" y="110"/>
                  </a:cubicBezTo>
                  <a:lnTo>
                    <a:pt x="598" y="151"/>
                  </a:lnTo>
                  <a:close/>
                  <a:moveTo>
                    <a:pt x="156" y="146"/>
                  </a:moveTo>
                  <a:cubicBezTo>
                    <a:pt x="116" y="104"/>
                    <a:pt x="116" y="104"/>
                    <a:pt x="116" y="104"/>
                  </a:cubicBezTo>
                  <a:cubicBezTo>
                    <a:pt x="118" y="102"/>
                    <a:pt x="120" y="100"/>
                    <a:pt x="122" y="98"/>
                  </a:cubicBezTo>
                  <a:cubicBezTo>
                    <a:pt x="161" y="141"/>
                    <a:pt x="161" y="141"/>
                    <a:pt x="161" y="141"/>
                  </a:cubicBezTo>
                  <a:cubicBezTo>
                    <a:pt x="160" y="142"/>
                    <a:pt x="158" y="144"/>
                    <a:pt x="156" y="146"/>
                  </a:cubicBezTo>
                  <a:close/>
                  <a:moveTo>
                    <a:pt x="588" y="142"/>
                  </a:moveTo>
                  <a:cubicBezTo>
                    <a:pt x="587" y="140"/>
                    <a:pt x="585" y="138"/>
                    <a:pt x="583" y="137"/>
                  </a:cubicBezTo>
                  <a:cubicBezTo>
                    <a:pt x="622" y="93"/>
                    <a:pt x="622" y="93"/>
                    <a:pt x="622" y="93"/>
                  </a:cubicBezTo>
                  <a:cubicBezTo>
                    <a:pt x="624" y="95"/>
                    <a:pt x="626" y="97"/>
                    <a:pt x="628" y="99"/>
                  </a:cubicBezTo>
                  <a:lnTo>
                    <a:pt x="588" y="142"/>
                  </a:lnTo>
                  <a:close/>
                  <a:moveTo>
                    <a:pt x="166" y="137"/>
                  </a:moveTo>
                  <a:cubicBezTo>
                    <a:pt x="127" y="93"/>
                    <a:pt x="127" y="93"/>
                    <a:pt x="127" y="93"/>
                  </a:cubicBezTo>
                  <a:cubicBezTo>
                    <a:pt x="130" y="91"/>
                    <a:pt x="132" y="89"/>
                    <a:pt x="134" y="87"/>
                  </a:cubicBezTo>
                  <a:cubicBezTo>
                    <a:pt x="172" y="132"/>
                    <a:pt x="172" y="132"/>
                    <a:pt x="172" y="132"/>
                  </a:cubicBezTo>
                  <a:cubicBezTo>
                    <a:pt x="170" y="134"/>
                    <a:pt x="168" y="135"/>
                    <a:pt x="166" y="137"/>
                  </a:cubicBezTo>
                  <a:close/>
                  <a:moveTo>
                    <a:pt x="578" y="133"/>
                  </a:moveTo>
                  <a:cubicBezTo>
                    <a:pt x="576" y="131"/>
                    <a:pt x="575" y="130"/>
                    <a:pt x="573" y="128"/>
                  </a:cubicBezTo>
                  <a:cubicBezTo>
                    <a:pt x="609" y="83"/>
                    <a:pt x="609" y="83"/>
                    <a:pt x="609" y="83"/>
                  </a:cubicBezTo>
                  <a:cubicBezTo>
                    <a:pt x="612" y="84"/>
                    <a:pt x="614" y="86"/>
                    <a:pt x="616" y="88"/>
                  </a:cubicBezTo>
                  <a:lnTo>
                    <a:pt x="578" y="133"/>
                  </a:lnTo>
                  <a:close/>
                  <a:moveTo>
                    <a:pt x="176" y="128"/>
                  </a:moveTo>
                  <a:cubicBezTo>
                    <a:pt x="139" y="83"/>
                    <a:pt x="139" y="83"/>
                    <a:pt x="139" y="83"/>
                  </a:cubicBezTo>
                  <a:cubicBezTo>
                    <a:pt x="142" y="81"/>
                    <a:pt x="144" y="79"/>
                    <a:pt x="146" y="77"/>
                  </a:cubicBezTo>
                  <a:cubicBezTo>
                    <a:pt x="182" y="124"/>
                    <a:pt x="182" y="124"/>
                    <a:pt x="182" y="124"/>
                  </a:cubicBezTo>
                  <a:cubicBezTo>
                    <a:pt x="180" y="125"/>
                    <a:pt x="178" y="127"/>
                    <a:pt x="176" y="128"/>
                  </a:cubicBezTo>
                  <a:close/>
                  <a:moveTo>
                    <a:pt x="568" y="124"/>
                  </a:moveTo>
                  <a:cubicBezTo>
                    <a:pt x="566" y="123"/>
                    <a:pt x="564" y="121"/>
                    <a:pt x="562" y="120"/>
                  </a:cubicBezTo>
                  <a:cubicBezTo>
                    <a:pt x="597" y="73"/>
                    <a:pt x="597" y="73"/>
                    <a:pt x="597" y="73"/>
                  </a:cubicBezTo>
                  <a:cubicBezTo>
                    <a:pt x="599" y="75"/>
                    <a:pt x="601" y="76"/>
                    <a:pt x="604" y="78"/>
                  </a:cubicBezTo>
                  <a:lnTo>
                    <a:pt x="568" y="124"/>
                  </a:lnTo>
                  <a:close/>
                  <a:moveTo>
                    <a:pt x="187" y="120"/>
                  </a:moveTo>
                  <a:cubicBezTo>
                    <a:pt x="152" y="73"/>
                    <a:pt x="152" y="73"/>
                    <a:pt x="152" y="73"/>
                  </a:cubicBezTo>
                  <a:cubicBezTo>
                    <a:pt x="154" y="71"/>
                    <a:pt x="157" y="70"/>
                    <a:pt x="159" y="68"/>
                  </a:cubicBezTo>
                  <a:cubicBezTo>
                    <a:pt x="193" y="116"/>
                    <a:pt x="193" y="116"/>
                    <a:pt x="193" y="116"/>
                  </a:cubicBezTo>
                  <a:cubicBezTo>
                    <a:pt x="191" y="117"/>
                    <a:pt x="189" y="118"/>
                    <a:pt x="187" y="120"/>
                  </a:cubicBezTo>
                  <a:close/>
                  <a:moveTo>
                    <a:pt x="557" y="116"/>
                  </a:moveTo>
                  <a:cubicBezTo>
                    <a:pt x="555" y="115"/>
                    <a:pt x="553" y="113"/>
                    <a:pt x="551" y="112"/>
                  </a:cubicBezTo>
                  <a:cubicBezTo>
                    <a:pt x="584" y="64"/>
                    <a:pt x="584" y="64"/>
                    <a:pt x="584" y="64"/>
                  </a:cubicBezTo>
                  <a:cubicBezTo>
                    <a:pt x="586" y="65"/>
                    <a:pt x="589" y="67"/>
                    <a:pt x="591" y="69"/>
                  </a:cubicBezTo>
                  <a:lnTo>
                    <a:pt x="557" y="116"/>
                  </a:lnTo>
                  <a:close/>
                  <a:moveTo>
                    <a:pt x="198" y="112"/>
                  </a:moveTo>
                  <a:cubicBezTo>
                    <a:pt x="165" y="64"/>
                    <a:pt x="165" y="64"/>
                    <a:pt x="165" y="64"/>
                  </a:cubicBezTo>
                  <a:cubicBezTo>
                    <a:pt x="167" y="62"/>
                    <a:pt x="170" y="61"/>
                    <a:pt x="172" y="59"/>
                  </a:cubicBezTo>
                  <a:cubicBezTo>
                    <a:pt x="204" y="108"/>
                    <a:pt x="204" y="108"/>
                    <a:pt x="204" y="108"/>
                  </a:cubicBezTo>
                  <a:cubicBezTo>
                    <a:pt x="202" y="109"/>
                    <a:pt x="200" y="111"/>
                    <a:pt x="198" y="112"/>
                  </a:cubicBezTo>
                  <a:close/>
                  <a:moveTo>
                    <a:pt x="546" y="109"/>
                  </a:moveTo>
                  <a:cubicBezTo>
                    <a:pt x="544" y="107"/>
                    <a:pt x="542" y="106"/>
                    <a:pt x="540" y="105"/>
                  </a:cubicBezTo>
                  <a:cubicBezTo>
                    <a:pt x="571" y="55"/>
                    <a:pt x="571" y="55"/>
                    <a:pt x="571" y="55"/>
                  </a:cubicBezTo>
                  <a:cubicBezTo>
                    <a:pt x="573" y="57"/>
                    <a:pt x="575" y="58"/>
                    <a:pt x="578" y="60"/>
                  </a:cubicBezTo>
                  <a:lnTo>
                    <a:pt x="546" y="109"/>
                  </a:lnTo>
                  <a:close/>
                  <a:moveTo>
                    <a:pt x="209" y="105"/>
                  </a:moveTo>
                  <a:cubicBezTo>
                    <a:pt x="178" y="55"/>
                    <a:pt x="178" y="55"/>
                    <a:pt x="178" y="55"/>
                  </a:cubicBezTo>
                  <a:cubicBezTo>
                    <a:pt x="181" y="54"/>
                    <a:pt x="183" y="52"/>
                    <a:pt x="186" y="51"/>
                  </a:cubicBezTo>
                  <a:cubicBezTo>
                    <a:pt x="215" y="101"/>
                    <a:pt x="215" y="101"/>
                    <a:pt x="215" y="101"/>
                  </a:cubicBezTo>
                  <a:cubicBezTo>
                    <a:pt x="213" y="102"/>
                    <a:pt x="211" y="104"/>
                    <a:pt x="209" y="105"/>
                  </a:cubicBezTo>
                  <a:close/>
                  <a:moveTo>
                    <a:pt x="535" y="102"/>
                  </a:moveTo>
                  <a:cubicBezTo>
                    <a:pt x="533" y="100"/>
                    <a:pt x="530" y="99"/>
                    <a:pt x="528" y="98"/>
                  </a:cubicBezTo>
                  <a:cubicBezTo>
                    <a:pt x="557" y="47"/>
                    <a:pt x="557" y="47"/>
                    <a:pt x="557" y="47"/>
                  </a:cubicBezTo>
                  <a:cubicBezTo>
                    <a:pt x="559" y="48"/>
                    <a:pt x="562" y="50"/>
                    <a:pt x="564" y="51"/>
                  </a:cubicBezTo>
                  <a:lnTo>
                    <a:pt x="535" y="102"/>
                  </a:lnTo>
                  <a:close/>
                  <a:moveTo>
                    <a:pt x="220" y="98"/>
                  </a:moveTo>
                  <a:cubicBezTo>
                    <a:pt x="192" y="47"/>
                    <a:pt x="192" y="47"/>
                    <a:pt x="192" y="47"/>
                  </a:cubicBezTo>
                  <a:cubicBezTo>
                    <a:pt x="194" y="46"/>
                    <a:pt x="197" y="44"/>
                    <a:pt x="199" y="43"/>
                  </a:cubicBezTo>
                  <a:cubicBezTo>
                    <a:pt x="227" y="95"/>
                    <a:pt x="227" y="95"/>
                    <a:pt x="227" y="95"/>
                  </a:cubicBezTo>
                  <a:cubicBezTo>
                    <a:pt x="225" y="96"/>
                    <a:pt x="223" y="97"/>
                    <a:pt x="220" y="98"/>
                  </a:cubicBezTo>
                  <a:close/>
                  <a:moveTo>
                    <a:pt x="523" y="95"/>
                  </a:moveTo>
                  <a:cubicBezTo>
                    <a:pt x="521" y="94"/>
                    <a:pt x="519" y="93"/>
                    <a:pt x="516" y="92"/>
                  </a:cubicBezTo>
                  <a:cubicBezTo>
                    <a:pt x="543" y="40"/>
                    <a:pt x="543" y="40"/>
                    <a:pt x="543" y="40"/>
                  </a:cubicBezTo>
                  <a:cubicBezTo>
                    <a:pt x="545" y="41"/>
                    <a:pt x="548" y="42"/>
                    <a:pt x="550" y="44"/>
                  </a:cubicBezTo>
                  <a:lnTo>
                    <a:pt x="523" y="95"/>
                  </a:lnTo>
                  <a:close/>
                  <a:moveTo>
                    <a:pt x="232" y="92"/>
                  </a:moveTo>
                  <a:cubicBezTo>
                    <a:pt x="206" y="40"/>
                    <a:pt x="206" y="40"/>
                    <a:pt x="206" y="40"/>
                  </a:cubicBezTo>
                  <a:cubicBezTo>
                    <a:pt x="208" y="38"/>
                    <a:pt x="211" y="37"/>
                    <a:pt x="214" y="36"/>
                  </a:cubicBezTo>
                  <a:cubicBezTo>
                    <a:pt x="239" y="89"/>
                    <a:pt x="239" y="89"/>
                    <a:pt x="239" y="89"/>
                  </a:cubicBezTo>
                  <a:cubicBezTo>
                    <a:pt x="237" y="90"/>
                    <a:pt x="234" y="91"/>
                    <a:pt x="232" y="92"/>
                  </a:cubicBezTo>
                  <a:close/>
                  <a:moveTo>
                    <a:pt x="511" y="89"/>
                  </a:moveTo>
                  <a:cubicBezTo>
                    <a:pt x="509" y="88"/>
                    <a:pt x="507" y="87"/>
                    <a:pt x="504" y="86"/>
                  </a:cubicBezTo>
                  <a:cubicBezTo>
                    <a:pt x="528" y="33"/>
                    <a:pt x="528" y="33"/>
                    <a:pt x="528" y="33"/>
                  </a:cubicBezTo>
                  <a:cubicBezTo>
                    <a:pt x="531" y="34"/>
                    <a:pt x="534" y="35"/>
                    <a:pt x="536" y="36"/>
                  </a:cubicBezTo>
                  <a:lnTo>
                    <a:pt x="511" y="89"/>
                  </a:lnTo>
                  <a:close/>
                  <a:moveTo>
                    <a:pt x="244" y="86"/>
                  </a:moveTo>
                  <a:cubicBezTo>
                    <a:pt x="220" y="33"/>
                    <a:pt x="220" y="33"/>
                    <a:pt x="220" y="33"/>
                  </a:cubicBezTo>
                  <a:cubicBezTo>
                    <a:pt x="223" y="32"/>
                    <a:pt x="225" y="31"/>
                    <a:pt x="228" y="29"/>
                  </a:cubicBezTo>
                  <a:cubicBezTo>
                    <a:pt x="251" y="83"/>
                    <a:pt x="251" y="83"/>
                    <a:pt x="251" y="83"/>
                  </a:cubicBezTo>
                  <a:cubicBezTo>
                    <a:pt x="249" y="84"/>
                    <a:pt x="247" y="85"/>
                    <a:pt x="244" y="86"/>
                  </a:cubicBezTo>
                  <a:close/>
                  <a:moveTo>
                    <a:pt x="499" y="83"/>
                  </a:moveTo>
                  <a:cubicBezTo>
                    <a:pt x="496" y="83"/>
                    <a:pt x="494" y="82"/>
                    <a:pt x="492" y="81"/>
                  </a:cubicBezTo>
                  <a:cubicBezTo>
                    <a:pt x="514" y="26"/>
                    <a:pt x="514" y="26"/>
                    <a:pt x="514" y="26"/>
                  </a:cubicBezTo>
                  <a:cubicBezTo>
                    <a:pt x="516" y="27"/>
                    <a:pt x="519" y="29"/>
                    <a:pt x="522" y="30"/>
                  </a:cubicBezTo>
                  <a:lnTo>
                    <a:pt x="499" y="83"/>
                  </a:lnTo>
                  <a:close/>
                  <a:moveTo>
                    <a:pt x="257" y="81"/>
                  </a:moveTo>
                  <a:cubicBezTo>
                    <a:pt x="235" y="27"/>
                    <a:pt x="235" y="27"/>
                    <a:pt x="235" y="27"/>
                  </a:cubicBezTo>
                  <a:cubicBezTo>
                    <a:pt x="237" y="26"/>
                    <a:pt x="240" y="24"/>
                    <a:pt x="243" y="23"/>
                  </a:cubicBezTo>
                  <a:cubicBezTo>
                    <a:pt x="263" y="78"/>
                    <a:pt x="263" y="78"/>
                    <a:pt x="263" y="78"/>
                  </a:cubicBezTo>
                  <a:cubicBezTo>
                    <a:pt x="261" y="79"/>
                    <a:pt x="259" y="80"/>
                    <a:pt x="257" y="81"/>
                  </a:cubicBezTo>
                  <a:close/>
                  <a:moveTo>
                    <a:pt x="486" y="78"/>
                  </a:moveTo>
                  <a:cubicBezTo>
                    <a:pt x="484" y="78"/>
                    <a:pt x="482" y="77"/>
                    <a:pt x="479" y="76"/>
                  </a:cubicBezTo>
                  <a:cubicBezTo>
                    <a:pt x="499" y="21"/>
                    <a:pt x="499" y="21"/>
                    <a:pt x="499" y="21"/>
                  </a:cubicBezTo>
                  <a:cubicBezTo>
                    <a:pt x="502" y="22"/>
                    <a:pt x="504" y="23"/>
                    <a:pt x="507" y="24"/>
                  </a:cubicBezTo>
                  <a:lnTo>
                    <a:pt x="486" y="78"/>
                  </a:lnTo>
                  <a:close/>
                  <a:moveTo>
                    <a:pt x="269" y="76"/>
                  </a:moveTo>
                  <a:cubicBezTo>
                    <a:pt x="250" y="21"/>
                    <a:pt x="250" y="21"/>
                    <a:pt x="250" y="21"/>
                  </a:cubicBezTo>
                  <a:cubicBezTo>
                    <a:pt x="252" y="20"/>
                    <a:pt x="255" y="19"/>
                    <a:pt x="258" y="18"/>
                  </a:cubicBezTo>
                  <a:cubicBezTo>
                    <a:pt x="276" y="74"/>
                    <a:pt x="276" y="74"/>
                    <a:pt x="276" y="74"/>
                  </a:cubicBezTo>
                  <a:cubicBezTo>
                    <a:pt x="274" y="75"/>
                    <a:pt x="271" y="75"/>
                    <a:pt x="269" y="76"/>
                  </a:cubicBezTo>
                  <a:close/>
                  <a:moveTo>
                    <a:pt x="474" y="74"/>
                  </a:moveTo>
                  <a:cubicBezTo>
                    <a:pt x="471" y="73"/>
                    <a:pt x="469" y="72"/>
                    <a:pt x="467" y="72"/>
                  </a:cubicBezTo>
                  <a:cubicBezTo>
                    <a:pt x="484" y="16"/>
                    <a:pt x="484" y="16"/>
                    <a:pt x="484" y="16"/>
                  </a:cubicBezTo>
                  <a:cubicBezTo>
                    <a:pt x="486" y="17"/>
                    <a:pt x="489" y="18"/>
                    <a:pt x="492" y="18"/>
                  </a:cubicBezTo>
                  <a:lnTo>
                    <a:pt x="474" y="74"/>
                  </a:lnTo>
                  <a:close/>
                  <a:moveTo>
                    <a:pt x="282" y="72"/>
                  </a:moveTo>
                  <a:cubicBezTo>
                    <a:pt x="265" y="16"/>
                    <a:pt x="265" y="16"/>
                    <a:pt x="265" y="16"/>
                  </a:cubicBezTo>
                  <a:cubicBezTo>
                    <a:pt x="267" y="15"/>
                    <a:pt x="270" y="14"/>
                    <a:pt x="273" y="14"/>
                  </a:cubicBezTo>
                  <a:cubicBezTo>
                    <a:pt x="289" y="70"/>
                    <a:pt x="289" y="70"/>
                    <a:pt x="289" y="70"/>
                  </a:cubicBezTo>
                  <a:cubicBezTo>
                    <a:pt x="286" y="71"/>
                    <a:pt x="284" y="71"/>
                    <a:pt x="282" y="72"/>
                  </a:cubicBezTo>
                  <a:close/>
                  <a:moveTo>
                    <a:pt x="461" y="70"/>
                  </a:moveTo>
                  <a:cubicBezTo>
                    <a:pt x="458" y="69"/>
                    <a:pt x="456" y="69"/>
                    <a:pt x="454" y="68"/>
                  </a:cubicBezTo>
                  <a:cubicBezTo>
                    <a:pt x="468" y="12"/>
                    <a:pt x="468" y="12"/>
                    <a:pt x="468" y="12"/>
                  </a:cubicBezTo>
                  <a:cubicBezTo>
                    <a:pt x="471" y="12"/>
                    <a:pt x="474" y="13"/>
                    <a:pt x="477" y="14"/>
                  </a:cubicBezTo>
                  <a:lnTo>
                    <a:pt x="461" y="70"/>
                  </a:lnTo>
                  <a:close/>
                  <a:moveTo>
                    <a:pt x="295" y="68"/>
                  </a:moveTo>
                  <a:cubicBezTo>
                    <a:pt x="280" y="12"/>
                    <a:pt x="280" y="12"/>
                    <a:pt x="280" y="12"/>
                  </a:cubicBezTo>
                  <a:cubicBezTo>
                    <a:pt x="283" y="11"/>
                    <a:pt x="286" y="10"/>
                    <a:pt x="288" y="10"/>
                  </a:cubicBezTo>
                  <a:cubicBezTo>
                    <a:pt x="302" y="67"/>
                    <a:pt x="302" y="67"/>
                    <a:pt x="302" y="67"/>
                  </a:cubicBezTo>
                  <a:cubicBezTo>
                    <a:pt x="299" y="67"/>
                    <a:pt x="297" y="68"/>
                    <a:pt x="295" y="68"/>
                  </a:cubicBezTo>
                  <a:close/>
                  <a:moveTo>
                    <a:pt x="448" y="67"/>
                  </a:moveTo>
                  <a:cubicBezTo>
                    <a:pt x="445" y="66"/>
                    <a:pt x="443" y="66"/>
                    <a:pt x="441" y="65"/>
                  </a:cubicBezTo>
                  <a:cubicBezTo>
                    <a:pt x="453" y="8"/>
                    <a:pt x="453" y="8"/>
                    <a:pt x="453" y="8"/>
                  </a:cubicBezTo>
                  <a:cubicBezTo>
                    <a:pt x="456" y="8"/>
                    <a:pt x="459" y="9"/>
                    <a:pt x="461" y="10"/>
                  </a:cubicBezTo>
                  <a:lnTo>
                    <a:pt x="448" y="67"/>
                  </a:lnTo>
                  <a:close/>
                  <a:moveTo>
                    <a:pt x="308" y="65"/>
                  </a:moveTo>
                  <a:cubicBezTo>
                    <a:pt x="295" y="8"/>
                    <a:pt x="295" y="8"/>
                    <a:pt x="295" y="8"/>
                  </a:cubicBezTo>
                  <a:cubicBezTo>
                    <a:pt x="298" y="7"/>
                    <a:pt x="301" y="7"/>
                    <a:pt x="304" y="6"/>
                  </a:cubicBezTo>
                  <a:cubicBezTo>
                    <a:pt x="315" y="64"/>
                    <a:pt x="315" y="64"/>
                    <a:pt x="315" y="64"/>
                  </a:cubicBezTo>
                  <a:cubicBezTo>
                    <a:pt x="312" y="64"/>
                    <a:pt x="310" y="65"/>
                    <a:pt x="308" y="65"/>
                  </a:cubicBezTo>
                  <a:close/>
                  <a:moveTo>
                    <a:pt x="435" y="64"/>
                  </a:moveTo>
                  <a:cubicBezTo>
                    <a:pt x="432" y="63"/>
                    <a:pt x="430" y="63"/>
                    <a:pt x="428" y="63"/>
                  </a:cubicBezTo>
                  <a:cubicBezTo>
                    <a:pt x="437" y="5"/>
                    <a:pt x="437" y="5"/>
                    <a:pt x="437" y="5"/>
                  </a:cubicBezTo>
                  <a:cubicBezTo>
                    <a:pt x="440" y="5"/>
                    <a:pt x="443" y="6"/>
                    <a:pt x="446" y="6"/>
                  </a:cubicBezTo>
                  <a:lnTo>
                    <a:pt x="435" y="64"/>
                  </a:lnTo>
                  <a:close/>
                  <a:moveTo>
                    <a:pt x="321" y="63"/>
                  </a:moveTo>
                  <a:cubicBezTo>
                    <a:pt x="311" y="5"/>
                    <a:pt x="311" y="5"/>
                    <a:pt x="311" y="5"/>
                  </a:cubicBezTo>
                  <a:cubicBezTo>
                    <a:pt x="314" y="5"/>
                    <a:pt x="317" y="4"/>
                    <a:pt x="320" y="4"/>
                  </a:cubicBezTo>
                  <a:cubicBezTo>
                    <a:pt x="328" y="61"/>
                    <a:pt x="328" y="61"/>
                    <a:pt x="328" y="61"/>
                  </a:cubicBezTo>
                  <a:cubicBezTo>
                    <a:pt x="326" y="62"/>
                    <a:pt x="323" y="62"/>
                    <a:pt x="321" y="63"/>
                  </a:cubicBezTo>
                  <a:close/>
                  <a:moveTo>
                    <a:pt x="422" y="62"/>
                  </a:moveTo>
                  <a:cubicBezTo>
                    <a:pt x="419" y="61"/>
                    <a:pt x="417" y="61"/>
                    <a:pt x="414" y="61"/>
                  </a:cubicBezTo>
                  <a:cubicBezTo>
                    <a:pt x="422" y="3"/>
                    <a:pt x="422" y="3"/>
                    <a:pt x="422" y="3"/>
                  </a:cubicBezTo>
                  <a:cubicBezTo>
                    <a:pt x="424" y="3"/>
                    <a:pt x="427" y="3"/>
                    <a:pt x="430" y="4"/>
                  </a:cubicBezTo>
                  <a:lnTo>
                    <a:pt x="422" y="62"/>
                  </a:lnTo>
                  <a:close/>
                  <a:moveTo>
                    <a:pt x="334" y="61"/>
                  </a:moveTo>
                  <a:cubicBezTo>
                    <a:pt x="327" y="3"/>
                    <a:pt x="327" y="3"/>
                    <a:pt x="327" y="3"/>
                  </a:cubicBezTo>
                  <a:cubicBezTo>
                    <a:pt x="330" y="2"/>
                    <a:pt x="332" y="2"/>
                    <a:pt x="335" y="2"/>
                  </a:cubicBezTo>
                  <a:cubicBezTo>
                    <a:pt x="341" y="60"/>
                    <a:pt x="341" y="60"/>
                    <a:pt x="341" y="60"/>
                  </a:cubicBezTo>
                  <a:cubicBezTo>
                    <a:pt x="339" y="60"/>
                    <a:pt x="337" y="60"/>
                    <a:pt x="334" y="61"/>
                  </a:cubicBezTo>
                  <a:close/>
                  <a:moveTo>
                    <a:pt x="408" y="60"/>
                  </a:moveTo>
                  <a:cubicBezTo>
                    <a:pt x="406" y="60"/>
                    <a:pt x="403" y="59"/>
                    <a:pt x="401" y="59"/>
                  </a:cubicBezTo>
                  <a:cubicBezTo>
                    <a:pt x="406" y="1"/>
                    <a:pt x="406" y="1"/>
                    <a:pt x="406" y="1"/>
                  </a:cubicBezTo>
                  <a:cubicBezTo>
                    <a:pt x="409" y="1"/>
                    <a:pt x="412" y="1"/>
                    <a:pt x="414" y="2"/>
                  </a:cubicBezTo>
                  <a:lnTo>
                    <a:pt x="408" y="60"/>
                  </a:lnTo>
                  <a:close/>
                  <a:moveTo>
                    <a:pt x="347" y="59"/>
                  </a:moveTo>
                  <a:cubicBezTo>
                    <a:pt x="342" y="1"/>
                    <a:pt x="342" y="1"/>
                    <a:pt x="342" y="1"/>
                  </a:cubicBezTo>
                  <a:cubicBezTo>
                    <a:pt x="345" y="1"/>
                    <a:pt x="348" y="1"/>
                    <a:pt x="351" y="0"/>
                  </a:cubicBezTo>
                  <a:cubicBezTo>
                    <a:pt x="355" y="59"/>
                    <a:pt x="355" y="59"/>
                    <a:pt x="355" y="59"/>
                  </a:cubicBezTo>
                  <a:cubicBezTo>
                    <a:pt x="352" y="59"/>
                    <a:pt x="350" y="59"/>
                    <a:pt x="347" y="59"/>
                  </a:cubicBezTo>
                  <a:close/>
                  <a:moveTo>
                    <a:pt x="395" y="59"/>
                  </a:moveTo>
                  <a:cubicBezTo>
                    <a:pt x="392" y="59"/>
                    <a:pt x="390" y="58"/>
                    <a:pt x="388" y="58"/>
                  </a:cubicBezTo>
                  <a:cubicBezTo>
                    <a:pt x="390" y="0"/>
                    <a:pt x="390" y="0"/>
                    <a:pt x="390" y="0"/>
                  </a:cubicBezTo>
                  <a:cubicBezTo>
                    <a:pt x="393" y="0"/>
                    <a:pt x="396" y="0"/>
                    <a:pt x="399" y="0"/>
                  </a:cubicBezTo>
                  <a:lnTo>
                    <a:pt x="395" y="59"/>
                  </a:lnTo>
                  <a:close/>
                  <a:moveTo>
                    <a:pt x="361" y="58"/>
                  </a:moveTo>
                  <a:cubicBezTo>
                    <a:pt x="358" y="0"/>
                    <a:pt x="358" y="0"/>
                    <a:pt x="358" y="0"/>
                  </a:cubicBezTo>
                  <a:cubicBezTo>
                    <a:pt x="361" y="0"/>
                    <a:pt x="364" y="0"/>
                    <a:pt x="367" y="0"/>
                  </a:cubicBezTo>
                  <a:cubicBezTo>
                    <a:pt x="368" y="58"/>
                    <a:pt x="368" y="58"/>
                    <a:pt x="368" y="58"/>
                  </a:cubicBezTo>
                  <a:cubicBezTo>
                    <a:pt x="366" y="58"/>
                    <a:pt x="363" y="58"/>
                    <a:pt x="361" y="58"/>
                  </a:cubicBezTo>
                  <a:close/>
                  <a:moveTo>
                    <a:pt x="382" y="58"/>
                  </a:moveTo>
                  <a:cubicBezTo>
                    <a:pt x="379" y="58"/>
                    <a:pt x="377" y="58"/>
                    <a:pt x="375" y="58"/>
                  </a:cubicBezTo>
                  <a:cubicBezTo>
                    <a:pt x="374" y="58"/>
                    <a:pt x="374" y="58"/>
                    <a:pt x="374" y="58"/>
                  </a:cubicBezTo>
                  <a:cubicBezTo>
                    <a:pt x="374" y="23"/>
                    <a:pt x="374" y="23"/>
                    <a:pt x="374" y="23"/>
                  </a:cubicBezTo>
                  <a:cubicBezTo>
                    <a:pt x="374" y="0"/>
                    <a:pt x="374" y="0"/>
                    <a:pt x="374" y="0"/>
                  </a:cubicBezTo>
                  <a:cubicBezTo>
                    <a:pt x="375" y="0"/>
                    <a:pt x="375" y="0"/>
                    <a:pt x="375" y="0"/>
                  </a:cubicBezTo>
                  <a:cubicBezTo>
                    <a:pt x="377" y="0"/>
                    <a:pt x="380" y="0"/>
                    <a:pt x="383" y="0"/>
                  </a:cubicBezTo>
                  <a:lnTo>
                    <a:pt x="382" y="58"/>
                  </a:lnTo>
                  <a:close/>
                  <a:moveTo>
                    <a:pt x="374" y="23"/>
                  </a:moveTo>
                  <a:cubicBezTo>
                    <a:pt x="374" y="29"/>
                    <a:pt x="374" y="29"/>
                    <a:pt x="374" y="29"/>
                  </a:cubicBezTo>
                  <a:cubicBezTo>
                    <a:pt x="374" y="24"/>
                    <a:pt x="374" y="24"/>
                    <a:pt x="374" y="24"/>
                  </a:cubicBezTo>
                  <a:lnTo>
                    <a:pt x="374" y="2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0" name="Google Shape;420;p11"/>
            <p:cNvSpPr/>
            <p:nvPr/>
          </p:nvSpPr>
          <p:spPr>
            <a:xfrm>
              <a:off x="5734050" y="4329113"/>
              <a:ext cx="985838" cy="987424"/>
            </a:xfrm>
            <a:custGeom>
              <a:avLst/>
              <a:gdLst/>
              <a:ahLst/>
              <a:cxnLst/>
              <a:rect l="l" t="t" r="r" b="b"/>
              <a:pathLst>
                <a:path w="585" h="585" extrusionOk="0">
                  <a:moveTo>
                    <a:pt x="293" y="585"/>
                  </a:moveTo>
                  <a:cubicBezTo>
                    <a:pt x="131" y="585"/>
                    <a:pt x="0" y="454"/>
                    <a:pt x="0" y="293"/>
                  </a:cubicBezTo>
                  <a:cubicBezTo>
                    <a:pt x="0" y="131"/>
                    <a:pt x="131" y="0"/>
                    <a:pt x="293" y="0"/>
                  </a:cubicBezTo>
                  <a:cubicBezTo>
                    <a:pt x="454" y="0"/>
                    <a:pt x="585" y="131"/>
                    <a:pt x="585" y="293"/>
                  </a:cubicBezTo>
                  <a:cubicBezTo>
                    <a:pt x="585" y="454"/>
                    <a:pt x="454" y="585"/>
                    <a:pt x="293" y="585"/>
                  </a:cubicBezTo>
                  <a:close/>
                  <a:moveTo>
                    <a:pt x="293" y="5"/>
                  </a:moveTo>
                  <a:cubicBezTo>
                    <a:pt x="134" y="5"/>
                    <a:pt x="5" y="134"/>
                    <a:pt x="5" y="293"/>
                  </a:cubicBezTo>
                  <a:cubicBezTo>
                    <a:pt x="5" y="451"/>
                    <a:pt x="134" y="580"/>
                    <a:pt x="293" y="580"/>
                  </a:cubicBezTo>
                  <a:cubicBezTo>
                    <a:pt x="451" y="580"/>
                    <a:pt x="580" y="451"/>
                    <a:pt x="580" y="293"/>
                  </a:cubicBezTo>
                  <a:cubicBezTo>
                    <a:pt x="580" y="134"/>
                    <a:pt x="451" y="5"/>
                    <a:pt x="293" y="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1" name="Google Shape;421;p11"/>
            <p:cNvSpPr/>
            <p:nvPr/>
          </p:nvSpPr>
          <p:spPr>
            <a:xfrm>
              <a:off x="5738813" y="4333875"/>
              <a:ext cx="974725" cy="976313"/>
            </a:xfrm>
            <a:custGeom>
              <a:avLst/>
              <a:gdLst/>
              <a:ahLst/>
              <a:cxnLst/>
              <a:rect l="l" t="t" r="r" b="b"/>
              <a:pathLst>
                <a:path w="578" h="579" extrusionOk="0">
                  <a:moveTo>
                    <a:pt x="290" y="0"/>
                  </a:moveTo>
                  <a:cubicBezTo>
                    <a:pt x="289" y="0"/>
                    <a:pt x="289" y="0"/>
                    <a:pt x="289" y="0"/>
                  </a:cubicBezTo>
                  <a:cubicBezTo>
                    <a:pt x="289" y="0"/>
                    <a:pt x="289" y="0"/>
                    <a:pt x="289" y="0"/>
                  </a:cubicBezTo>
                  <a:cubicBezTo>
                    <a:pt x="289" y="0"/>
                    <a:pt x="289" y="0"/>
                    <a:pt x="289" y="0"/>
                  </a:cubicBezTo>
                  <a:cubicBezTo>
                    <a:pt x="289" y="0"/>
                    <a:pt x="289" y="0"/>
                    <a:pt x="289" y="0"/>
                  </a:cubicBezTo>
                  <a:cubicBezTo>
                    <a:pt x="289" y="0"/>
                    <a:pt x="289" y="0"/>
                    <a:pt x="289" y="0"/>
                  </a:cubicBezTo>
                  <a:cubicBezTo>
                    <a:pt x="288" y="0"/>
                    <a:pt x="287" y="0"/>
                    <a:pt x="287" y="0"/>
                  </a:cubicBezTo>
                  <a:cubicBezTo>
                    <a:pt x="287" y="49"/>
                    <a:pt x="287" y="49"/>
                    <a:pt x="287" y="49"/>
                  </a:cubicBezTo>
                  <a:cubicBezTo>
                    <a:pt x="288" y="49"/>
                    <a:pt x="289" y="49"/>
                    <a:pt x="290" y="49"/>
                  </a:cubicBezTo>
                  <a:lnTo>
                    <a:pt x="290" y="0"/>
                  </a:lnTo>
                  <a:close/>
                  <a:moveTo>
                    <a:pt x="234" y="5"/>
                  </a:moveTo>
                  <a:cubicBezTo>
                    <a:pt x="233" y="6"/>
                    <a:pt x="233" y="6"/>
                    <a:pt x="232" y="6"/>
                  </a:cubicBezTo>
                  <a:cubicBezTo>
                    <a:pt x="232" y="6"/>
                    <a:pt x="232" y="6"/>
                    <a:pt x="232" y="6"/>
                  </a:cubicBezTo>
                  <a:cubicBezTo>
                    <a:pt x="232" y="6"/>
                    <a:pt x="232" y="6"/>
                    <a:pt x="232" y="6"/>
                  </a:cubicBezTo>
                  <a:cubicBezTo>
                    <a:pt x="232" y="6"/>
                    <a:pt x="232" y="6"/>
                    <a:pt x="232" y="6"/>
                  </a:cubicBezTo>
                  <a:cubicBezTo>
                    <a:pt x="232" y="6"/>
                    <a:pt x="232" y="6"/>
                    <a:pt x="232" y="6"/>
                  </a:cubicBezTo>
                  <a:cubicBezTo>
                    <a:pt x="231" y="6"/>
                    <a:pt x="231" y="6"/>
                    <a:pt x="231" y="6"/>
                  </a:cubicBezTo>
                  <a:cubicBezTo>
                    <a:pt x="241" y="54"/>
                    <a:pt x="241" y="54"/>
                    <a:pt x="241" y="54"/>
                  </a:cubicBezTo>
                  <a:cubicBezTo>
                    <a:pt x="242" y="54"/>
                    <a:pt x="243" y="54"/>
                    <a:pt x="243" y="54"/>
                  </a:cubicBezTo>
                  <a:lnTo>
                    <a:pt x="234" y="5"/>
                  </a:lnTo>
                  <a:close/>
                  <a:moveTo>
                    <a:pt x="181" y="21"/>
                  </a:moveTo>
                  <a:cubicBezTo>
                    <a:pt x="180" y="22"/>
                    <a:pt x="179" y="22"/>
                    <a:pt x="179" y="22"/>
                  </a:cubicBezTo>
                  <a:cubicBezTo>
                    <a:pt x="179" y="22"/>
                    <a:pt x="179" y="22"/>
                    <a:pt x="179" y="22"/>
                  </a:cubicBezTo>
                  <a:cubicBezTo>
                    <a:pt x="179" y="22"/>
                    <a:pt x="179" y="22"/>
                    <a:pt x="179" y="22"/>
                  </a:cubicBezTo>
                  <a:cubicBezTo>
                    <a:pt x="179" y="22"/>
                    <a:pt x="179" y="22"/>
                    <a:pt x="179" y="22"/>
                  </a:cubicBezTo>
                  <a:cubicBezTo>
                    <a:pt x="179" y="22"/>
                    <a:pt x="179" y="22"/>
                    <a:pt x="179" y="22"/>
                  </a:cubicBezTo>
                  <a:cubicBezTo>
                    <a:pt x="178" y="22"/>
                    <a:pt x="178" y="22"/>
                    <a:pt x="178" y="22"/>
                  </a:cubicBezTo>
                  <a:cubicBezTo>
                    <a:pt x="197" y="68"/>
                    <a:pt x="197" y="68"/>
                    <a:pt x="197" y="68"/>
                  </a:cubicBezTo>
                  <a:cubicBezTo>
                    <a:pt x="198" y="67"/>
                    <a:pt x="198" y="67"/>
                    <a:pt x="199" y="67"/>
                  </a:cubicBezTo>
                  <a:lnTo>
                    <a:pt x="181" y="21"/>
                  </a:lnTo>
                  <a:close/>
                  <a:moveTo>
                    <a:pt x="131" y="47"/>
                  </a:moveTo>
                  <a:cubicBezTo>
                    <a:pt x="131" y="47"/>
                    <a:pt x="130" y="48"/>
                    <a:pt x="130" y="48"/>
                  </a:cubicBezTo>
                  <a:cubicBezTo>
                    <a:pt x="130" y="48"/>
                    <a:pt x="130" y="48"/>
                    <a:pt x="130" y="48"/>
                  </a:cubicBezTo>
                  <a:cubicBezTo>
                    <a:pt x="130" y="48"/>
                    <a:pt x="130" y="48"/>
                    <a:pt x="130" y="48"/>
                  </a:cubicBezTo>
                  <a:cubicBezTo>
                    <a:pt x="130" y="48"/>
                    <a:pt x="130" y="48"/>
                    <a:pt x="130" y="48"/>
                  </a:cubicBezTo>
                  <a:cubicBezTo>
                    <a:pt x="130" y="48"/>
                    <a:pt x="130" y="48"/>
                    <a:pt x="130" y="48"/>
                  </a:cubicBezTo>
                  <a:cubicBezTo>
                    <a:pt x="129" y="48"/>
                    <a:pt x="129" y="48"/>
                    <a:pt x="129" y="48"/>
                  </a:cubicBezTo>
                  <a:cubicBezTo>
                    <a:pt x="129" y="48"/>
                    <a:pt x="129" y="48"/>
                    <a:pt x="129" y="48"/>
                  </a:cubicBezTo>
                  <a:cubicBezTo>
                    <a:pt x="129" y="49"/>
                    <a:pt x="129" y="49"/>
                    <a:pt x="129" y="49"/>
                  </a:cubicBezTo>
                  <a:cubicBezTo>
                    <a:pt x="156" y="90"/>
                    <a:pt x="156" y="90"/>
                    <a:pt x="156" y="90"/>
                  </a:cubicBezTo>
                  <a:cubicBezTo>
                    <a:pt x="157" y="89"/>
                    <a:pt x="157" y="89"/>
                    <a:pt x="158" y="88"/>
                  </a:cubicBezTo>
                  <a:lnTo>
                    <a:pt x="131" y="47"/>
                  </a:lnTo>
                  <a:close/>
                  <a:moveTo>
                    <a:pt x="88" y="82"/>
                  </a:moveTo>
                  <a:cubicBezTo>
                    <a:pt x="87" y="82"/>
                    <a:pt x="87" y="83"/>
                    <a:pt x="87" y="83"/>
                  </a:cubicBezTo>
                  <a:cubicBezTo>
                    <a:pt x="87" y="83"/>
                    <a:pt x="87" y="83"/>
                    <a:pt x="87" y="83"/>
                  </a:cubicBezTo>
                  <a:cubicBezTo>
                    <a:pt x="86" y="83"/>
                    <a:pt x="86" y="83"/>
                    <a:pt x="86" y="83"/>
                  </a:cubicBezTo>
                  <a:cubicBezTo>
                    <a:pt x="86" y="83"/>
                    <a:pt x="86" y="83"/>
                    <a:pt x="86" y="83"/>
                  </a:cubicBezTo>
                  <a:cubicBezTo>
                    <a:pt x="86" y="83"/>
                    <a:pt x="86" y="83"/>
                    <a:pt x="86" y="83"/>
                  </a:cubicBezTo>
                  <a:cubicBezTo>
                    <a:pt x="86" y="84"/>
                    <a:pt x="86" y="84"/>
                    <a:pt x="86" y="84"/>
                  </a:cubicBezTo>
                  <a:cubicBezTo>
                    <a:pt x="120" y="119"/>
                    <a:pt x="120" y="119"/>
                    <a:pt x="120" y="119"/>
                  </a:cubicBezTo>
                  <a:cubicBezTo>
                    <a:pt x="121" y="118"/>
                    <a:pt x="121" y="118"/>
                    <a:pt x="122" y="117"/>
                  </a:cubicBezTo>
                  <a:lnTo>
                    <a:pt x="88" y="82"/>
                  </a:lnTo>
                  <a:close/>
                  <a:moveTo>
                    <a:pt x="52" y="125"/>
                  </a:moveTo>
                  <a:cubicBezTo>
                    <a:pt x="51" y="125"/>
                    <a:pt x="51" y="125"/>
                    <a:pt x="51" y="125"/>
                  </a:cubicBezTo>
                  <a:cubicBezTo>
                    <a:pt x="51" y="125"/>
                    <a:pt x="51" y="125"/>
                    <a:pt x="51" y="125"/>
                  </a:cubicBezTo>
                  <a:cubicBezTo>
                    <a:pt x="51" y="125"/>
                    <a:pt x="51" y="125"/>
                    <a:pt x="51" y="125"/>
                  </a:cubicBezTo>
                  <a:cubicBezTo>
                    <a:pt x="51" y="125"/>
                    <a:pt x="51" y="125"/>
                    <a:pt x="51" y="125"/>
                  </a:cubicBezTo>
                  <a:cubicBezTo>
                    <a:pt x="51" y="125"/>
                    <a:pt x="51" y="125"/>
                    <a:pt x="51" y="125"/>
                  </a:cubicBezTo>
                  <a:cubicBezTo>
                    <a:pt x="51" y="126"/>
                    <a:pt x="51" y="126"/>
                    <a:pt x="51" y="126"/>
                  </a:cubicBezTo>
                  <a:cubicBezTo>
                    <a:pt x="51" y="126"/>
                    <a:pt x="51" y="126"/>
                    <a:pt x="51" y="126"/>
                  </a:cubicBezTo>
                  <a:cubicBezTo>
                    <a:pt x="51" y="126"/>
                    <a:pt x="51" y="126"/>
                    <a:pt x="51" y="126"/>
                  </a:cubicBezTo>
                  <a:cubicBezTo>
                    <a:pt x="51" y="126"/>
                    <a:pt x="51" y="126"/>
                    <a:pt x="51" y="126"/>
                  </a:cubicBezTo>
                  <a:cubicBezTo>
                    <a:pt x="51" y="126"/>
                    <a:pt x="51" y="126"/>
                    <a:pt x="51" y="126"/>
                  </a:cubicBezTo>
                  <a:cubicBezTo>
                    <a:pt x="51" y="126"/>
                    <a:pt x="51" y="126"/>
                    <a:pt x="51" y="126"/>
                  </a:cubicBezTo>
                  <a:cubicBezTo>
                    <a:pt x="51" y="126"/>
                    <a:pt x="51" y="126"/>
                    <a:pt x="51" y="126"/>
                  </a:cubicBezTo>
                  <a:cubicBezTo>
                    <a:pt x="51" y="126"/>
                    <a:pt x="51" y="126"/>
                    <a:pt x="51" y="126"/>
                  </a:cubicBezTo>
                  <a:cubicBezTo>
                    <a:pt x="51" y="126"/>
                    <a:pt x="51" y="126"/>
                    <a:pt x="51" y="126"/>
                  </a:cubicBezTo>
                  <a:cubicBezTo>
                    <a:pt x="50" y="127"/>
                    <a:pt x="50" y="127"/>
                    <a:pt x="50" y="127"/>
                  </a:cubicBezTo>
                  <a:cubicBezTo>
                    <a:pt x="91" y="155"/>
                    <a:pt x="91" y="155"/>
                    <a:pt x="91" y="155"/>
                  </a:cubicBezTo>
                  <a:cubicBezTo>
                    <a:pt x="91" y="154"/>
                    <a:pt x="92" y="153"/>
                    <a:pt x="92" y="153"/>
                  </a:cubicBezTo>
                  <a:lnTo>
                    <a:pt x="52" y="125"/>
                  </a:lnTo>
                  <a:close/>
                  <a:moveTo>
                    <a:pt x="24" y="173"/>
                  </a:moveTo>
                  <a:cubicBezTo>
                    <a:pt x="24" y="173"/>
                    <a:pt x="24" y="173"/>
                    <a:pt x="24" y="173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4" y="174"/>
                    <a:pt x="24" y="175"/>
                    <a:pt x="23" y="176"/>
                  </a:cubicBezTo>
                  <a:cubicBezTo>
                    <a:pt x="23" y="176"/>
                    <a:pt x="23" y="176"/>
                    <a:pt x="23" y="176"/>
                  </a:cubicBezTo>
                  <a:cubicBezTo>
                    <a:pt x="23" y="176"/>
                    <a:pt x="23" y="176"/>
                    <a:pt x="23" y="176"/>
                  </a:cubicBezTo>
                  <a:cubicBezTo>
                    <a:pt x="23" y="176"/>
                    <a:pt x="23" y="176"/>
                    <a:pt x="23" y="176"/>
                  </a:cubicBezTo>
                  <a:cubicBezTo>
                    <a:pt x="23" y="176"/>
                    <a:pt x="23" y="176"/>
                    <a:pt x="23" y="176"/>
                  </a:cubicBezTo>
                  <a:cubicBezTo>
                    <a:pt x="68" y="195"/>
                    <a:pt x="68" y="195"/>
                    <a:pt x="68" y="195"/>
                  </a:cubicBezTo>
                  <a:cubicBezTo>
                    <a:pt x="69" y="194"/>
                    <a:pt x="69" y="194"/>
                    <a:pt x="69" y="193"/>
                  </a:cubicBezTo>
                  <a:lnTo>
                    <a:pt x="24" y="173"/>
                  </a:lnTo>
                  <a:close/>
                  <a:moveTo>
                    <a:pt x="7" y="226"/>
                  </a:moveTo>
                  <a:cubicBezTo>
                    <a:pt x="7" y="227"/>
                    <a:pt x="7" y="227"/>
                    <a:pt x="7" y="228"/>
                  </a:cubicBezTo>
                  <a:cubicBezTo>
                    <a:pt x="7" y="228"/>
                    <a:pt x="7" y="228"/>
                    <a:pt x="7" y="228"/>
                  </a:cubicBezTo>
                  <a:cubicBezTo>
                    <a:pt x="7" y="228"/>
                    <a:pt x="7" y="228"/>
                    <a:pt x="7" y="228"/>
                  </a:cubicBezTo>
                  <a:cubicBezTo>
                    <a:pt x="6" y="229"/>
                    <a:pt x="6" y="229"/>
                    <a:pt x="6" y="229"/>
                  </a:cubicBezTo>
                  <a:cubicBezTo>
                    <a:pt x="54" y="239"/>
                    <a:pt x="54" y="239"/>
                    <a:pt x="54" y="239"/>
                  </a:cubicBezTo>
                  <a:cubicBezTo>
                    <a:pt x="55" y="238"/>
                    <a:pt x="55" y="238"/>
                    <a:pt x="55" y="237"/>
                  </a:cubicBezTo>
                  <a:cubicBezTo>
                    <a:pt x="7" y="226"/>
                    <a:pt x="7" y="226"/>
                    <a:pt x="7" y="226"/>
                  </a:cubicBezTo>
                  <a:close/>
                  <a:moveTo>
                    <a:pt x="0" y="281"/>
                  </a:moveTo>
                  <a:cubicBezTo>
                    <a:pt x="0" y="281"/>
                    <a:pt x="0" y="281"/>
                    <a:pt x="0" y="281"/>
                  </a:cubicBezTo>
                  <a:cubicBezTo>
                    <a:pt x="0" y="282"/>
                    <a:pt x="0" y="282"/>
                    <a:pt x="0" y="282"/>
                  </a:cubicBezTo>
                  <a:cubicBezTo>
                    <a:pt x="0" y="282"/>
                    <a:pt x="0" y="282"/>
                    <a:pt x="0" y="282"/>
                  </a:cubicBezTo>
                  <a:cubicBezTo>
                    <a:pt x="0" y="282"/>
                    <a:pt x="0" y="282"/>
                    <a:pt x="0" y="282"/>
                  </a:cubicBezTo>
                  <a:cubicBezTo>
                    <a:pt x="0" y="282"/>
                    <a:pt x="0" y="282"/>
                    <a:pt x="0" y="282"/>
                  </a:cubicBezTo>
                  <a:cubicBezTo>
                    <a:pt x="0" y="282"/>
                    <a:pt x="0" y="282"/>
                    <a:pt x="0" y="282"/>
                  </a:cubicBezTo>
                  <a:cubicBezTo>
                    <a:pt x="0" y="283"/>
                    <a:pt x="0" y="283"/>
                    <a:pt x="0" y="283"/>
                  </a:cubicBezTo>
                  <a:cubicBezTo>
                    <a:pt x="0" y="283"/>
                    <a:pt x="0" y="283"/>
                    <a:pt x="0" y="283"/>
                  </a:cubicBezTo>
                  <a:cubicBezTo>
                    <a:pt x="0" y="283"/>
                    <a:pt x="0" y="283"/>
                    <a:pt x="0" y="283"/>
                  </a:cubicBezTo>
                  <a:cubicBezTo>
                    <a:pt x="0" y="283"/>
                    <a:pt x="0" y="283"/>
                    <a:pt x="0" y="283"/>
                  </a:cubicBezTo>
                  <a:cubicBezTo>
                    <a:pt x="0" y="283"/>
                    <a:pt x="0" y="283"/>
                    <a:pt x="0" y="283"/>
                  </a:cubicBezTo>
                  <a:cubicBezTo>
                    <a:pt x="0" y="283"/>
                    <a:pt x="0" y="283"/>
                    <a:pt x="0" y="283"/>
                  </a:cubicBezTo>
                  <a:cubicBezTo>
                    <a:pt x="0" y="283"/>
                    <a:pt x="0" y="283"/>
                    <a:pt x="0" y="283"/>
                  </a:cubicBezTo>
                  <a:cubicBezTo>
                    <a:pt x="0" y="283"/>
                    <a:pt x="0" y="283"/>
                    <a:pt x="0" y="283"/>
                  </a:cubicBezTo>
                  <a:cubicBezTo>
                    <a:pt x="0" y="284"/>
                    <a:pt x="0" y="284"/>
                    <a:pt x="0" y="284"/>
                  </a:cubicBezTo>
                  <a:cubicBezTo>
                    <a:pt x="0" y="284"/>
                    <a:pt x="0" y="284"/>
                    <a:pt x="0" y="284"/>
                  </a:cubicBezTo>
                  <a:cubicBezTo>
                    <a:pt x="0" y="284"/>
                    <a:pt x="0" y="284"/>
                    <a:pt x="0" y="284"/>
                  </a:cubicBezTo>
                  <a:cubicBezTo>
                    <a:pt x="0" y="284"/>
                    <a:pt x="0" y="284"/>
                    <a:pt x="0" y="284"/>
                  </a:cubicBezTo>
                  <a:cubicBezTo>
                    <a:pt x="0" y="284"/>
                    <a:pt x="0" y="284"/>
                    <a:pt x="0" y="284"/>
                  </a:cubicBezTo>
                  <a:cubicBezTo>
                    <a:pt x="0" y="284"/>
                    <a:pt x="0" y="284"/>
                    <a:pt x="0" y="284"/>
                  </a:cubicBezTo>
                  <a:cubicBezTo>
                    <a:pt x="49" y="285"/>
                    <a:pt x="49" y="285"/>
                    <a:pt x="49" y="285"/>
                  </a:cubicBezTo>
                  <a:cubicBezTo>
                    <a:pt x="49" y="284"/>
                    <a:pt x="49" y="284"/>
                    <a:pt x="49" y="283"/>
                  </a:cubicBezTo>
                  <a:lnTo>
                    <a:pt x="0" y="281"/>
                  </a:lnTo>
                  <a:close/>
                  <a:moveTo>
                    <a:pt x="52" y="329"/>
                  </a:moveTo>
                  <a:cubicBezTo>
                    <a:pt x="4" y="337"/>
                    <a:pt x="4" y="337"/>
                    <a:pt x="4" y="337"/>
                  </a:cubicBezTo>
                  <a:cubicBezTo>
                    <a:pt x="4" y="338"/>
                    <a:pt x="4" y="338"/>
                    <a:pt x="4" y="338"/>
                  </a:cubicBezTo>
                  <a:cubicBezTo>
                    <a:pt x="4" y="338"/>
                    <a:pt x="4" y="338"/>
                    <a:pt x="4" y="338"/>
                  </a:cubicBezTo>
                  <a:cubicBezTo>
                    <a:pt x="4" y="339"/>
                    <a:pt x="4" y="339"/>
                    <a:pt x="4" y="340"/>
                  </a:cubicBezTo>
                  <a:cubicBezTo>
                    <a:pt x="4" y="340"/>
                    <a:pt x="4" y="340"/>
                    <a:pt x="4" y="340"/>
                  </a:cubicBezTo>
                  <a:cubicBezTo>
                    <a:pt x="4" y="340"/>
                    <a:pt x="4" y="340"/>
                    <a:pt x="4" y="340"/>
                  </a:cubicBezTo>
                  <a:cubicBezTo>
                    <a:pt x="53" y="331"/>
                    <a:pt x="53" y="331"/>
                    <a:pt x="53" y="331"/>
                  </a:cubicBezTo>
                  <a:cubicBezTo>
                    <a:pt x="53" y="331"/>
                    <a:pt x="52" y="330"/>
                    <a:pt x="52" y="329"/>
                  </a:cubicBezTo>
                  <a:close/>
                  <a:moveTo>
                    <a:pt x="64" y="374"/>
                  </a:moveTo>
                  <a:cubicBezTo>
                    <a:pt x="18" y="391"/>
                    <a:pt x="18" y="391"/>
                    <a:pt x="18" y="391"/>
                  </a:cubicBezTo>
                  <a:cubicBezTo>
                    <a:pt x="19" y="392"/>
                    <a:pt x="19" y="393"/>
                    <a:pt x="19" y="394"/>
                  </a:cubicBezTo>
                  <a:cubicBezTo>
                    <a:pt x="65" y="376"/>
                    <a:pt x="65" y="376"/>
                    <a:pt x="65" y="376"/>
                  </a:cubicBezTo>
                  <a:cubicBezTo>
                    <a:pt x="65" y="375"/>
                    <a:pt x="64" y="374"/>
                    <a:pt x="64" y="374"/>
                  </a:cubicBezTo>
                  <a:close/>
                  <a:moveTo>
                    <a:pt x="84" y="415"/>
                  </a:moveTo>
                  <a:cubicBezTo>
                    <a:pt x="43" y="441"/>
                    <a:pt x="43" y="441"/>
                    <a:pt x="43" y="441"/>
                  </a:cubicBezTo>
                  <a:cubicBezTo>
                    <a:pt x="43" y="441"/>
                    <a:pt x="43" y="442"/>
                    <a:pt x="44" y="442"/>
                  </a:cubicBezTo>
                  <a:cubicBezTo>
                    <a:pt x="44" y="443"/>
                    <a:pt x="44" y="443"/>
                    <a:pt x="44" y="443"/>
                  </a:cubicBezTo>
                  <a:cubicBezTo>
                    <a:pt x="44" y="443"/>
                    <a:pt x="44" y="443"/>
                    <a:pt x="44" y="443"/>
                  </a:cubicBezTo>
                  <a:cubicBezTo>
                    <a:pt x="44" y="443"/>
                    <a:pt x="44" y="443"/>
                    <a:pt x="44" y="443"/>
                  </a:cubicBezTo>
                  <a:cubicBezTo>
                    <a:pt x="44" y="443"/>
                    <a:pt x="44" y="443"/>
                    <a:pt x="44" y="443"/>
                  </a:cubicBezTo>
                  <a:cubicBezTo>
                    <a:pt x="44" y="443"/>
                    <a:pt x="44" y="443"/>
                    <a:pt x="44" y="443"/>
                  </a:cubicBezTo>
                  <a:cubicBezTo>
                    <a:pt x="44" y="443"/>
                    <a:pt x="44" y="443"/>
                    <a:pt x="44" y="443"/>
                  </a:cubicBezTo>
                  <a:cubicBezTo>
                    <a:pt x="44" y="443"/>
                    <a:pt x="44" y="443"/>
                    <a:pt x="44" y="443"/>
                  </a:cubicBezTo>
                  <a:cubicBezTo>
                    <a:pt x="86" y="417"/>
                    <a:pt x="86" y="417"/>
                    <a:pt x="86" y="417"/>
                  </a:cubicBezTo>
                  <a:cubicBezTo>
                    <a:pt x="85" y="417"/>
                    <a:pt x="85" y="416"/>
                    <a:pt x="84" y="415"/>
                  </a:cubicBezTo>
                  <a:close/>
                  <a:moveTo>
                    <a:pt x="112" y="452"/>
                  </a:moveTo>
                  <a:cubicBezTo>
                    <a:pt x="76" y="485"/>
                    <a:pt x="76" y="485"/>
                    <a:pt x="76" y="485"/>
                  </a:cubicBezTo>
                  <a:cubicBezTo>
                    <a:pt x="77" y="486"/>
                    <a:pt x="77" y="486"/>
                    <a:pt x="77" y="486"/>
                  </a:cubicBezTo>
                  <a:cubicBezTo>
                    <a:pt x="77" y="486"/>
                    <a:pt x="77" y="486"/>
                    <a:pt x="77" y="486"/>
                  </a:cubicBezTo>
                  <a:cubicBezTo>
                    <a:pt x="77" y="486"/>
                    <a:pt x="77" y="486"/>
                    <a:pt x="77" y="486"/>
                  </a:cubicBezTo>
                  <a:cubicBezTo>
                    <a:pt x="77" y="486"/>
                    <a:pt x="77" y="486"/>
                    <a:pt x="77" y="486"/>
                  </a:cubicBezTo>
                  <a:cubicBezTo>
                    <a:pt x="77" y="486"/>
                    <a:pt x="77" y="486"/>
                    <a:pt x="77" y="486"/>
                  </a:cubicBezTo>
                  <a:cubicBezTo>
                    <a:pt x="77" y="487"/>
                    <a:pt x="78" y="487"/>
                    <a:pt x="78" y="487"/>
                  </a:cubicBezTo>
                  <a:cubicBezTo>
                    <a:pt x="78" y="487"/>
                    <a:pt x="78" y="487"/>
                    <a:pt x="78" y="487"/>
                  </a:cubicBezTo>
                  <a:cubicBezTo>
                    <a:pt x="78" y="487"/>
                    <a:pt x="78" y="487"/>
                    <a:pt x="78" y="487"/>
                  </a:cubicBezTo>
                  <a:cubicBezTo>
                    <a:pt x="78" y="488"/>
                    <a:pt x="78" y="488"/>
                    <a:pt x="78" y="488"/>
                  </a:cubicBezTo>
                  <a:cubicBezTo>
                    <a:pt x="78" y="488"/>
                    <a:pt x="78" y="488"/>
                    <a:pt x="78" y="488"/>
                  </a:cubicBezTo>
                  <a:cubicBezTo>
                    <a:pt x="114" y="454"/>
                    <a:pt x="114" y="454"/>
                    <a:pt x="114" y="454"/>
                  </a:cubicBezTo>
                  <a:cubicBezTo>
                    <a:pt x="113" y="453"/>
                    <a:pt x="113" y="453"/>
                    <a:pt x="112" y="452"/>
                  </a:cubicBezTo>
                  <a:close/>
                  <a:moveTo>
                    <a:pt x="147" y="483"/>
                  </a:moveTo>
                  <a:cubicBezTo>
                    <a:pt x="118" y="523"/>
                    <a:pt x="118" y="523"/>
                    <a:pt x="118" y="523"/>
                  </a:cubicBezTo>
                  <a:cubicBezTo>
                    <a:pt x="119" y="523"/>
                    <a:pt x="119" y="523"/>
                    <a:pt x="119" y="523"/>
                  </a:cubicBezTo>
                  <a:cubicBezTo>
                    <a:pt x="119" y="523"/>
                    <a:pt x="119" y="523"/>
                    <a:pt x="119" y="523"/>
                  </a:cubicBezTo>
                  <a:cubicBezTo>
                    <a:pt x="119" y="523"/>
                    <a:pt x="119" y="523"/>
                    <a:pt x="119" y="523"/>
                  </a:cubicBezTo>
                  <a:cubicBezTo>
                    <a:pt x="119" y="524"/>
                    <a:pt x="119" y="524"/>
                    <a:pt x="119" y="524"/>
                  </a:cubicBezTo>
                  <a:cubicBezTo>
                    <a:pt x="119" y="524"/>
                    <a:pt x="119" y="524"/>
                    <a:pt x="119" y="524"/>
                  </a:cubicBezTo>
                  <a:cubicBezTo>
                    <a:pt x="120" y="524"/>
                    <a:pt x="120" y="524"/>
                    <a:pt x="120" y="524"/>
                  </a:cubicBezTo>
                  <a:cubicBezTo>
                    <a:pt x="120" y="524"/>
                    <a:pt x="120" y="524"/>
                    <a:pt x="120" y="524"/>
                  </a:cubicBezTo>
                  <a:cubicBezTo>
                    <a:pt x="149" y="485"/>
                    <a:pt x="149" y="485"/>
                    <a:pt x="149" y="485"/>
                  </a:cubicBezTo>
                  <a:cubicBezTo>
                    <a:pt x="148" y="484"/>
                    <a:pt x="147" y="484"/>
                    <a:pt x="147" y="483"/>
                  </a:cubicBezTo>
                  <a:close/>
                  <a:moveTo>
                    <a:pt x="187" y="507"/>
                  </a:moveTo>
                  <a:cubicBezTo>
                    <a:pt x="165" y="551"/>
                    <a:pt x="165" y="551"/>
                    <a:pt x="165" y="551"/>
                  </a:cubicBezTo>
                  <a:cubicBezTo>
                    <a:pt x="166" y="552"/>
                    <a:pt x="167" y="552"/>
                    <a:pt x="167" y="552"/>
                  </a:cubicBezTo>
                  <a:cubicBezTo>
                    <a:pt x="167" y="552"/>
                    <a:pt x="167" y="552"/>
                    <a:pt x="167" y="552"/>
                  </a:cubicBezTo>
                  <a:cubicBezTo>
                    <a:pt x="168" y="552"/>
                    <a:pt x="168" y="552"/>
                    <a:pt x="168" y="552"/>
                  </a:cubicBezTo>
                  <a:cubicBezTo>
                    <a:pt x="168" y="552"/>
                    <a:pt x="168" y="552"/>
                    <a:pt x="168" y="552"/>
                  </a:cubicBezTo>
                  <a:cubicBezTo>
                    <a:pt x="168" y="552"/>
                    <a:pt x="168" y="552"/>
                    <a:pt x="168" y="552"/>
                  </a:cubicBezTo>
                  <a:cubicBezTo>
                    <a:pt x="168" y="553"/>
                    <a:pt x="168" y="553"/>
                    <a:pt x="168" y="553"/>
                  </a:cubicBezTo>
                  <a:cubicBezTo>
                    <a:pt x="189" y="508"/>
                    <a:pt x="189" y="508"/>
                    <a:pt x="189" y="508"/>
                  </a:cubicBezTo>
                  <a:cubicBezTo>
                    <a:pt x="188" y="508"/>
                    <a:pt x="187" y="507"/>
                    <a:pt x="187" y="507"/>
                  </a:cubicBezTo>
                  <a:close/>
                  <a:moveTo>
                    <a:pt x="230" y="523"/>
                  </a:moveTo>
                  <a:cubicBezTo>
                    <a:pt x="218" y="570"/>
                    <a:pt x="218" y="570"/>
                    <a:pt x="218" y="570"/>
                  </a:cubicBezTo>
                  <a:cubicBezTo>
                    <a:pt x="218" y="570"/>
                    <a:pt x="218" y="570"/>
                    <a:pt x="218" y="570"/>
                  </a:cubicBezTo>
                  <a:cubicBezTo>
                    <a:pt x="218" y="570"/>
                    <a:pt x="218" y="570"/>
                    <a:pt x="218" y="570"/>
                  </a:cubicBezTo>
                  <a:cubicBezTo>
                    <a:pt x="218" y="570"/>
                    <a:pt x="218" y="570"/>
                    <a:pt x="218" y="570"/>
                  </a:cubicBezTo>
                  <a:cubicBezTo>
                    <a:pt x="218" y="570"/>
                    <a:pt x="218" y="570"/>
                    <a:pt x="218" y="570"/>
                  </a:cubicBezTo>
                  <a:cubicBezTo>
                    <a:pt x="218" y="570"/>
                    <a:pt x="218" y="570"/>
                    <a:pt x="218" y="570"/>
                  </a:cubicBezTo>
                  <a:cubicBezTo>
                    <a:pt x="219" y="570"/>
                    <a:pt x="219" y="570"/>
                    <a:pt x="219" y="570"/>
                  </a:cubicBezTo>
                  <a:cubicBezTo>
                    <a:pt x="219" y="570"/>
                    <a:pt x="219" y="570"/>
                    <a:pt x="219" y="570"/>
                  </a:cubicBezTo>
                  <a:cubicBezTo>
                    <a:pt x="219" y="570"/>
                    <a:pt x="219" y="570"/>
                    <a:pt x="219" y="570"/>
                  </a:cubicBezTo>
                  <a:cubicBezTo>
                    <a:pt x="219" y="570"/>
                    <a:pt x="219" y="570"/>
                    <a:pt x="219" y="570"/>
                  </a:cubicBezTo>
                  <a:cubicBezTo>
                    <a:pt x="219" y="571"/>
                    <a:pt x="219" y="571"/>
                    <a:pt x="219" y="571"/>
                  </a:cubicBezTo>
                  <a:cubicBezTo>
                    <a:pt x="219" y="571"/>
                    <a:pt x="219" y="571"/>
                    <a:pt x="219" y="571"/>
                  </a:cubicBezTo>
                  <a:cubicBezTo>
                    <a:pt x="219" y="571"/>
                    <a:pt x="219" y="571"/>
                    <a:pt x="219" y="571"/>
                  </a:cubicBezTo>
                  <a:cubicBezTo>
                    <a:pt x="220" y="571"/>
                    <a:pt x="220" y="571"/>
                    <a:pt x="221" y="571"/>
                  </a:cubicBezTo>
                  <a:cubicBezTo>
                    <a:pt x="232" y="523"/>
                    <a:pt x="232" y="523"/>
                    <a:pt x="232" y="523"/>
                  </a:cubicBezTo>
                  <a:cubicBezTo>
                    <a:pt x="232" y="523"/>
                    <a:pt x="231" y="523"/>
                    <a:pt x="230" y="523"/>
                  </a:cubicBezTo>
                  <a:close/>
                  <a:moveTo>
                    <a:pt x="276" y="530"/>
                  </a:moveTo>
                  <a:cubicBezTo>
                    <a:pt x="273" y="579"/>
                    <a:pt x="273" y="579"/>
                    <a:pt x="273" y="579"/>
                  </a:cubicBezTo>
                  <a:cubicBezTo>
                    <a:pt x="273" y="579"/>
                    <a:pt x="273" y="579"/>
                    <a:pt x="273" y="579"/>
                  </a:cubicBezTo>
                  <a:cubicBezTo>
                    <a:pt x="273" y="579"/>
                    <a:pt x="273" y="579"/>
                    <a:pt x="273" y="579"/>
                  </a:cubicBezTo>
                  <a:cubicBezTo>
                    <a:pt x="274" y="579"/>
                    <a:pt x="274" y="579"/>
                    <a:pt x="274" y="579"/>
                  </a:cubicBezTo>
                  <a:cubicBezTo>
                    <a:pt x="274" y="579"/>
                    <a:pt x="274" y="579"/>
                    <a:pt x="274" y="579"/>
                  </a:cubicBezTo>
                  <a:cubicBezTo>
                    <a:pt x="274" y="579"/>
                    <a:pt x="274" y="579"/>
                    <a:pt x="274" y="579"/>
                  </a:cubicBezTo>
                  <a:cubicBezTo>
                    <a:pt x="274" y="579"/>
                    <a:pt x="275" y="579"/>
                    <a:pt x="276" y="579"/>
                  </a:cubicBezTo>
                  <a:cubicBezTo>
                    <a:pt x="278" y="530"/>
                    <a:pt x="278" y="530"/>
                    <a:pt x="278" y="530"/>
                  </a:cubicBezTo>
                  <a:cubicBezTo>
                    <a:pt x="277" y="530"/>
                    <a:pt x="277" y="530"/>
                    <a:pt x="276" y="530"/>
                  </a:cubicBezTo>
                  <a:close/>
                  <a:moveTo>
                    <a:pt x="325" y="528"/>
                  </a:moveTo>
                  <a:cubicBezTo>
                    <a:pt x="324" y="528"/>
                    <a:pt x="323" y="528"/>
                    <a:pt x="322" y="528"/>
                  </a:cubicBezTo>
                  <a:cubicBezTo>
                    <a:pt x="329" y="577"/>
                    <a:pt x="329" y="577"/>
                    <a:pt x="329" y="577"/>
                  </a:cubicBezTo>
                  <a:cubicBezTo>
                    <a:pt x="329" y="577"/>
                    <a:pt x="329" y="577"/>
                    <a:pt x="329" y="577"/>
                  </a:cubicBezTo>
                  <a:cubicBezTo>
                    <a:pt x="330" y="576"/>
                    <a:pt x="331" y="576"/>
                    <a:pt x="332" y="576"/>
                  </a:cubicBezTo>
                  <a:lnTo>
                    <a:pt x="325" y="528"/>
                  </a:lnTo>
                  <a:close/>
                  <a:moveTo>
                    <a:pt x="369" y="516"/>
                  </a:moveTo>
                  <a:cubicBezTo>
                    <a:pt x="369" y="517"/>
                    <a:pt x="368" y="517"/>
                    <a:pt x="367" y="517"/>
                  </a:cubicBezTo>
                  <a:cubicBezTo>
                    <a:pt x="383" y="564"/>
                    <a:pt x="383" y="564"/>
                    <a:pt x="383" y="564"/>
                  </a:cubicBezTo>
                  <a:cubicBezTo>
                    <a:pt x="384" y="563"/>
                    <a:pt x="384" y="563"/>
                    <a:pt x="384" y="563"/>
                  </a:cubicBezTo>
                  <a:cubicBezTo>
                    <a:pt x="384" y="563"/>
                    <a:pt x="384" y="563"/>
                    <a:pt x="384" y="563"/>
                  </a:cubicBezTo>
                  <a:cubicBezTo>
                    <a:pt x="384" y="563"/>
                    <a:pt x="384" y="563"/>
                    <a:pt x="384" y="563"/>
                  </a:cubicBezTo>
                  <a:cubicBezTo>
                    <a:pt x="385" y="563"/>
                    <a:pt x="385" y="563"/>
                    <a:pt x="386" y="563"/>
                  </a:cubicBezTo>
                  <a:lnTo>
                    <a:pt x="369" y="516"/>
                  </a:lnTo>
                  <a:close/>
                  <a:moveTo>
                    <a:pt x="411" y="497"/>
                  </a:moveTo>
                  <a:cubicBezTo>
                    <a:pt x="411" y="497"/>
                    <a:pt x="410" y="498"/>
                    <a:pt x="409" y="498"/>
                  </a:cubicBezTo>
                  <a:cubicBezTo>
                    <a:pt x="434" y="541"/>
                    <a:pt x="434" y="541"/>
                    <a:pt x="434" y="541"/>
                  </a:cubicBezTo>
                  <a:cubicBezTo>
                    <a:pt x="434" y="541"/>
                    <a:pt x="434" y="541"/>
                    <a:pt x="434" y="541"/>
                  </a:cubicBezTo>
                  <a:cubicBezTo>
                    <a:pt x="434" y="541"/>
                    <a:pt x="434" y="541"/>
                    <a:pt x="434" y="541"/>
                  </a:cubicBezTo>
                  <a:cubicBezTo>
                    <a:pt x="434" y="541"/>
                    <a:pt x="434" y="541"/>
                    <a:pt x="434" y="541"/>
                  </a:cubicBezTo>
                  <a:cubicBezTo>
                    <a:pt x="435" y="540"/>
                    <a:pt x="436" y="540"/>
                    <a:pt x="436" y="539"/>
                  </a:cubicBezTo>
                  <a:lnTo>
                    <a:pt x="411" y="497"/>
                  </a:lnTo>
                  <a:close/>
                  <a:moveTo>
                    <a:pt x="449" y="470"/>
                  </a:moveTo>
                  <a:cubicBezTo>
                    <a:pt x="448" y="470"/>
                    <a:pt x="448" y="471"/>
                    <a:pt x="447" y="471"/>
                  </a:cubicBezTo>
                  <a:cubicBezTo>
                    <a:pt x="479" y="508"/>
                    <a:pt x="479" y="508"/>
                    <a:pt x="479" y="508"/>
                  </a:cubicBezTo>
                  <a:cubicBezTo>
                    <a:pt x="480" y="508"/>
                    <a:pt x="480" y="508"/>
                    <a:pt x="480" y="508"/>
                  </a:cubicBezTo>
                  <a:cubicBezTo>
                    <a:pt x="480" y="507"/>
                    <a:pt x="480" y="507"/>
                    <a:pt x="480" y="507"/>
                  </a:cubicBezTo>
                  <a:cubicBezTo>
                    <a:pt x="480" y="507"/>
                    <a:pt x="480" y="507"/>
                    <a:pt x="480" y="507"/>
                  </a:cubicBezTo>
                  <a:cubicBezTo>
                    <a:pt x="481" y="507"/>
                    <a:pt x="481" y="507"/>
                    <a:pt x="481" y="507"/>
                  </a:cubicBezTo>
                  <a:lnTo>
                    <a:pt x="449" y="470"/>
                  </a:lnTo>
                  <a:close/>
                  <a:moveTo>
                    <a:pt x="480" y="436"/>
                  </a:moveTo>
                  <a:cubicBezTo>
                    <a:pt x="480" y="437"/>
                    <a:pt x="479" y="437"/>
                    <a:pt x="479" y="438"/>
                  </a:cubicBezTo>
                  <a:cubicBezTo>
                    <a:pt x="518" y="468"/>
                    <a:pt x="518" y="468"/>
                    <a:pt x="518" y="468"/>
                  </a:cubicBezTo>
                  <a:cubicBezTo>
                    <a:pt x="518" y="467"/>
                    <a:pt x="519" y="467"/>
                    <a:pt x="519" y="466"/>
                  </a:cubicBezTo>
                  <a:cubicBezTo>
                    <a:pt x="519" y="466"/>
                    <a:pt x="519" y="466"/>
                    <a:pt x="519" y="466"/>
                  </a:cubicBezTo>
                  <a:cubicBezTo>
                    <a:pt x="519" y="466"/>
                    <a:pt x="519" y="466"/>
                    <a:pt x="519" y="466"/>
                  </a:cubicBezTo>
                  <a:cubicBezTo>
                    <a:pt x="519" y="466"/>
                    <a:pt x="519" y="466"/>
                    <a:pt x="519" y="466"/>
                  </a:cubicBezTo>
                  <a:cubicBezTo>
                    <a:pt x="519" y="466"/>
                    <a:pt x="519" y="466"/>
                    <a:pt x="519" y="466"/>
                  </a:cubicBezTo>
                  <a:lnTo>
                    <a:pt x="480" y="436"/>
                  </a:lnTo>
                  <a:close/>
                  <a:moveTo>
                    <a:pt x="505" y="397"/>
                  </a:moveTo>
                  <a:cubicBezTo>
                    <a:pt x="505" y="397"/>
                    <a:pt x="504" y="398"/>
                    <a:pt x="504" y="399"/>
                  </a:cubicBezTo>
                  <a:cubicBezTo>
                    <a:pt x="548" y="421"/>
                    <a:pt x="548" y="421"/>
                    <a:pt x="548" y="421"/>
                  </a:cubicBezTo>
                  <a:cubicBezTo>
                    <a:pt x="548" y="421"/>
                    <a:pt x="548" y="420"/>
                    <a:pt x="548" y="420"/>
                  </a:cubicBezTo>
                  <a:cubicBezTo>
                    <a:pt x="548" y="420"/>
                    <a:pt x="548" y="420"/>
                    <a:pt x="548" y="420"/>
                  </a:cubicBezTo>
                  <a:cubicBezTo>
                    <a:pt x="548" y="419"/>
                    <a:pt x="548" y="419"/>
                    <a:pt x="548" y="419"/>
                  </a:cubicBezTo>
                  <a:cubicBezTo>
                    <a:pt x="548" y="419"/>
                    <a:pt x="548" y="419"/>
                    <a:pt x="548" y="419"/>
                  </a:cubicBezTo>
                  <a:cubicBezTo>
                    <a:pt x="548" y="419"/>
                    <a:pt x="548" y="419"/>
                    <a:pt x="548" y="419"/>
                  </a:cubicBezTo>
                  <a:cubicBezTo>
                    <a:pt x="549" y="418"/>
                    <a:pt x="549" y="418"/>
                    <a:pt x="549" y="418"/>
                  </a:cubicBezTo>
                  <a:lnTo>
                    <a:pt x="505" y="397"/>
                  </a:lnTo>
                  <a:close/>
                  <a:moveTo>
                    <a:pt x="521" y="353"/>
                  </a:moveTo>
                  <a:cubicBezTo>
                    <a:pt x="521" y="354"/>
                    <a:pt x="521" y="355"/>
                    <a:pt x="521" y="356"/>
                  </a:cubicBezTo>
                  <a:cubicBezTo>
                    <a:pt x="568" y="369"/>
                    <a:pt x="568" y="369"/>
                    <a:pt x="568" y="369"/>
                  </a:cubicBezTo>
                  <a:cubicBezTo>
                    <a:pt x="568" y="368"/>
                    <a:pt x="568" y="367"/>
                    <a:pt x="569" y="366"/>
                  </a:cubicBezTo>
                  <a:lnTo>
                    <a:pt x="521" y="353"/>
                  </a:lnTo>
                  <a:close/>
                  <a:moveTo>
                    <a:pt x="529" y="308"/>
                  </a:moveTo>
                  <a:cubicBezTo>
                    <a:pt x="529" y="309"/>
                    <a:pt x="529" y="309"/>
                    <a:pt x="529" y="310"/>
                  </a:cubicBezTo>
                  <a:cubicBezTo>
                    <a:pt x="578" y="314"/>
                    <a:pt x="578" y="314"/>
                    <a:pt x="578" y="314"/>
                  </a:cubicBezTo>
                  <a:cubicBezTo>
                    <a:pt x="578" y="314"/>
                    <a:pt x="578" y="314"/>
                    <a:pt x="578" y="314"/>
                  </a:cubicBezTo>
                  <a:cubicBezTo>
                    <a:pt x="578" y="314"/>
                    <a:pt x="578" y="314"/>
                    <a:pt x="578" y="314"/>
                  </a:cubicBezTo>
                  <a:cubicBezTo>
                    <a:pt x="578" y="314"/>
                    <a:pt x="578" y="314"/>
                    <a:pt x="578" y="314"/>
                  </a:cubicBezTo>
                  <a:cubicBezTo>
                    <a:pt x="578" y="314"/>
                    <a:pt x="578" y="314"/>
                    <a:pt x="578" y="314"/>
                  </a:cubicBezTo>
                  <a:cubicBezTo>
                    <a:pt x="578" y="314"/>
                    <a:pt x="578" y="314"/>
                    <a:pt x="578" y="314"/>
                  </a:cubicBezTo>
                  <a:cubicBezTo>
                    <a:pt x="578" y="314"/>
                    <a:pt x="578" y="314"/>
                    <a:pt x="578" y="314"/>
                  </a:cubicBezTo>
                  <a:cubicBezTo>
                    <a:pt x="578" y="313"/>
                    <a:pt x="578" y="312"/>
                    <a:pt x="578" y="311"/>
                  </a:cubicBezTo>
                  <a:lnTo>
                    <a:pt x="529" y="308"/>
                  </a:lnTo>
                  <a:close/>
                  <a:moveTo>
                    <a:pt x="577" y="256"/>
                  </a:moveTo>
                  <a:cubicBezTo>
                    <a:pt x="528" y="261"/>
                    <a:pt x="528" y="261"/>
                    <a:pt x="528" y="261"/>
                  </a:cubicBezTo>
                  <a:cubicBezTo>
                    <a:pt x="528" y="262"/>
                    <a:pt x="528" y="263"/>
                    <a:pt x="529" y="264"/>
                  </a:cubicBezTo>
                  <a:cubicBezTo>
                    <a:pt x="577" y="259"/>
                    <a:pt x="577" y="259"/>
                    <a:pt x="577" y="259"/>
                  </a:cubicBezTo>
                  <a:cubicBezTo>
                    <a:pt x="577" y="258"/>
                    <a:pt x="577" y="257"/>
                    <a:pt x="577" y="256"/>
                  </a:cubicBezTo>
                  <a:cubicBezTo>
                    <a:pt x="577" y="256"/>
                    <a:pt x="577" y="256"/>
                    <a:pt x="577" y="256"/>
                  </a:cubicBezTo>
                  <a:cubicBezTo>
                    <a:pt x="577" y="256"/>
                    <a:pt x="577" y="256"/>
                    <a:pt x="577" y="256"/>
                  </a:cubicBezTo>
                  <a:cubicBezTo>
                    <a:pt x="577" y="256"/>
                    <a:pt x="577" y="256"/>
                    <a:pt x="577" y="256"/>
                  </a:cubicBezTo>
                  <a:close/>
                  <a:moveTo>
                    <a:pt x="565" y="201"/>
                  </a:moveTo>
                  <a:cubicBezTo>
                    <a:pt x="519" y="216"/>
                    <a:pt x="519" y="216"/>
                    <a:pt x="519" y="216"/>
                  </a:cubicBezTo>
                  <a:cubicBezTo>
                    <a:pt x="519" y="217"/>
                    <a:pt x="519" y="218"/>
                    <a:pt x="519" y="219"/>
                  </a:cubicBezTo>
                  <a:cubicBezTo>
                    <a:pt x="566" y="204"/>
                    <a:pt x="566" y="204"/>
                    <a:pt x="566" y="204"/>
                  </a:cubicBezTo>
                  <a:cubicBezTo>
                    <a:pt x="566" y="203"/>
                    <a:pt x="566" y="202"/>
                    <a:pt x="565" y="201"/>
                  </a:cubicBezTo>
                  <a:close/>
                  <a:moveTo>
                    <a:pt x="543" y="150"/>
                  </a:moveTo>
                  <a:cubicBezTo>
                    <a:pt x="500" y="174"/>
                    <a:pt x="500" y="174"/>
                    <a:pt x="500" y="174"/>
                  </a:cubicBezTo>
                  <a:cubicBezTo>
                    <a:pt x="501" y="175"/>
                    <a:pt x="501" y="175"/>
                    <a:pt x="501" y="176"/>
                  </a:cubicBezTo>
                  <a:cubicBezTo>
                    <a:pt x="545" y="153"/>
                    <a:pt x="545" y="153"/>
                    <a:pt x="545" y="153"/>
                  </a:cubicBezTo>
                  <a:cubicBezTo>
                    <a:pt x="544" y="152"/>
                    <a:pt x="544" y="151"/>
                    <a:pt x="543" y="150"/>
                  </a:cubicBezTo>
                  <a:close/>
                  <a:moveTo>
                    <a:pt x="512" y="104"/>
                  </a:moveTo>
                  <a:cubicBezTo>
                    <a:pt x="474" y="136"/>
                    <a:pt x="474" y="136"/>
                    <a:pt x="474" y="136"/>
                  </a:cubicBezTo>
                  <a:cubicBezTo>
                    <a:pt x="475" y="136"/>
                    <a:pt x="475" y="137"/>
                    <a:pt x="476" y="137"/>
                  </a:cubicBezTo>
                  <a:cubicBezTo>
                    <a:pt x="514" y="106"/>
                    <a:pt x="514" y="106"/>
                    <a:pt x="514" y="106"/>
                  </a:cubicBezTo>
                  <a:cubicBezTo>
                    <a:pt x="513" y="106"/>
                    <a:pt x="513" y="106"/>
                    <a:pt x="513" y="106"/>
                  </a:cubicBezTo>
                  <a:cubicBezTo>
                    <a:pt x="513" y="106"/>
                    <a:pt x="513" y="106"/>
                    <a:pt x="513" y="106"/>
                  </a:cubicBezTo>
                  <a:cubicBezTo>
                    <a:pt x="513" y="106"/>
                    <a:pt x="513" y="106"/>
                    <a:pt x="513" y="106"/>
                  </a:cubicBezTo>
                  <a:cubicBezTo>
                    <a:pt x="513" y="106"/>
                    <a:pt x="513" y="106"/>
                    <a:pt x="513" y="106"/>
                  </a:cubicBezTo>
                  <a:cubicBezTo>
                    <a:pt x="513" y="106"/>
                    <a:pt x="513" y="106"/>
                    <a:pt x="513" y="106"/>
                  </a:cubicBezTo>
                  <a:cubicBezTo>
                    <a:pt x="513" y="106"/>
                    <a:pt x="513" y="106"/>
                    <a:pt x="513" y="106"/>
                  </a:cubicBezTo>
                  <a:cubicBezTo>
                    <a:pt x="513" y="106"/>
                    <a:pt x="513" y="106"/>
                    <a:pt x="513" y="106"/>
                  </a:cubicBezTo>
                  <a:cubicBezTo>
                    <a:pt x="513" y="106"/>
                    <a:pt x="513" y="106"/>
                    <a:pt x="513" y="106"/>
                  </a:cubicBezTo>
                  <a:cubicBezTo>
                    <a:pt x="513" y="106"/>
                    <a:pt x="513" y="106"/>
                    <a:pt x="513" y="106"/>
                  </a:cubicBezTo>
                  <a:cubicBezTo>
                    <a:pt x="513" y="105"/>
                    <a:pt x="512" y="105"/>
                    <a:pt x="512" y="104"/>
                  </a:cubicBezTo>
                  <a:close/>
                  <a:moveTo>
                    <a:pt x="472" y="65"/>
                  </a:moveTo>
                  <a:cubicBezTo>
                    <a:pt x="441" y="103"/>
                    <a:pt x="441" y="103"/>
                    <a:pt x="441" y="103"/>
                  </a:cubicBezTo>
                  <a:cubicBezTo>
                    <a:pt x="442" y="104"/>
                    <a:pt x="442" y="104"/>
                    <a:pt x="443" y="105"/>
                  </a:cubicBezTo>
                  <a:cubicBezTo>
                    <a:pt x="474" y="67"/>
                    <a:pt x="474" y="67"/>
                    <a:pt x="474" y="67"/>
                  </a:cubicBezTo>
                  <a:cubicBezTo>
                    <a:pt x="473" y="66"/>
                    <a:pt x="473" y="66"/>
                    <a:pt x="473" y="66"/>
                  </a:cubicBezTo>
                  <a:cubicBezTo>
                    <a:pt x="473" y="66"/>
                    <a:pt x="473" y="66"/>
                    <a:pt x="473" y="66"/>
                  </a:cubicBezTo>
                  <a:cubicBezTo>
                    <a:pt x="473" y="66"/>
                    <a:pt x="473" y="66"/>
                    <a:pt x="473" y="66"/>
                  </a:cubicBezTo>
                  <a:cubicBezTo>
                    <a:pt x="473" y="66"/>
                    <a:pt x="473" y="66"/>
                    <a:pt x="473" y="66"/>
                  </a:cubicBezTo>
                  <a:cubicBezTo>
                    <a:pt x="473" y="66"/>
                    <a:pt x="473" y="66"/>
                    <a:pt x="473" y="66"/>
                  </a:cubicBezTo>
                  <a:cubicBezTo>
                    <a:pt x="473" y="66"/>
                    <a:pt x="473" y="66"/>
                    <a:pt x="473" y="66"/>
                  </a:cubicBezTo>
                  <a:cubicBezTo>
                    <a:pt x="473" y="66"/>
                    <a:pt x="473" y="66"/>
                    <a:pt x="473" y="66"/>
                  </a:cubicBezTo>
                  <a:cubicBezTo>
                    <a:pt x="473" y="66"/>
                    <a:pt x="473" y="66"/>
                    <a:pt x="473" y="66"/>
                  </a:cubicBezTo>
                  <a:cubicBezTo>
                    <a:pt x="473" y="65"/>
                    <a:pt x="473" y="65"/>
                    <a:pt x="473" y="65"/>
                  </a:cubicBezTo>
                  <a:cubicBezTo>
                    <a:pt x="473" y="65"/>
                    <a:pt x="473" y="65"/>
                    <a:pt x="473" y="65"/>
                  </a:cubicBezTo>
                  <a:lnTo>
                    <a:pt x="472" y="65"/>
                  </a:lnTo>
                  <a:close/>
                  <a:moveTo>
                    <a:pt x="426" y="34"/>
                  </a:moveTo>
                  <a:cubicBezTo>
                    <a:pt x="403" y="77"/>
                    <a:pt x="403" y="77"/>
                    <a:pt x="403" y="77"/>
                  </a:cubicBezTo>
                  <a:cubicBezTo>
                    <a:pt x="403" y="78"/>
                    <a:pt x="404" y="78"/>
                    <a:pt x="405" y="79"/>
                  </a:cubicBezTo>
                  <a:cubicBezTo>
                    <a:pt x="428" y="35"/>
                    <a:pt x="428" y="35"/>
                    <a:pt x="428" y="35"/>
                  </a:cubicBezTo>
                  <a:cubicBezTo>
                    <a:pt x="428" y="35"/>
                    <a:pt x="428" y="35"/>
                    <a:pt x="428" y="35"/>
                  </a:cubicBezTo>
                  <a:cubicBezTo>
                    <a:pt x="428" y="35"/>
                    <a:pt x="428" y="35"/>
                    <a:pt x="428" y="35"/>
                  </a:cubicBezTo>
                  <a:cubicBezTo>
                    <a:pt x="428" y="35"/>
                    <a:pt x="428" y="35"/>
                    <a:pt x="428" y="35"/>
                  </a:cubicBezTo>
                  <a:cubicBezTo>
                    <a:pt x="427" y="35"/>
                    <a:pt x="426" y="35"/>
                    <a:pt x="426" y="34"/>
                  </a:cubicBezTo>
                  <a:close/>
                  <a:moveTo>
                    <a:pt x="374" y="13"/>
                  </a:moveTo>
                  <a:cubicBezTo>
                    <a:pt x="360" y="60"/>
                    <a:pt x="360" y="60"/>
                    <a:pt x="360" y="60"/>
                  </a:cubicBezTo>
                  <a:cubicBezTo>
                    <a:pt x="361" y="60"/>
                    <a:pt x="361" y="60"/>
                    <a:pt x="362" y="60"/>
                  </a:cubicBezTo>
                  <a:cubicBezTo>
                    <a:pt x="377" y="14"/>
                    <a:pt x="377" y="14"/>
                    <a:pt x="377" y="14"/>
                  </a:cubicBezTo>
                  <a:cubicBezTo>
                    <a:pt x="376" y="13"/>
                    <a:pt x="376" y="13"/>
                    <a:pt x="375" y="13"/>
                  </a:cubicBezTo>
                  <a:cubicBezTo>
                    <a:pt x="375" y="13"/>
                    <a:pt x="375" y="13"/>
                    <a:pt x="375" y="13"/>
                  </a:cubicBezTo>
                  <a:cubicBezTo>
                    <a:pt x="375" y="13"/>
                    <a:pt x="375" y="13"/>
                    <a:pt x="375" y="13"/>
                  </a:cubicBezTo>
                  <a:cubicBezTo>
                    <a:pt x="375" y="13"/>
                    <a:pt x="375" y="13"/>
                    <a:pt x="375" y="13"/>
                  </a:cubicBezTo>
                  <a:cubicBezTo>
                    <a:pt x="375" y="13"/>
                    <a:pt x="375" y="13"/>
                    <a:pt x="375" y="13"/>
                  </a:cubicBezTo>
                  <a:cubicBezTo>
                    <a:pt x="375" y="13"/>
                    <a:pt x="375" y="13"/>
                    <a:pt x="375" y="13"/>
                  </a:cubicBezTo>
                  <a:cubicBezTo>
                    <a:pt x="375" y="13"/>
                    <a:pt x="375" y="13"/>
                    <a:pt x="375" y="13"/>
                  </a:cubicBezTo>
                  <a:lnTo>
                    <a:pt x="374" y="13"/>
                  </a:lnTo>
                  <a:close/>
                  <a:moveTo>
                    <a:pt x="320" y="2"/>
                  </a:moveTo>
                  <a:cubicBezTo>
                    <a:pt x="315" y="51"/>
                    <a:pt x="315" y="51"/>
                    <a:pt x="315" y="51"/>
                  </a:cubicBezTo>
                  <a:cubicBezTo>
                    <a:pt x="315" y="51"/>
                    <a:pt x="316" y="51"/>
                    <a:pt x="317" y="51"/>
                  </a:cubicBezTo>
                  <a:cubicBezTo>
                    <a:pt x="322" y="2"/>
                    <a:pt x="322" y="2"/>
                    <a:pt x="322" y="2"/>
                  </a:cubicBezTo>
                  <a:cubicBezTo>
                    <a:pt x="322" y="2"/>
                    <a:pt x="321" y="2"/>
                    <a:pt x="320" y="2"/>
                  </a:cubicBezTo>
                  <a:cubicBezTo>
                    <a:pt x="320" y="2"/>
                    <a:pt x="320" y="2"/>
                    <a:pt x="320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2" name="Google Shape;422;p11"/>
            <p:cNvSpPr/>
            <p:nvPr/>
          </p:nvSpPr>
          <p:spPr>
            <a:xfrm>
              <a:off x="5867400" y="4462463"/>
              <a:ext cx="720725" cy="722312"/>
            </a:xfrm>
            <a:custGeom>
              <a:avLst/>
              <a:gdLst/>
              <a:ahLst/>
              <a:cxnLst/>
              <a:rect l="l" t="t" r="r" b="b"/>
              <a:pathLst>
                <a:path w="428" h="428" extrusionOk="0">
                  <a:moveTo>
                    <a:pt x="214" y="422"/>
                  </a:moveTo>
                  <a:cubicBezTo>
                    <a:pt x="214" y="419"/>
                    <a:pt x="217" y="416"/>
                    <a:pt x="220" y="416"/>
                  </a:cubicBezTo>
                  <a:cubicBezTo>
                    <a:pt x="223" y="416"/>
                    <a:pt x="226" y="418"/>
                    <a:pt x="226" y="422"/>
                  </a:cubicBezTo>
                  <a:cubicBezTo>
                    <a:pt x="226" y="425"/>
                    <a:pt x="223" y="428"/>
                    <a:pt x="220" y="428"/>
                  </a:cubicBezTo>
                  <a:cubicBezTo>
                    <a:pt x="220" y="428"/>
                    <a:pt x="220" y="428"/>
                    <a:pt x="220" y="428"/>
                  </a:cubicBezTo>
                  <a:cubicBezTo>
                    <a:pt x="217" y="428"/>
                    <a:pt x="214" y="425"/>
                    <a:pt x="214" y="422"/>
                  </a:cubicBezTo>
                  <a:close/>
                  <a:moveTo>
                    <a:pt x="187" y="426"/>
                  </a:moveTo>
                  <a:cubicBezTo>
                    <a:pt x="187" y="426"/>
                    <a:pt x="187" y="426"/>
                    <a:pt x="187" y="426"/>
                  </a:cubicBezTo>
                  <a:cubicBezTo>
                    <a:pt x="184" y="426"/>
                    <a:pt x="182" y="423"/>
                    <a:pt x="182" y="420"/>
                  </a:cubicBezTo>
                  <a:cubicBezTo>
                    <a:pt x="182" y="416"/>
                    <a:pt x="185" y="414"/>
                    <a:pt x="189" y="415"/>
                  </a:cubicBezTo>
                  <a:cubicBezTo>
                    <a:pt x="189" y="415"/>
                    <a:pt x="189" y="415"/>
                    <a:pt x="189" y="415"/>
                  </a:cubicBezTo>
                  <a:cubicBezTo>
                    <a:pt x="192" y="415"/>
                    <a:pt x="194" y="418"/>
                    <a:pt x="194" y="421"/>
                  </a:cubicBezTo>
                  <a:cubicBezTo>
                    <a:pt x="193" y="424"/>
                    <a:pt x="191" y="426"/>
                    <a:pt x="188" y="426"/>
                  </a:cubicBezTo>
                  <a:lnTo>
                    <a:pt x="187" y="426"/>
                  </a:lnTo>
                  <a:close/>
                  <a:moveTo>
                    <a:pt x="246" y="419"/>
                  </a:moveTo>
                  <a:cubicBezTo>
                    <a:pt x="245" y="416"/>
                    <a:pt x="248" y="413"/>
                    <a:pt x="251" y="413"/>
                  </a:cubicBezTo>
                  <a:cubicBezTo>
                    <a:pt x="254" y="412"/>
                    <a:pt x="257" y="414"/>
                    <a:pt x="257" y="417"/>
                  </a:cubicBezTo>
                  <a:cubicBezTo>
                    <a:pt x="258" y="420"/>
                    <a:pt x="256" y="424"/>
                    <a:pt x="253" y="424"/>
                  </a:cubicBezTo>
                  <a:cubicBezTo>
                    <a:pt x="252" y="424"/>
                    <a:pt x="252" y="424"/>
                    <a:pt x="252" y="424"/>
                  </a:cubicBezTo>
                  <a:cubicBezTo>
                    <a:pt x="249" y="424"/>
                    <a:pt x="247" y="422"/>
                    <a:pt x="246" y="419"/>
                  </a:cubicBezTo>
                  <a:close/>
                  <a:moveTo>
                    <a:pt x="155" y="420"/>
                  </a:moveTo>
                  <a:cubicBezTo>
                    <a:pt x="152" y="419"/>
                    <a:pt x="150" y="415"/>
                    <a:pt x="151" y="412"/>
                  </a:cubicBezTo>
                  <a:cubicBezTo>
                    <a:pt x="152" y="409"/>
                    <a:pt x="155" y="407"/>
                    <a:pt x="158" y="408"/>
                  </a:cubicBezTo>
                  <a:cubicBezTo>
                    <a:pt x="158" y="408"/>
                    <a:pt x="158" y="408"/>
                    <a:pt x="158" y="408"/>
                  </a:cubicBezTo>
                  <a:cubicBezTo>
                    <a:pt x="161" y="409"/>
                    <a:pt x="163" y="412"/>
                    <a:pt x="162" y="416"/>
                  </a:cubicBezTo>
                  <a:cubicBezTo>
                    <a:pt x="161" y="418"/>
                    <a:pt x="159" y="420"/>
                    <a:pt x="157" y="420"/>
                  </a:cubicBezTo>
                  <a:cubicBezTo>
                    <a:pt x="156" y="420"/>
                    <a:pt x="155" y="420"/>
                    <a:pt x="155" y="420"/>
                  </a:cubicBezTo>
                  <a:close/>
                  <a:moveTo>
                    <a:pt x="277" y="412"/>
                  </a:moveTo>
                  <a:cubicBezTo>
                    <a:pt x="276" y="409"/>
                    <a:pt x="278" y="406"/>
                    <a:pt x="281" y="405"/>
                  </a:cubicBezTo>
                  <a:cubicBezTo>
                    <a:pt x="284" y="404"/>
                    <a:pt x="287" y="405"/>
                    <a:pt x="288" y="408"/>
                  </a:cubicBezTo>
                  <a:cubicBezTo>
                    <a:pt x="289" y="411"/>
                    <a:pt x="288" y="415"/>
                    <a:pt x="285" y="416"/>
                  </a:cubicBezTo>
                  <a:cubicBezTo>
                    <a:pt x="284" y="416"/>
                    <a:pt x="283" y="416"/>
                    <a:pt x="283" y="416"/>
                  </a:cubicBezTo>
                  <a:cubicBezTo>
                    <a:pt x="280" y="416"/>
                    <a:pt x="278" y="414"/>
                    <a:pt x="277" y="412"/>
                  </a:cubicBezTo>
                  <a:close/>
                  <a:moveTo>
                    <a:pt x="124" y="408"/>
                  </a:moveTo>
                  <a:cubicBezTo>
                    <a:pt x="121" y="407"/>
                    <a:pt x="120" y="403"/>
                    <a:pt x="121" y="400"/>
                  </a:cubicBezTo>
                  <a:cubicBezTo>
                    <a:pt x="122" y="397"/>
                    <a:pt x="126" y="396"/>
                    <a:pt x="129" y="398"/>
                  </a:cubicBezTo>
                  <a:cubicBezTo>
                    <a:pt x="132" y="399"/>
                    <a:pt x="133" y="402"/>
                    <a:pt x="132" y="405"/>
                  </a:cubicBezTo>
                  <a:cubicBezTo>
                    <a:pt x="131" y="407"/>
                    <a:pt x="129" y="409"/>
                    <a:pt x="126" y="409"/>
                  </a:cubicBezTo>
                  <a:cubicBezTo>
                    <a:pt x="126" y="409"/>
                    <a:pt x="125" y="409"/>
                    <a:pt x="124" y="408"/>
                  </a:cubicBezTo>
                  <a:close/>
                  <a:moveTo>
                    <a:pt x="307" y="400"/>
                  </a:moveTo>
                  <a:cubicBezTo>
                    <a:pt x="305" y="397"/>
                    <a:pt x="306" y="394"/>
                    <a:pt x="309" y="392"/>
                  </a:cubicBezTo>
                  <a:cubicBezTo>
                    <a:pt x="312" y="391"/>
                    <a:pt x="316" y="392"/>
                    <a:pt x="317" y="394"/>
                  </a:cubicBezTo>
                  <a:cubicBezTo>
                    <a:pt x="319" y="397"/>
                    <a:pt x="318" y="401"/>
                    <a:pt x="315" y="402"/>
                  </a:cubicBezTo>
                  <a:cubicBezTo>
                    <a:pt x="314" y="403"/>
                    <a:pt x="313" y="403"/>
                    <a:pt x="312" y="403"/>
                  </a:cubicBezTo>
                  <a:cubicBezTo>
                    <a:pt x="310" y="403"/>
                    <a:pt x="308" y="402"/>
                    <a:pt x="307" y="400"/>
                  </a:cubicBezTo>
                  <a:close/>
                  <a:moveTo>
                    <a:pt x="95" y="392"/>
                  </a:moveTo>
                  <a:cubicBezTo>
                    <a:pt x="93" y="390"/>
                    <a:pt x="92" y="387"/>
                    <a:pt x="94" y="384"/>
                  </a:cubicBezTo>
                  <a:cubicBezTo>
                    <a:pt x="95" y="381"/>
                    <a:pt x="99" y="381"/>
                    <a:pt x="102" y="382"/>
                  </a:cubicBezTo>
                  <a:cubicBezTo>
                    <a:pt x="104" y="384"/>
                    <a:pt x="105" y="388"/>
                    <a:pt x="103" y="390"/>
                  </a:cubicBezTo>
                  <a:cubicBezTo>
                    <a:pt x="102" y="392"/>
                    <a:pt x="100" y="393"/>
                    <a:pt x="98" y="393"/>
                  </a:cubicBezTo>
                  <a:cubicBezTo>
                    <a:pt x="97" y="393"/>
                    <a:pt x="96" y="393"/>
                    <a:pt x="95" y="392"/>
                  </a:cubicBezTo>
                  <a:close/>
                  <a:moveTo>
                    <a:pt x="334" y="383"/>
                  </a:moveTo>
                  <a:cubicBezTo>
                    <a:pt x="332" y="381"/>
                    <a:pt x="333" y="377"/>
                    <a:pt x="335" y="375"/>
                  </a:cubicBezTo>
                  <a:cubicBezTo>
                    <a:pt x="338" y="373"/>
                    <a:pt x="342" y="374"/>
                    <a:pt x="344" y="376"/>
                  </a:cubicBezTo>
                  <a:cubicBezTo>
                    <a:pt x="346" y="379"/>
                    <a:pt x="345" y="383"/>
                    <a:pt x="342" y="385"/>
                  </a:cubicBezTo>
                  <a:cubicBezTo>
                    <a:pt x="341" y="385"/>
                    <a:pt x="340" y="386"/>
                    <a:pt x="339" y="386"/>
                  </a:cubicBezTo>
                  <a:cubicBezTo>
                    <a:pt x="337" y="386"/>
                    <a:pt x="335" y="385"/>
                    <a:pt x="334" y="383"/>
                  </a:cubicBezTo>
                  <a:close/>
                  <a:moveTo>
                    <a:pt x="69" y="372"/>
                  </a:moveTo>
                  <a:cubicBezTo>
                    <a:pt x="69" y="372"/>
                    <a:pt x="69" y="372"/>
                    <a:pt x="69" y="372"/>
                  </a:cubicBezTo>
                  <a:cubicBezTo>
                    <a:pt x="67" y="370"/>
                    <a:pt x="67" y="366"/>
                    <a:pt x="69" y="364"/>
                  </a:cubicBezTo>
                  <a:cubicBezTo>
                    <a:pt x="71" y="361"/>
                    <a:pt x="75" y="361"/>
                    <a:pt x="77" y="363"/>
                  </a:cubicBezTo>
                  <a:cubicBezTo>
                    <a:pt x="79" y="365"/>
                    <a:pt x="80" y="369"/>
                    <a:pt x="77" y="371"/>
                  </a:cubicBezTo>
                  <a:cubicBezTo>
                    <a:pt x="76" y="373"/>
                    <a:pt x="75" y="373"/>
                    <a:pt x="73" y="373"/>
                  </a:cubicBezTo>
                  <a:cubicBezTo>
                    <a:pt x="72" y="373"/>
                    <a:pt x="70" y="373"/>
                    <a:pt x="69" y="372"/>
                  </a:cubicBezTo>
                  <a:close/>
                  <a:moveTo>
                    <a:pt x="359" y="363"/>
                  </a:moveTo>
                  <a:cubicBezTo>
                    <a:pt x="357" y="361"/>
                    <a:pt x="357" y="357"/>
                    <a:pt x="359" y="355"/>
                  </a:cubicBezTo>
                  <a:cubicBezTo>
                    <a:pt x="359" y="355"/>
                    <a:pt x="359" y="355"/>
                    <a:pt x="359" y="355"/>
                  </a:cubicBezTo>
                  <a:cubicBezTo>
                    <a:pt x="361" y="352"/>
                    <a:pt x="365" y="352"/>
                    <a:pt x="367" y="354"/>
                  </a:cubicBezTo>
                  <a:cubicBezTo>
                    <a:pt x="369" y="357"/>
                    <a:pt x="369" y="360"/>
                    <a:pt x="367" y="363"/>
                  </a:cubicBezTo>
                  <a:cubicBezTo>
                    <a:pt x="366" y="364"/>
                    <a:pt x="364" y="364"/>
                    <a:pt x="363" y="364"/>
                  </a:cubicBezTo>
                  <a:cubicBezTo>
                    <a:pt x="361" y="364"/>
                    <a:pt x="360" y="364"/>
                    <a:pt x="359" y="363"/>
                  </a:cubicBezTo>
                  <a:close/>
                  <a:moveTo>
                    <a:pt x="47" y="348"/>
                  </a:moveTo>
                  <a:cubicBezTo>
                    <a:pt x="45" y="345"/>
                    <a:pt x="45" y="342"/>
                    <a:pt x="48" y="340"/>
                  </a:cubicBezTo>
                  <a:cubicBezTo>
                    <a:pt x="50" y="338"/>
                    <a:pt x="54" y="338"/>
                    <a:pt x="56" y="340"/>
                  </a:cubicBezTo>
                  <a:cubicBezTo>
                    <a:pt x="58" y="343"/>
                    <a:pt x="57" y="347"/>
                    <a:pt x="55" y="349"/>
                  </a:cubicBezTo>
                  <a:cubicBezTo>
                    <a:pt x="54" y="350"/>
                    <a:pt x="53" y="350"/>
                    <a:pt x="51" y="350"/>
                  </a:cubicBezTo>
                  <a:cubicBezTo>
                    <a:pt x="50" y="350"/>
                    <a:pt x="48" y="349"/>
                    <a:pt x="47" y="348"/>
                  </a:cubicBezTo>
                  <a:close/>
                  <a:moveTo>
                    <a:pt x="380" y="339"/>
                  </a:moveTo>
                  <a:cubicBezTo>
                    <a:pt x="377" y="337"/>
                    <a:pt x="377" y="333"/>
                    <a:pt x="379" y="331"/>
                  </a:cubicBezTo>
                  <a:cubicBezTo>
                    <a:pt x="381" y="328"/>
                    <a:pt x="384" y="327"/>
                    <a:pt x="387" y="329"/>
                  </a:cubicBezTo>
                  <a:cubicBezTo>
                    <a:pt x="389" y="331"/>
                    <a:pt x="390" y="335"/>
                    <a:pt x="388" y="337"/>
                  </a:cubicBezTo>
                  <a:cubicBezTo>
                    <a:pt x="387" y="339"/>
                    <a:pt x="385" y="340"/>
                    <a:pt x="383" y="340"/>
                  </a:cubicBezTo>
                  <a:cubicBezTo>
                    <a:pt x="382" y="340"/>
                    <a:pt x="381" y="339"/>
                    <a:pt x="380" y="339"/>
                  </a:cubicBezTo>
                  <a:close/>
                  <a:moveTo>
                    <a:pt x="28" y="321"/>
                  </a:moveTo>
                  <a:cubicBezTo>
                    <a:pt x="26" y="318"/>
                    <a:pt x="27" y="314"/>
                    <a:pt x="30" y="313"/>
                  </a:cubicBezTo>
                  <a:cubicBezTo>
                    <a:pt x="33" y="311"/>
                    <a:pt x="37" y="312"/>
                    <a:pt x="38" y="315"/>
                  </a:cubicBezTo>
                  <a:cubicBezTo>
                    <a:pt x="40" y="318"/>
                    <a:pt x="39" y="321"/>
                    <a:pt x="36" y="323"/>
                  </a:cubicBezTo>
                  <a:cubicBezTo>
                    <a:pt x="35" y="323"/>
                    <a:pt x="34" y="324"/>
                    <a:pt x="33" y="324"/>
                  </a:cubicBezTo>
                  <a:cubicBezTo>
                    <a:pt x="31" y="324"/>
                    <a:pt x="29" y="323"/>
                    <a:pt x="28" y="321"/>
                  </a:cubicBezTo>
                  <a:close/>
                  <a:moveTo>
                    <a:pt x="397" y="312"/>
                  </a:moveTo>
                  <a:cubicBezTo>
                    <a:pt x="394" y="310"/>
                    <a:pt x="393" y="307"/>
                    <a:pt x="395" y="304"/>
                  </a:cubicBezTo>
                  <a:cubicBezTo>
                    <a:pt x="396" y="301"/>
                    <a:pt x="400" y="300"/>
                    <a:pt x="403" y="301"/>
                  </a:cubicBezTo>
                  <a:cubicBezTo>
                    <a:pt x="405" y="303"/>
                    <a:pt x="407" y="306"/>
                    <a:pt x="405" y="309"/>
                  </a:cubicBezTo>
                  <a:cubicBezTo>
                    <a:pt x="404" y="311"/>
                    <a:pt x="402" y="312"/>
                    <a:pt x="400" y="312"/>
                  </a:cubicBezTo>
                  <a:cubicBezTo>
                    <a:pt x="399" y="312"/>
                    <a:pt x="398" y="312"/>
                    <a:pt x="397" y="312"/>
                  </a:cubicBezTo>
                  <a:close/>
                  <a:moveTo>
                    <a:pt x="14" y="291"/>
                  </a:moveTo>
                  <a:cubicBezTo>
                    <a:pt x="13" y="288"/>
                    <a:pt x="14" y="285"/>
                    <a:pt x="17" y="283"/>
                  </a:cubicBezTo>
                  <a:cubicBezTo>
                    <a:pt x="20" y="282"/>
                    <a:pt x="24" y="284"/>
                    <a:pt x="25" y="287"/>
                  </a:cubicBezTo>
                  <a:cubicBezTo>
                    <a:pt x="26" y="290"/>
                    <a:pt x="24" y="293"/>
                    <a:pt x="21" y="294"/>
                  </a:cubicBezTo>
                  <a:cubicBezTo>
                    <a:pt x="21" y="295"/>
                    <a:pt x="20" y="295"/>
                    <a:pt x="19" y="295"/>
                  </a:cubicBezTo>
                  <a:cubicBezTo>
                    <a:pt x="17" y="295"/>
                    <a:pt x="15" y="293"/>
                    <a:pt x="14" y="291"/>
                  </a:cubicBezTo>
                  <a:close/>
                  <a:moveTo>
                    <a:pt x="410" y="282"/>
                  </a:moveTo>
                  <a:cubicBezTo>
                    <a:pt x="407" y="281"/>
                    <a:pt x="405" y="278"/>
                    <a:pt x="406" y="275"/>
                  </a:cubicBezTo>
                  <a:cubicBezTo>
                    <a:pt x="407" y="272"/>
                    <a:pt x="411" y="270"/>
                    <a:pt x="414" y="271"/>
                  </a:cubicBezTo>
                  <a:cubicBezTo>
                    <a:pt x="417" y="272"/>
                    <a:pt x="419" y="275"/>
                    <a:pt x="418" y="279"/>
                  </a:cubicBezTo>
                  <a:cubicBezTo>
                    <a:pt x="417" y="281"/>
                    <a:pt x="414" y="283"/>
                    <a:pt x="412" y="283"/>
                  </a:cubicBezTo>
                  <a:cubicBezTo>
                    <a:pt x="411" y="283"/>
                    <a:pt x="411" y="283"/>
                    <a:pt x="410" y="282"/>
                  </a:cubicBezTo>
                  <a:close/>
                  <a:moveTo>
                    <a:pt x="4" y="259"/>
                  </a:moveTo>
                  <a:cubicBezTo>
                    <a:pt x="4" y="256"/>
                    <a:pt x="6" y="253"/>
                    <a:pt x="9" y="252"/>
                  </a:cubicBezTo>
                  <a:cubicBezTo>
                    <a:pt x="12" y="252"/>
                    <a:pt x="15" y="254"/>
                    <a:pt x="16" y="257"/>
                  </a:cubicBezTo>
                  <a:cubicBezTo>
                    <a:pt x="16" y="260"/>
                    <a:pt x="14" y="263"/>
                    <a:pt x="11" y="264"/>
                  </a:cubicBezTo>
                  <a:cubicBezTo>
                    <a:pt x="11" y="264"/>
                    <a:pt x="10" y="264"/>
                    <a:pt x="10" y="264"/>
                  </a:cubicBezTo>
                  <a:cubicBezTo>
                    <a:pt x="7" y="264"/>
                    <a:pt x="5" y="262"/>
                    <a:pt x="4" y="259"/>
                  </a:cubicBezTo>
                  <a:close/>
                  <a:moveTo>
                    <a:pt x="418" y="251"/>
                  </a:moveTo>
                  <a:cubicBezTo>
                    <a:pt x="415" y="251"/>
                    <a:pt x="413" y="248"/>
                    <a:pt x="414" y="245"/>
                  </a:cubicBezTo>
                  <a:cubicBezTo>
                    <a:pt x="414" y="242"/>
                    <a:pt x="417" y="239"/>
                    <a:pt x="420" y="240"/>
                  </a:cubicBezTo>
                  <a:cubicBezTo>
                    <a:pt x="423" y="240"/>
                    <a:pt x="426" y="243"/>
                    <a:pt x="425" y="246"/>
                  </a:cubicBezTo>
                  <a:cubicBezTo>
                    <a:pt x="425" y="249"/>
                    <a:pt x="422" y="251"/>
                    <a:pt x="419" y="251"/>
                  </a:cubicBezTo>
                  <a:lnTo>
                    <a:pt x="418" y="251"/>
                  </a:lnTo>
                  <a:close/>
                  <a:moveTo>
                    <a:pt x="0" y="227"/>
                  </a:moveTo>
                  <a:cubicBezTo>
                    <a:pt x="0" y="227"/>
                    <a:pt x="0" y="227"/>
                    <a:pt x="0" y="227"/>
                  </a:cubicBezTo>
                  <a:cubicBezTo>
                    <a:pt x="0" y="224"/>
                    <a:pt x="2" y="221"/>
                    <a:pt x="5" y="221"/>
                  </a:cubicBezTo>
                  <a:cubicBezTo>
                    <a:pt x="9" y="220"/>
                    <a:pt x="11" y="223"/>
                    <a:pt x="11" y="226"/>
                  </a:cubicBezTo>
                  <a:cubicBezTo>
                    <a:pt x="11" y="226"/>
                    <a:pt x="11" y="226"/>
                    <a:pt x="11" y="226"/>
                  </a:cubicBezTo>
                  <a:cubicBezTo>
                    <a:pt x="12" y="229"/>
                    <a:pt x="9" y="232"/>
                    <a:pt x="6" y="232"/>
                  </a:cubicBezTo>
                  <a:cubicBezTo>
                    <a:pt x="6" y="232"/>
                    <a:pt x="6" y="232"/>
                    <a:pt x="6" y="232"/>
                  </a:cubicBezTo>
                  <a:cubicBezTo>
                    <a:pt x="3" y="232"/>
                    <a:pt x="0" y="230"/>
                    <a:pt x="0" y="227"/>
                  </a:cubicBezTo>
                  <a:close/>
                  <a:moveTo>
                    <a:pt x="416" y="214"/>
                  </a:moveTo>
                  <a:cubicBezTo>
                    <a:pt x="416" y="210"/>
                    <a:pt x="419" y="208"/>
                    <a:pt x="422" y="208"/>
                  </a:cubicBezTo>
                  <a:cubicBezTo>
                    <a:pt x="425" y="208"/>
                    <a:pt x="428" y="210"/>
                    <a:pt x="428" y="214"/>
                  </a:cubicBezTo>
                  <a:cubicBezTo>
                    <a:pt x="428" y="217"/>
                    <a:pt x="425" y="219"/>
                    <a:pt x="422" y="219"/>
                  </a:cubicBezTo>
                  <a:cubicBezTo>
                    <a:pt x="419" y="219"/>
                    <a:pt x="416" y="217"/>
                    <a:pt x="416" y="214"/>
                  </a:cubicBezTo>
                  <a:close/>
                  <a:moveTo>
                    <a:pt x="6" y="200"/>
                  </a:moveTo>
                  <a:cubicBezTo>
                    <a:pt x="2" y="200"/>
                    <a:pt x="0" y="197"/>
                    <a:pt x="0" y="194"/>
                  </a:cubicBezTo>
                  <a:cubicBezTo>
                    <a:pt x="1" y="191"/>
                    <a:pt x="3" y="188"/>
                    <a:pt x="7" y="189"/>
                  </a:cubicBezTo>
                  <a:cubicBezTo>
                    <a:pt x="10" y="189"/>
                    <a:pt x="12" y="192"/>
                    <a:pt x="12" y="195"/>
                  </a:cubicBezTo>
                  <a:cubicBezTo>
                    <a:pt x="12" y="198"/>
                    <a:pt x="9" y="200"/>
                    <a:pt x="6" y="200"/>
                  </a:cubicBezTo>
                  <a:close/>
                  <a:moveTo>
                    <a:pt x="414" y="189"/>
                  </a:moveTo>
                  <a:cubicBezTo>
                    <a:pt x="414" y="189"/>
                    <a:pt x="414" y="189"/>
                    <a:pt x="414" y="189"/>
                  </a:cubicBezTo>
                  <a:cubicBezTo>
                    <a:pt x="414" y="186"/>
                    <a:pt x="416" y="183"/>
                    <a:pt x="419" y="182"/>
                  </a:cubicBezTo>
                  <a:cubicBezTo>
                    <a:pt x="423" y="182"/>
                    <a:pt x="426" y="184"/>
                    <a:pt x="426" y="187"/>
                  </a:cubicBezTo>
                  <a:cubicBezTo>
                    <a:pt x="426" y="191"/>
                    <a:pt x="424" y="194"/>
                    <a:pt x="421" y="194"/>
                  </a:cubicBezTo>
                  <a:cubicBezTo>
                    <a:pt x="420" y="194"/>
                    <a:pt x="420" y="194"/>
                    <a:pt x="420" y="194"/>
                  </a:cubicBezTo>
                  <a:cubicBezTo>
                    <a:pt x="417" y="194"/>
                    <a:pt x="415" y="192"/>
                    <a:pt x="414" y="189"/>
                  </a:cubicBezTo>
                  <a:close/>
                  <a:moveTo>
                    <a:pt x="10" y="168"/>
                  </a:moveTo>
                  <a:cubicBezTo>
                    <a:pt x="7" y="168"/>
                    <a:pt x="5" y="165"/>
                    <a:pt x="6" y="161"/>
                  </a:cubicBezTo>
                  <a:cubicBezTo>
                    <a:pt x="7" y="158"/>
                    <a:pt x="10" y="156"/>
                    <a:pt x="13" y="157"/>
                  </a:cubicBezTo>
                  <a:cubicBezTo>
                    <a:pt x="16" y="158"/>
                    <a:pt x="18" y="161"/>
                    <a:pt x="17" y="164"/>
                  </a:cubicBezTo>
                  <a:cubicBezTo>
                    <a:pt x="17" y="167"/>
                    <a:pt x="14" y="169"/>
                    <a:pt x="12" y="169"/>
                  </a:cubicBezTo>
                  <a:cubicBezTo>
                    <a:pt x="11" y="169"/>
                    <a:pt x="11" y="169"/>
                    <a:pt x="10" y="168"/>
                  </a:cubicBezTo>
                  <a:close/>
                  <a:moveTo>
                    <a:pt x="408" y="158"/>
                  </a:moveTo>
                  <a:cubicBezTo>
                    <a:pt x="408" y="158"/>
                    <a:pt x="408" y="158"/>
                    <a:pt x="408" y="158"/>
                  </a:cubicBezTo>
                  <a:cubicBezTo>
                    <a:pt x="407" y="155"/>
                    <a:pt x="409" y="152"/>
                    <a:pt x="412" y="151"/>
                  </a:cubicBezTo>
                  <a:cubicBezTo>
                    <a:pt x="415" y="150"/>
                    <a:pt x="419" y="152"/>
                    <a:pt x="419" y="155"/>
                  </a:cubicBezTo>
                  <a:cubicBezTo>
                    <a:pt x="420" y="158"/>
                    <a:pt x="419" y="162"/>
                    <a:pt x="415" y="162"/>
                  </a:cubicBezTo>
                  <a:cubicBezTo>
                    <a:pt x="415" y="163"/>
                    <a:pt x="414" y="163"/>
                    <a:pt x="414" y="163"/>
                  </a:cubicBezTo>
                  <a:cubicBezTo>
                    <a:pt x="411" y="163"/>
                    <a:pt x="409" y="161"/>
                    <a:pt x="408" y="158"/>
                  </a:cubicBezTo>
                  <a:close/>
                  <a:moveTo>
                    <a:pt x="19" y="138"/>
                  </a:moveTo>
                  <a:cubicBezTo>
                    <a:pt x="16" y="137"/>
                    <a:pt x="15" y="133"/>
                    <a:pt x="16" y="130"/>
                  </a:cubicBezTo>
                  <a:cubicBezTo>
                    <a:pt x="18" y="127"/>
                    <a:pt x="21" y="126"/>
                    <a:pt x="24" y="127"/>
                  </a:cubicBezTo>
                  <a:cubicBezTo>
                    <a:pt x="27" y="128"/>
                    <a:pt x="28" y="132"/>
                    <a:pt x="27" y="135"/>
                  </a:cubicBezTo>
                  <a:cubicBezTo>
                    <a:pt x="26" y="137"/>
                    <a:pt x="24" y="138"/>
                    <a:pt x="22" y="138"/>
                  </a:cubicBezTo>
                  <a:cubicBezTo>
                    <a:pt x="21" y="138"/>
                    <a:pt x="20" y="138"/>
                    <a:pt x="19" y="138"/>
                  </a:cubicBezTo>
                  <a:close/>
                  <a:moveTo>
                    <a:pt x="397" y="129"/>
                  </a:moveTo>
                  <a:cubicBezTo>
                    <a:pt x="396" y="126"/>
                    <a:pt x="397" y="123"/>
                    <a:pt x="400" y="121"/>
                  </a:cubicBezTo>
                  <a:cubicBezTo>
                    <a:pt x="403" y="120"/>
                    <a:pt x="407" y="121"/>
                    <a:pt x="408" y="124"/>
                  </a:cubicBezTo>
                  <a:cubicBezTo>
                    <a:pt x="408" y="124"/>
                    <a:pt x="408" y="124"/>
                    <a:pt x="408" y="124"/>
                  </a:cubicBezTo>
                  <a:cubicBezTo>
                    <a:pt x="409" y="127"/>
                    <a:pt x="408" y="131"/>
                    <a:pt x="405" y="132"/>
                  </a:cubicBezTo>
                  <a:cubicBezTo>
                    <a:pt x="404" y="132"/>
                    <a:pt x="404" y="133"/>
                    <a:pt x="403" y="133"/>
                  </a:cubicBezTo>
                  <a:cubicBezTo>
                    <a:pt x="401" y="133"/>
                    <a:pt x="398" y="131"/>
                    <a:pt x="397" y="129"/>
                  </a:cubicBezTo>
                  <a:close/>
                  <a:moveTo>
                    <a:pt x="33" y="109"/>
                  </a:moveTo>
                  <a:cubicBezTo>
                    <a:pt x="31" y="107"/>
                    <a:pt x="30" y="104"/>
                    <a:pt x="32" y="101"/>
                  </a:cubicBezTo>
                  <a:cubicBezTo>
                    <a:pt x="33" y="98"/>
                    <a:pt x="37" y="97"/>
                    <a:pt x="40" y="99"/>
                  </a:cubicBezTo>
                  <a:cubicBezTo>
                    <a:pt x="42" y="101"/>
                    <a:pt x="43" y="104"/>
                    <a:pt x="41" y="107"/>
                  </a:cubicBezTo>
                  <a:cubicBezTo>
                    <a:pt x="40" y="109"/>
                    <a:pt x="38" y="110"/>
                    <a:pt x="36" y="110"/>
                  </a:cubicBezTo>
                  <a:cubicBezTo>
                    <a:pt x="35" y="110"/>
                    <a:pt x="34" y="110"/>
                    <a:pt x="33" y="109"/>
                  </a:cubicBezTo>
                  <a:close/>
                  <a:moveTo>
                    <a:pt x="382" y="102"/>
                  </a:moveTo>
                  <a:cubicBezTo>
                    <a:pt x="381" y="99"/>
                    <a:pt x="381" y="96"/>
                    <a:pt x="384" y="94"/>
                  </a:cubicBezTo>
                  <a:cubicBezTo>
                    <a:pt x="387" y="92"/>
                    <a:pt x="390" y="93"/>
                    <a:pt x="392" y="96"/>
                  </a:cubicBezTo>
                  <a:cubicBezTo>
                    <a:pt x="394" y="98"/>
                    <a:pt x="393" y="102"/>
                    <a:pt x="390" y="104"/>
                  </a:cubicBezTo>
                  <a:cubicBezTo>
                    <a:pt x="389" y="104"/>
                    <a:pt x="388" y="105"/>
                    <a:pt x="387" y="105"/>
                  </a:cubicBezTo>
                  <a:cubicBezTo>
                    <a:pt x="385" y="105"/>
                    <a:pt x="383" y="104"/>
                    <a:pt x="382" y="102"/>
                  </a:cubicBezTo>
                  <a:close/>
                  <a:moveTo>
                    <a:pt x="52" y="83"/>
                  </a:moveTo>
                  <a:cubicBezTo>
                    <a:pt x="49" y="80"/>
                    <a:pt x="49" y="77"/>
                    <a:pt x="51" y="74"/>
                  </a:cubicBezTo>
                  <a:cubicBezTo>
                    <a:pt x="53" y="72"/>
                    <a:pt x="57" y="72"/>
                    <a:pt x="59" y="74"/>
                  </a:cubicBezTo>
                  <a:cubicBezTo>
                    <a:pt x="62" y="76"/>
                    <a:pt x="62" y="79"/>
                    <a:pt x="60" y="82"/>
                  </a:cubicBezTo>
                  <a:cubicBezTo>
                    <a:pt x="59" y="83"/>
                    <a:pt x="57" y="84"/>
                    <a:pt x="55" y="84"/>
                  </a:cubicBezTo>
                  <a:cubicBezTo>
                    <a:pt x="54" y="84"/>
                    <a:pt x="53" y="83"/>
                    <a:pt x="52" y="83"/>
                  </a:cubicBezTo>
                  <a:close/>
                  <a:moveTo>
                    <a:pt x="363" y="77"/>
                  </a:moveTo>
                  <a:cubicBezTo>
                    <a:pt x="363" y="77"/>
                    <a:pt x="363" y="77"/>
                    <a:pt x="363" y="77"/>
                  </a:cubicBezTo>
                  <a:cubicBezTo>
                    <a:pt x="361" y="75"/>
                    <a:pt x="361" y="71"/>
                    <a:pt x="364" y="69"/>
                  </a:cubicBezTo>
                  <a:cubicBezTo>
                    <a:pt x="366" y="67"/>
                    <a:pt x="370" y="67"/>
                    <a:pt x="372" y="70"/>
                  </a:cubicBezTo>
                  <a:cubicBezTo>
                    <a:pt x="374" y="72"/>
                    <a:pt x="374" y="76"/>
                    <a:pt x="371" y="78"/>
                  </a:cubicBezTo>
                  <a:cubicBezTo>
                    <a:pt x="370" y="79"/>
                    <a:pt x="369" y="79"/>
                    <a:pt x="367" y="79"/>
                  </a:cubicBezTo>
                  <a:cubicBezTo>
                    <a:pt x="366" y="79"/>
                    <a:pt x="364" y="79"/>
                    <a:pt x="363" y="77"/>
                  </a:cubicBezTo>
                  <a:close/>
                  <a:moveTo>
                    <a:pt x="74" y="59"/>
                  </a:moveTo>
                  <a:cubicBezTo>
                    <a:pt x="72" y="57"/>
                    <a:pt x="72" y="53"/>
                    <a:pt x="74" y="51"/>
                  </a:cubicBezTo>
                  <a:cubicBezTo>
                    <a:pt x="74" y="51"/>
                    <a:pt x="74" y="51"/>
                    <a:pt x="74" y="51"/>
                  </a:cubicBezTo>
                  <a:cubicBezTo>
                    <a:pt x="77" y="49"/>
                    <a:pt x="80" y="49"/>
                    <a:pt x="83" y="52"/>
                  </a:cubicBezTo>
                  <a:cubicBezTo>
                    <a:pt x="85" y="54"/>
                    <a:pt x="84" y="58"/>
                    <a:pt x="82" y="60"/>
                  </a:cubicBezTo>
                  <a:cubicBezTo>
                    <a:pt x="81" y="61"/>
                    <a:pt x="79" y="61"/>
                    <a:pt x="78" y="61"/>
                  </a:cubicBezTo>
                  <a:cubicBezTo>
                    <a:pt x="76" y="61"/>
                    <a:pt x="75" y="61"/>
                    <a:pt x="74" y="59"/>
                  </a:cubicBezTo>
                  <a:close/>
                  <a:moveTo>
                    <a:pt x="340" y="56"/>
                  </a:moveTo>
                  <a:cubicBezTo>
                    <a:pt x="338" y="54"/>
                    <a:pt x="338" y="50"/>
                    <a:pt x="340" y="48"/>
                  </a:cubicBezTo>
                  <a:cubicBezTo>
                    <a:pt x="342" y="45"/>
                    <a:pt x="345" y="45"/>
                    <a:pt x="348" y="47"/>
                  </a:cubicBezTo>
                  <a:cubicBezTo>
                    <a:pt x="350" y="49"/>
                    <a:pt x="351" y="53"/>
                    <a:pt x="349" y="55"/>
                  </a:cubicBezTo>
                  <a:cubicBezTo>
                    <a:pt x="348" y="57"/>
                    <a:pt x="346" y="57"/>
                    <a:pt x="344" y="57"/>
                  </a:cubicBezTo>
                  <a:cubicBezTo>
                    <a:pt x="343" y="57"/>
                    <a:pt x="342" y="57"/>
                    <a:pt x="340" y="56"/>
                  </a:cubicBezTo>
                  <a:close/>
                  <a:moveTo>
                    <a:pt x="99" y="40"/>
                  </a:moveTo>
                  <a:cubicBezTo>
                    <a:pt x="97" y="37"/>
                    <a:pt x="98" y="33"/>
                    <a:pt x="101" y="32"/>
                  </a:cubicBezTo>
                  <a:cubicBezTo>
                    <a:pt x="104" y="30"/>
                    <a:pt x="107" y="31"/>
                    <a:pt x="109" y="33"/>
                  </a:cubicBezTo>
                  <a:cubicBezTo>
                    <a:pt x="111" y="36"/>
                    <a:pt x="110" y="40"/>
                    <a:pt x="107" y="42"/>
                  </a:cubicBezTo>
                  <a:cubicBezTo>
                    <a:pt x="106" y="42"/>
                    <a:pt x="105" y="42"/>
                    <a:pt x="104" y="42"/>
                  </a:cubicBezTo>
                  <a:cubicBezTo>
                    <a:pt x="102" y="42"/>
                    <a:pt x="100" y="41"/>
                    <a:pt x="99" y="40"/>
                  </a:cubicBezTo>
                  <a:close/>
                  <a:moveTo>
                    <a:pt x="315" y="38"/>
                  </a:moveTo>
                  <a:cubicBezTo>
                    <a:pt x="312" y="37"/>
                    <a:pt x="311" y="33"/>
                    <a:pt x="313" y="30"/>
                  </a:cubicBezTo>
                  <a:cubicBezTo>
                    <a:pt x="314" y="28"/>
                    <a:pt x="318" y="27"/>
                    <a:pt x="321" y="28"/>
                  </a:cubicBezTo>
                  <a:cubicBezTo>
                    <a:pt x="323" y="30"/>
                    <a:pt x="324" y="33"/>
                    <a:pt x="323" y="36"/>
                  </a:cubicBezTo>
                  <a:cubicBezTo>
                    <a:pt x="322" y="38"/>
                    <a:pt x="320" y="39"/>
                    <a:pt x="318" y="39"/>
                  </a:cubicBezTo>
                  <a:cubicBezTo>
                    <a:pt x="317" y="39"/>
                    <a:pt x="316" y="39"/>
                    <a:pt x="315" y="38"/>
                  </a:cubicBezTo>
                  <a:close/>
                  <a:moveTo>
                    <a:pt x="127" y="24"/>
                  </a:moveTo>
                  <a:cubicBezTo>
                    <a:pt x="126" y="21"/>
                    <a:pt x="127" y="18"/>
                    <a:pt x="130" y="16"/>
                  </a:cubicBezTo>
                  <a:cubicBezTo>
                    <a:pt x="133" y="15"/>
                    <a:pt x="136" y="17"/>
                    <a:pt x="138" y="20"/>
                  </a:cubicBezTo>
                  <a:cubicBezTo>
                    <a:pt x="139" y="23"/>
                    <a:pt x="138" y="26"/>
                    <a:pt x="135" y="27"/>
                  </a:cubicBezTo>
                  <a:cubicBezTo>
                    <a:pt x="134" y="28"/>
                    <a:pt x="133" y="28"/>
                    <a:pt x="132" y="28"/>
                  </a:cubicBezTo>
                  <a:cubicBezTo>
                    <a:pt x="130" y="28"/>
                    <a:pt x="128" y="26"/>
                    <a:pt x="127" y="24"/>
                  </a:cubicBezTo>
                  <a:close/>
                  <a:moveTo>
                    <a:pt x="287" y="25"/>
                  </a:moveTo>
                  <a:cubicBezTo>
                    <a:pt x="284" y="24"/>
                    <a:pt x="282" y="20"/>
                    <a:pt x="283" y="17"/>
                  </a:cubicBezTo>
                  <a:cubicBezTo>
                    <a:pt x="285" y="14"/>
                    <a:pt x="288" y="13"/>
                    <a:pt x="291" y="14"/>
                  </a:cubicBezTo>
                  <a:cubicBezTo>
                    <a:pt x="294" y="15"/>
                    <a:pt x="295" y="19"/>
                    <a:pt x="294" y="22"/>
                  </a:cubicBezTo>
                  <a:cubicBezTo>
                    <a:pt x="293" y="24"/>
                    <a:pt x="291" y="25"/>
                    <a:pt x="289" y="25"/>
                  </a:cubicBezTo>
                  <a:cubicBezTo>
                    <a:pt x="288" y="25"/>
                    <a:pt x="287" y="25"/>
                    <a:pt x="287" y="25"/>
                  </a:cubicBezTo>
                  <a:close/>
                  <a:moveTo>
                    <a:pt x="157" y="13"/>
                  </a:moveTo>
                  <a:cubicBezTo>
                    <a:pt x="156" y="10"/>
                    <a:pt x="158" y="7"/>
                    <a:pt x="161" y="6"/>
                  </a:cubicBezTo>
                  <a:cubicBezTo>
                    <a:pt x="164" y="5"/>
                    <a:pt x="168" y="7"/>
                    <a:pt x="168" y="10"/>
                  </a:cubicBezTo>
                  <a:cubicBezTo>
                    <a:pt x="169" y="13"/>
                    <a:pt x="167" y="17"/>
                    <a:pt x="164" y="17"/>
                  </a:cubicBezTo>
                  <a:cubicBezTo>
                    <a:pt x="164" y="17"/>
                    <a:pt x="163" y="17"/>
                    <a:pt x="163" y="17"/>
                  </a:cubicBezTo>
                  <a:cubicBezTo>
                    <a:pt x="160" y="17"/>
                    <a:pt x="158" y="16"/>
                    <a:pt x="157" y="13"/>
                  </a:cubicBezTo>
                  <a:close/>
                  <a:moveTo>
                    <a:pt x="257" y="16"/>
                  </a:moveTo>
                  <a:cubicBezTo>
                    <a:pt x="254" y="15"/>
                    <a:pt x="252" y="12"/>
                    <a:pt x="252" y="9"/>
                  </a:cubicBezTo>
                  <a:cubicBezTo>
                    <a:pt x="253" y="6"/>
                    <a:pt x="256" y="4"/>
                    <a:pt x="259" y="5"/>
                  </a:cubicBezTo>
                  <a:cubicBezTo>
                    <a:pt x="263" y="5"/>
                    <a:pt x="265" y="8"/>
                    <a:pt x="264" y="11"/>
                  </a:cubicBezTo>
                  <a:cubicBezTo>
                    <a:pt x="263" y="14"/>
                    <a:pt x="261" y="16"/>
                    <a:pt x="258" y="16"/>
                  </a:cubicBezTo>
                  <a:cubicBezTo>
                    <a:pt x="258" y="16"/>
                    <a:pt x="257" y="16"/>
                    <a:pt x="257" y="16"/>
                  </a:cubicBezTo>
                  <a:close/>
                  <a:moveTo>
                    <a:pt x="189" y="7"/>
                  </a:moveTo>
                  <a:cubicBezTo>
                    <a:pt x="188" y="4"/>
                    <a:pt x="191" y="1"/>
                    <a:pt x="194" y="0"/>
                  </a:cubicBezTo>
                  <a:cubicBezTo>
                    <a:pt x="197" y="0"/>
                    <a:pt x="200" y="3"/>
                    <a:pt x="200" y="6"/>
                  </a:cubicBezTo>
                  <a:cubicBezTo>
                    <a:pt x="200" y="9"/>
                    <a:pt x="198" y="12"/>
                    <a:pt x="195" y="12"/>
                  </a:cubicBezTo>
                  <a:cubicBezTo>
                    <a:pt x="194" y="12"/>
                    <a:pt x="194" y="12"/>
                    <a:pt x="194" y="12"/>
                  </a:cubicBezTo>
                  <a:cubicBezTo>
                    <a:pt x="191" y="12"/>
                    <a:pt x="189" y="10"/>
                    <a:pt x="189" y="7"/>
                  </a:cubicBezTo>
                  <a:close/>
                  <a:moveTo>
                    <a:pt x="226" y="12"/>
                  </a:moveTo>
                  <a:cubicBezTo>
                    <a:pt x="223" y="11"/>
                    <a:pt x="220" y="9"/>
                    <a:pt x="221" y="5"/>
                  </a:cubicBezTo>
                  <a:cubicBezTo>
                    <a:pt x="221" y="2"/>
                    <a:pt x="224" y="0"/>
                    <a:pt x="227" y="0"/>
                  </a:cubicBezTo>
                  <a:cubicBezTo>
                    <a:pt x="230" y="0"/>
                    <a:pt x="232" y="3"/>
                    <a:pt x="232" y="6"/>
                  </a:cubicBezTo>
                  <a:cubicBezTo>
                    <a:pt x="232" y="9"/>
                    <a:pt x="229" y="12"/>
                    <a:pt x="226" y="1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3" name="Google Shape;423;p11"/>
            <p:cNvSpPr/>
            <p:nvPr/>
          </p:nvSpPr>
          <p:spPr>
            <a:xfrm>
              <a:off x="5913438" y="4510088"/>
              <a:ext cx="625475" cy="625475"/>
            </a:xfrm>
            <a:custGeom>
              <a:avLst/>
              <a:gdLst/>
              <a:ahLst/>
              <a:cxnLst/>
              <a:rect l="l" t="t" r="r" b="b"/>
              <a:pathLst>
                <a:path w="371" h="371" extrusionOk="0">
                  <a:moveTo>
                    <a:pt x="186" y="371"/>
                  </a:moveTo>
                  <a:cubicBezTo>
                    <a:pt x="83" y="371"/>
                    <a:pt x="0" y="288"/>
                    <a:pt x="0" y="186"/>
                  </a:cubicBezTo>
                  <a:cubicBezTo>
                    <a:pt x="0" y="83"/>
                    <a:pt x="83" y="0"/>
                    <a:pt x="186" y="0"/>
                  </a:cubicBezTo>
                  <a:cubicBezTo>
                    <a:pt x="288" y="0"/>
                    <a:pt x="371" y="83"/>
                    <a:pt x="371" y="186"/>
                  </a:cubicBezTo>
                  <a:cubicBezTo>
                    <a:pt x="371" y="288"/>
                    <a:pt x="288" y="371"/>
                    <a:pt x="186" y="371"/>
                  </a:cubicBezTo>
                  <a:close/>
                  <a:moveTo>
                    <a:pt x="186" y="8"/>
                  </a:moveTo>
                  <a:cubicBezTo>
                    <a:pt x="88" y="8"/>
                    <a:pt x="8" y="88"/>
                    <a:pt x="8" y="186"/>
                  </a:cubicBezTo>
                  <a:cubicBezTo>
                    <a:pt x="8" y="283"/>
                    <a:pt x="88" y="363"/>
                    <a:pt x="186" y="363"/>
                  </a:cubicBezTo>
                  <a:cubicBezTo>
                    <a:pt x="283" y="363"/>
                    <a:pt x="363" y="283"/>
                    <a:pt x="363" y="186"/>
                  </a:cubicBezTo>
                  <a:cubicBezTo>
                    <a:pt x="363" y="88"/>
                    <a:pt x="283" y="8"/>
                    <a:pt x="186" y="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4" name="Google Shape;424;p11"/>
            <p:cNvSpPr/>
            <p:nvPr/>
          </p:nvSpPr>
          <p:spPr>
            <a:xfrm>
              <a:off x="5978525" y="4573588"/>
              <a:ext cx="496888" cy="498475"/>
            </a:xfrm>
            <a:custGeom>
              <a:avLst/>
              <a:gdLst/>
              <a:ahLst/>
              <a:cxnLst/>
              <a:rect l="l" t="t" r="r" b="b"/>
              <a:pathLst>
                <a:path w="295" h="295" extrusionOk="0">
                  <a:moveTo>
                    <a:pt x="148" y="295"/>
                  </a:moveTo>
                  <a:cubicBezTo>
                    <a:pt x="66" y="295"/>
                    <a:pt x="0" y="229"/>
                    <a:pt x="0" y="148"/>
                  </a:cubicBezTo>
                  <a:cubicBezTo>
                    <a:pt x="0" y="66"/>
                    <a:pt x="66" y="0"/>
                    <a:pt x="148" y="0"/>
                  </a:cubicBezTo>
                  <a:cubicBezTo>
                    <a:pt x="229" y="0"/>
                    <a:pt x="295" y="66"/>
                    <a:pt x="295" y="148"/>
                  </a:cubicBezTo>
                  <a:cubicBezTo>
                    <a:pt x="295" y="229"/>
                    <a:pt x="229" y="295"/>
                    <a:pt x="148" y="295"/>
                  </a:cubicBezTo>
                  <a:close/>
                  <a:moveTo>
                    <a:pt x="148" y="31"/>
                  </a:moveTo>
                  <a:cubicBezTo>
                    <a:pt x="83" y="31"/>
                    <a:pt x="31" y="83"/>
                    <a:pt x="31" y="148"/>
                  </a:cubicBezTo>
                  <a:cubicBezTo>
                    <a:pt x="31" y="212"/>
                    <a:pt x="83" y="264"/>
                    <a:pt x="148" y="264"/>
                  </a:cubicBezTo>
                  <a:cubicBezTo>
                    <a:pt x="212" y="264"/>
                    <a:pt x="264" y="212"/>
                    <a:pt x="264" y="148"/>
                  </a:cubicBezTo>
                  <a:cubicBezTo>
                    <a:pt x="264" y="83"/>
                    <a:pt x="212" y="31"/>
                    <a:pt x="148" y="3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25" name="Google Shape;425;p11"/>
          <p:cNvGrpSpPr/>
          <p:nvPr/>
        </p:nvGrpSpPr>
        <p:grpSpPr>
          <a:xfrm>
            <a:off x="200264" y="145611"/>
            <a:ext cx="8230511" cy="4728089"/>
            <a:chOff x="200264" y="145611"/>
            <a:chExt cx="8230511" cy="4728089"/>
          </a:xfrm>
        </p:grpSpPr>
        <p:grpSp>
          <p:nvGrpSpPr>
            <p:cNvPr id="426" name="Google Shape;426;p11"/>
            <p:cNvGrpSpPr/>
            <p:nvPr/>
          </p:nvGrpSpPr>
          <p:grpSpPr>
            <a:xfrm>
              <a:off x="200264" y="145611"/>
              <a:ext cx="1025928" cy="248431"/>
              <a:chOff x="4287838" y="1025525"/>
              <a:chExt cx="708025" cy="171450"/>
            </a:xfrm>
          </p:grpSpPr>
          <p:sp>
            <p:nvSpPr>
              <p:cNvPr id="427" name="Google Shape;427;p11"/>
              <p:cNvSpPr/>
              <p:nvPr/>
            </p:nvSpPr>
            <p:spPr>
              <a:xfrm>
                <a:off x="4914900" y="1025525"/>
                <a:ext cx="80963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51" h="108" extrusionOk="0">
                    <a:moveTo>
                      <a:pt x="38" y="0"/>
                    </a:moveTo>
                    <a:lnTo>
                      <a:pt x="51" y="10"/>
                    </a:lnTo>
                    <a:lnTo>
                      <a:pt x="21" y="54"/>
                    </a:lnTo>
                    <a:lnTo>
                      <a:pt x="51" y="99"/>
                    </a:lnTo>
                    <a:lnTo>
                      <a:pt x="38" y="108"/>
                    </a:lnTo>
                    <a:lnTo>
                      <a:pt x="0" y="54"/>
                    </a:lnTo>
                    <a:lnTo>
                      <a:pt x="38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8" name="Google Shape;428;p11"/>
              <p:cNvSpPr/>
              <p:nvPr/>
            </p:nvSpPr>
            <p:spPr>
              <a:xfrm>
                <a:off x="4846638" y="1025525"/>
                <a:ext cx="80963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51" h="108" extrusionOk="0">
                    <a:moveTo>
                      <a:pt x="37" y="0"/>
                    </a:moveTo>
                    <a:lnTo>
                      <a:pt x="51" y="10"/>
                    </a:lnTo>
                    <a:lnTo>
                      <a:pt x="20" y="54"/>
                    </a:lnTo>
                    <a:lnTo>
                      <a:pt x="51" y="99"/>
                    </a:lnTo>
                    <a:lnTo>
                      <a:pt x="37" y="108"/>
                    </a:lnTo>
                    <a:lnTo>
                      <a:pt x="0" y="54"/>
                    </a:lnTo>
                    <a:lnTo>
                      <a:pt x="3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9" name="Google Shape;429;p11"/>
              <p:cNvSpPr/>
              <p:nvPr/>
            </p:nvSpPr>
            <p:spPr>
              <a:xfrm>
                <a:off x="4776788" y="1025525"/>
                <a:ext cx="79375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50" h="108" extrusionOk="0">
                    <a:moveTo>
                      <a:pt x="37" y="0"/>
                    </a:moveTo>
                    <a:lnTo>
                      <a:pt x="50" y="10"/>
                    </a:lnTo>
                    <a:lnTo>
                      <a:pt x="19" y="54"/>
                    </a:lnTo>
                    <a:lnTo>
                      <a:pt x="50" y="99"/>
                    </a:lnTo>
                    <a:lnTo>
                      <a:pt x="37" y="108"/>
                    </a:lnTo>
                    <a:lnTo>
                      <a:pt x="0" y="54"/>
                    </a:lnTo>
                    <a:lnTo>
                      <a:pt x="3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0" name="Google Shape;430;p11"/>
              <p:cNvSpPr/>
              <p:nvPr/>
            </p:nvSpPr>
            <p:spPr>
              <a:xfrm>
                <a:off x="4706938" y="1025525"/>
                <a:ext cx="80963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51" h="108" extrusionOk="0">
                    <a:moveTo>
                      <a:pt x="37" y="0"/>
                    </a:moveTo>
                    <a:lnTo>
                      <a:pt x="51" y="10"/>
                    </a:lnTo>
                    <a:lnTo>
                      <a:pt x="20" y="54"/>
                    </a:lnTo>
                    <a:lnTo>
                      <a:pt x="51" y="99"/>
                    </a:lnTo>
                    <a:lnTo>
                      <a:pt x="37" y="108"/>
                    </a:lnTo>
                    <a:lnTo>
                      <a:pt x="0" y="54"/>
                    </a:lnTo>
                    <a:lnTo>
                      <a:pt x="3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1" name="Google Shape;431;p11"/>
              <p:cNvSpPr/>
              <p:nvPr/>
            </p:nvSpPr>
            <p:spPr>
              <a:xfrm>
                <a:off x="4637088" y="1025525"/>
                <a:ext cx="79375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50" h="108" extrusionOk="0">
                    <a:moveTo>
                      <a:pt x="37" y="0"/>
                    </a:moveTo>
                    <a:lnTo>
                      <a:pt x="50" y="10"/>
                    </a:lnTo>
                    <a:lnTo>
                      <a:pt x="19" y="54"/>
                    </a:lnTo>
                    <a:lnTo>
                      <a:pt x="50" y="99"/>
                    </a:lnTo>
                    <a:lnTo>
                      <a:pt x="37" y="108"/>
                    </a:lnTo>
                    <a:lnTo>
                      <a:pt x="0" y="54"/>
                    </a:lnTo>
                    <a:lnTo>
                      <a:pt x="3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2" name="Google Shape;432;p11"/>
              <p:cNvSpPr/>
              <p:nvPr/>
            </p:nvSpPr>
            <p:spPr>
              <a:xfrm>
                <a:off x="4568825" y="1025525"/>
                <a:ext cx="77788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49" h="108" extrusionOk="0">
                    <a:moveTo>
                      <a:pt x="37" y="0"/>
                    </a:moveTo>
                    <a:lnTo>
                      <a:pt x="49" y="10"/>
                    </a:lnTo>
                    <a:lnTo>
                      <a:pt x="19" y="54"/>
                    </a:lnTo>
                    <a:lnTo>
                      <a:pt x="49" y="99"/>
                    </a:lnTo>
                    <a:lnTo>
                      <a:pt x="37" y="108"/>
                    </a:lnTo>
                    <a:lnTo>
                      <a:pt x="0" y="54"/>
                    </a:lnTo>
                    <a:lnTo>
                      <a:pt x="3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3" name="Google Shape;433;p11"/>
              <p:cNvSpPr/>
              <p:nvPr/>
            </p:nvSpPr>
            <p:spPr>
              <a:xfrm>
                <a:off x="4497388" y="1025525"/>
                <a:ext cx="80963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51" h="108" extrusionOk="0">
                    <a:moveTo>
                      <a:pt x="37" y="0"/>
                    </a:moveTo>
                    <a:lnTo>
                      <a:pt x="51" y="10"/>
                    </a:lnTo>
                    <a:lnTo>
                      <a:pt x="20" y="54"/>
                    </a:lnTo>
                    <a:lnTo>
                      <a:pt x="51" y="99"/>
                    </a:lnTo>
                    <a:lnTo>
                      <a:pt x="37" y="108"/>
                    </a:lnTo>
                    <a:lnTo>
                      <a:pt x="0" y="54"/>
                    </a:lnTo>
                    <a:lnTo>
                      <a:pt x="3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4" name="Google Shape;434;p11"/>
              <p:cNvSpPr/>
              <p:nvPr/>
            </p:nvSpPr>
            <p:spPr>
              <a:xfrm>
                <a:off x="4427538" y="1025525"/>
                <a:ext cx="79375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50" h="108" extrusionOk="0">
                    <a:moveTo>
                      <a:pt x="38" y="0"/>
                    </a:moveTo>
                    <a:lnTo>
                      <a:pt x="50" y="10"/>
                    </a:lnTo>
                    <a:lnTo>
                      <a:pt x="20" y="54"/>
                    </a:lnTo>
                    <a:lnTo>
                      <a:pt x="50" y="99"/>
                    </a:lnTo>
                    <a:lnTo>
                      <a:pt x="38" y="108"/>
                    </a:lnTo>
                    <a:lnTo>
                      <a:pt x="0" y="54"/>
                    </a:lnTo>
                    <a:lnTo>
                      <a:pt x="38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5" name="Google Shape;435;p11"/>
              <p:cNvSpPr/>
              <p:nvPr/>
            </p:nvSpPr>
            <p:spPr>
              <a:xfrm>
                <a:off x="4359275" y="1025525"/>
                <a:ext cx="79375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50" h="108" extrusionOk="0">
                    <a:moveTo>
                      <a:pt x="37" y="0"/>
                    </a:moveTo>
                    <a:lnTo>
                      <a:pt x="50" y="10"/>
                    </a:lnTo>
                    <a:lnTo>
                      <a:pt x="19" y="54"/>
                    </a:lnTo>
                    <a:lnTo>
                      <a:pt x="50" y="99"/>
                    </a:lnTo>
                    <a:lnTo>
                      <a:pt x="37" y="108"/>
                    </a:lnTo>
                    <a:lnTo>
                      <a:pt x="0" y="54"/>
                    </a:lnTo>
                    <a:lnTo>
                      <a:pt x="3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6" name="Google Shape;436;p11"/>
              <p:cNvSpPr/>
              <p:nvPr/>
            </p:nvSpPr>
            <p:spPr>
              <a:xfrm>
                <a:off x="4287838" y="1025525"/>
                <a:ext cx="80963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51" h="108" extrusionOk="0">
                    <a:moveTo>
                      <a:pt x="37" y="0"/>
                    </a:moveTo>
                    <a:lnTo>
                      <a:pt x="51" y="10"/>
                    </a:lnTo>
                    <a:lnTo>
                      <a:pt x="20" y="54"/>
                    </a:lnTo>
                    <a:lnTo>
                      <a:pt x="51" y="99"/>
                    </a:lnTo>
                    <a:lnTo>
                      <a:pt x="37" y="108"/>
                    </a:lnTo>
                    <a:lnTo>
                      <a:pt x="0" y="54"/>
                    </a:lnTo>
                    <a:lnTo>
                      <a:pt x="3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437" name="Google Shape;437;p11"/>
            <p:cNvCxnSpPr/>
            <p:nvPr/>
          </p:nvCxnSpPr>
          <p:spPr>
            <a:xfrm>
              <a:off x="5647675" y="4873700"/>
              <a:ext cx="2783100" cy="0"/>
            </a:xfrm>
            <a:prstGeom prst="straightConnector1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438" name="Google Shape;438;p11"/>
          <p:cNvSpPr txBox="1">
            <a:spLocks noGrp="1"/>
          </p:cNvSpPr>
          <p:nvPr>
            <p:ph type="title" hasCustomPrompt="1"/>
          </p:nvPr>
        </p:nvSpPr>
        <p:spPr>
          <a:xfrm>
            <a:off x="4143775" y="1659625"/>
            <a:ext cx="4287000" cy="132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96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439" name="Google Shape;439;p11"/>
          <p:cNvSpPr txBox="1">
            <a:spLocks noGrp="1"/>
          </p:cNvSpPr>
          <p:nvPr>
            <p:ph type="subTitle" idx="1"/>
          </p:nvPr>
        </p:nvSpPr>
        <p:spPr>
          <a:xfrm>
            <a:off x="4143775" y="2986775"/>
            <a:ext cx="4287000" cy="49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440" name="Google Shape;440;p11"/>
          <p:cNvSpPr>
            <a:spLocks noGrp="1"/>
          </p:cNvSpPr>
          <p:nvPr>
            <p:ph type="pic" idx="2"/>
          </p:nvPr>
        </p:nvSpPr>
        <p:spPr>
          <a:xfrm>
            <a:off x="0" y="539550"/>
            <a:ext cx="3601200" cy="4064400"/>
          </a:xfrm>
          <a:prstGeom prst="snip2DiagRect">
            <a:avLst>
              <a:gd name="adj1" fmla="val 0"/>
              <a:gd name="adj2" fmla="val 16667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3" name="Google Shape;443;p13"/>
          <p:cNvGrpSpPr/>
          <p:nvPr/>
        </p:nvGrpSpPr>
        <p:grpSpPr>
          <a:xfrm>
            <a:off x="168" y="118"/>
            <a:ext cx="8943562" cy="4997799"/>
            <a:chOff x="168" y="118"/>
            <a:chExt cx="8943562" cy="4997799"/>
          </a:xfrm>
        </p:grpSpPr>
        <p:grpSp>
          <p:nvGrpSpPr>
            <p:cNvPr id="444" name="Google Shape;444;p13"/>
            <p:cNvGrpSpPr/>
            <p:nvPr/>
          </p:nvGrpSpPr>
          <p:grpSpPr>
            <a:xfrm>
              <a:off x="200264" y="4749486"/>
              <a:ext cx="1025928" cy="248431"/>
              <a:chOff x="4287838" y="1025525"/>
              <a:chExt cx="708025" cy="171450"/>
            </a:xfrm>
          </p:grpSpPr>
          <p:sp>
            <p:nvSpPr>
              <p:cNvPr id="445" name="Google Shape;445;p13"/>
              <p:cNvSpPr/>
              <p:nvPr/>
            </p:nvSpPr>
            <p:spPr>
              <a:xfrm>
                <a:off x="4914900" y="1025525"/>
                <a:ext cx="80963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51" h="108" extrusionOk="0">
                    <a:moveTo>
                      <a:pt x="38" y="0"/>
                    </a:moveTo>
                    <a:lnTo>
                      <a:pt x="51" y="10"/>
                    </a:lnTo>
                    <a:lnTo>
                      <a:pt x="21" y="54"/>
                    </a:lnTo>
                    <a:lnTo>
                      <a:pt x="51" y="99"/>
                    </a:lnTo>
                    <a:lnTo>
                      <a:pt x="38" y="108"/>
                    </a:lnTo>
                    <a:lnTo>
                      <a:pt x="0" y="54"/>
                    </a:lnTo>
                    <a:lnTo>
                      <a:pt x="38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6" name="Google Shape;446;p13"/>
              <p:cNvSpPr/>
              <p:nvPr/>
            </p:nvSpPr>
            <p:spPr>
              <a:xfrm>
                <a:off x="4846638" y="1025525"/>
                <a:ext cx="80963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51" h="108" extrusionOk="0">
                    <a:moveTo>
                      <a:pt x="37" y="0"/>
                    </a:moveTo>
                    <a:lnTo>
                      <a:pt x="51" y="10"/>
                    </a:lnTo>
                    <a:lnTo>
                      <a:pt x="20" y="54"/>
                    </a:lnTo>
                    <a:lnTo>
                      <a:pt x="51" y="99"/>
                    </a:lnTo>
                    <a:lnTo>
                      <a:pt x="37" y="108"/>
                    </a:lnTo>
                    <a:lnTo>
                      <a:pt x="0" y="54"/>
                    </a:lnTo>
                    <a:lnTo>
                      <a:pt x="3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7" name="Google Shape;447;p13"/>
              <p:cNvSpPr/>
              <p:nvPr/>
            </p:nvSpPr>
            <p:spPr>
              <a:xfrm>
                <a:off x="4776788" y="1025525"/>
                <a:ext cx="79375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50" h="108" extrusionOk="0">
                    <a:moveTo>
                      <a:pt x="37" y="0"/>
                    </a:moveTo>
                    <a:lnTo>
                      <a:pt x="50" y="10"/>
                    </a:lnTo>
                    <a:lnTo>
                      <a:pt x="19" y="54"/>
                    </a:lnTo>
                    <a:lnTo>
                      <a:pt x="50" y="99"/>
                    </a:lnTo>
                    <a:lnTo>
                      <a:pt x="37" y="108"/>
                    </a:lnTo>
                    <a:lnTo>
                      <a:pt x="0" y="54"/>
                    </a:lnTo>
                    <a:lnTo>
                      <a:pt x="3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8" name="Google Shape;448;p13"/>
              <p:cNvSpPr/>
              <p:nvPr/>
            </p:nvSpPr>
            <p:spPr>
              <a:xfrm>
                <a:off x="4706938" y="1025525"/>
                <a:ext cx="80963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51" h="108" extrusionOk="0">
                    <a:moveTo>
                      <a:pt x="37" y="0"/>
                    </a:moveTo>
                    <a:lnTo>
                      <a:pt x="51" y="10"/>
                    </a:lnTo>
                    <a:lnTo>
                      <a:pt x="20" y="54"/>
                    </a:lnTo>
                    <a:lnTo>
                      <a:pt x="51" y="99"/>
                    </a:lnTo>
                    <a:lnTo>
                      <a:pt x="37" y="108"/>
                    </a:lnTo>
                    <a:lnTo>
                      <a:pt x="0" y="54"/>
                    </a:lnTo>
                    <a:lnTo>
                      <a:pt x="3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9" name="Google Shape;449;p13"/>
              <p:cNvSpPr/>
              <p:nvPr/>
            </p:nvSpPr>
            <p:spPr>
              <a:xfrm>
                <a:off x="4637088" y="1025525"/>
                <a:ext cx="79375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50" h="108" extrusionOk="0">
                    <a:moveTo>
                      <a:pt x="37" y="0"/>
                    </a:moveTo>
                    <a:lnTo>
                      <a:pt x="50" y="10"/>
                    </a:lnTo>
                    <a:lnTo>
                      <a:pt x="19" y="54"/>
                    </a:lnTo>
                    <a:lnTo>
                      <a:pt x="50" y="99"/>
                    </a:lnTo>
                    <a:lnTo>
                      <a:pt x="37" y="108"/>
                    </a:lnTo>
                    <a:lnTo>
                      <a:pt x="0" y="54"/>
                    </a:lnTo>
                    <a:lnTo>
                      <a:pt x="3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0" name="Google Shape;450;p13"/>
              <p:cNvSpPr/>
              <p:nvPr/>
            </p:nvSpPr>
            <p:spPr>
              <a:xfrm>
                <a:off x="4568825" y="1025525"/>
                <a:ext cx="77788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49" h="108" extrusionOk="0">
                    <a:moveTo>
                      <a:pt x="37" y="0"/>
                    </a:moveTo>
                    <a:lnTo>
                      <a:pt x="49" y="10"/>
                    </a:lnTo>
                    <a:lnTo>
                      <a:pt x="19" y="54"/>
                    </a:lnTo>
                    <a:lnTo>
                      <a:pt x="49" y="99"/>
                    </a:lnTo>
                    <a:lnTo>
                      <a:pt x="37" y="108"/>
                    </a:lnTo>
                    <a:lnTo>
                      <a:pt x="0" y="54"/>
                    </a:lnTo>
                    <a:lnTo>
                      <a:pt x="3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1" name="Google Shape;451;p13"/>
              <p:cNvSpPr/>
              <p:nvPr/>
            </p:nvSpPr>
            <p:spPr>
              <a:xfrm>
                <a:off x="4497388" y="1025525"/>
                <a:ext cx="80963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51" h="108" extrusionOk="0">
                    <a:moveTo>
                      <a:pt x="37" y="0"/>
                    </a:moveTo>
                    <a:lnTo>
                      <a:pt x="51" y="10"/>
                    </a:lnTo>
                    <a:lnTo>
                      <a:pt x="20" y="54"/>
                    </a:lnTo>
                    <a:lnTo>
                      <a:pt x="51" y="99"/>
                    </a:lnTo>
                    <a:lnTo>
                      <a:pt x="37" y="108"/>
                    </a:lnTo>
                    <a:lnTo>
                      <a:pt x="0" y="54"/>
                    </a:lnTo>
                    <a:lnTo>
                      <a:pt x="3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2" name="Google Shape;452;p13"/>
              <p:cNvSpPr/>
              <p:nvPr/>
            </p:nvSpPr>
            <p:spPr>
              <a:xfrm>
                <a:off x="4427538" y="1025525"/>
                <a:ext cx="79375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50" h="108" extrusionOk="0">
                    <a:moveTo>
                      <a:pt x="38" y="0"/>
                    </a:moveTo>
                    <a:lnTo>
                      <a:pt x="50" y="10"/>
                    </a:lnTo>
                    <a:lnTo>
                      <a:pt x="20" y="54"/>
                    </a:lnTo>
                    <a:lnTo>
                      <a:pt x="50" y="99"/>
                    </a:lnTo>
                    <a:lnTo>
                      <a:pt x="38" y="108"/>
                    </a:lnTo>
                    <a:lnTo>
                      <a:pt x="0" y="54"/>
                    </a:lnTo>
                    <a:lnTo>
                      <a:pt x="38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3" name="Google Shape;453;p13"/>
              <p:cNvSpPr/>
              <p:nvPr/>
            </p:nvSpPr>
            <p:spPr>
              <a:xfrm>
                <a:off x="4359275" y="1025525"/>
                <a:ext cx="79375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50" h="108" extrusionOk="0">
                    <a:moveTo>
                      <a:pt x="37" y="0"/>
                    </a:moveTo>
                    <a:lnTo>
                      <a:pt x="50" y="10"/>
                    </a:lnTo>
                    <a:lnTo>
                      <a:pt x="19" y="54"/>
                    </a:lnTo>
                    <a:lnTo>
                      <a:pt x="50" y="99"/>
                    </a:lnTo>
                    <a:lnTo>
                      <a:pt x="37" y="108"/>
                    </a:lnTo>
                    <a:lnTo>
                      <a:pt x="0" y="54"/>
                    </a:lnTo>
                    <a:lnTo>
                      <a:pt x="3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4" name="Google Shape;454;p13"/>
              <p:cNvSpPr/>
              <p:nvPr/>
            </p:nvSpPr>
            <p:spPr>
              <a:xfrm>
                <a:off x="4287838" y="1025525"/>
                <a:ext cx="80963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51" h="108" extrusionOk="0">
                    <a:moveTo>
                      <a:pt x="37" y="0"/>
                    </a:moveTo>
                    <a:lnTo>
                      <a:pt x="51" y="10"/>
                    </a:lnTo>
                    <a:lnTo>
                      <a:pt x="20" y="54"/>
                    </a:lnTo>
                    <a:lnTo>
                      <a:pt x="51" y="99"/>
                    </a:lnTo>
                    <a:lnTo>
                      <a:pt x="37" y="108"/>
                    </a:lnTo>
                    <a:lnTo>
                      <a:pt x="0" y="54"/>
                    </a:lnTo>
                    <a:lnTo>
                      <a:pt x="3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55" name="Google Shape;455;p13"/>
            <p:cNvGrpSpPr/>
            <p:nvPr/>
          </p:nvGrpSpPr>
          <p:grpSpPr>
            <a:xfrm rot="10800000">
              <a:off x="168" y="118"/>
              <a:ext cx="1787985" cy="1790153"/>
              <a:chOff x="4087813" y="1714500"/>
              <a:chExt cx="1309688" cy="1311275"/>
            </a:xfrm>
          </p:grpSpPr>
          <p:sp>
            <p:nvSpPr>
              <p:cNvPr id="456" name="Google Shape;456;p13"/>
              <p:cNvSpPr/>
              <p:nvPr/>
            </p:nvSpPr>
            <p:spPr>
              <a:xfrm>
                <a:off x="5318125" y="2239963"/>
                <a:ext cx="79375" cy="785813"/>
              </a:xfrm>
              <a:custGeom>
                <a:avLst/>
                <a:gdLst/>
                <a:ahLst/>
                <a:cxnLst/>
                <a:rect l="l" t="t" r="r" b="b"/>
                <a:pathLst>
                  <a:path w="50" h="495" extrusionOk="0">
                    <a:moveTo>
                      <a:pt x="50" y="495"/>
                    </a:moveTo>
                    <a:lnTo>
                      <a:pt x="0" y="495"/>
                    </a:lnTo>
                    <a:lnTo>
                      <a:pt x="0" y="50"/>
                    </a:lnTo>
                    <a:lnTo>
                      <a:pt x="50" y="0"/>
                    </a:lnTo>
                    <a:lnTo>
                      <a:pt x="50" y="49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7" name="Google Shape;457;p13"/>
              <p:cNvSpPr/>
              <p:nvPr/>
            </p:nvSpPr>
            <p:spPr>
              <a:xfrm>
                <a:off x="5318125" y="2065338"/>
                <a:ext cx="79375" cy="166688"/>
              </a:xfrm>
              <a:custGeom>
                <a:avLst/>
                <a:gdLst/>
                <a:ahLst/>
                <a:cxnLst/>
                <a:rect l="l" t="t" r="r" b="b"/>
                <a:pathLst>
                  <a:path w="50" h="105" extrusionOk="0">
                    <a:moveTo>
                      <a:pt x="50" y="55"/>
                    </a:moveTo>
                    <a:lnTo>
                      <a:pt x="0" y="105"/>
                    </a:lnTo>
                    <a:lnTo>
                      <a:pt x="0" y="50"/>
                    </a:lnTo>
                    <a:lnTo>
                      <a:pt x="50" y="0"/>
                    </a:lnTo>
                    <a:lnTo>
                      <a:pt x="50" y="5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8" name="Google Shape;458;p13"/>
              <p:cNvSpPr/>
              <p:nvPr/>
            </p:nvSpPr>
            <p:spPr>
              <a:xfrm>
                <a:off x="5318125" y="1889125"/>
                <a:ext cx="79375" cy="166688"/>
              </a:xfrm>
              <a:custGeom>
                <a:avLst/>
                <a:gdLst/>
                <a:ahLst/>
                <a:cxnLst/>
                <a:rect l="l" t="t" r="r" b="b"/>
                <a:pathLst>
                  <a:path w="50" h="105" extrusionOk="0">
                    <a:moveTo>
                      <a:pt x="50" y="56"/>
                    </a:moveTo>
                    <a:lnTo>
                      <a:pt x="0" y="105"/>
                    </a:lnTo>
                    <a:lnTo>
                      <a:pt x="0" y="50"/>
                    </a:lnTo>
                    <a:lnTo>
                      <a:pt x="50" y="0"/>
                    </a:lnTo>
                    <a:lnTo>
                      <a:pt x="50" y="56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9" name="Google Shape;459;p13"/>
              <p:cNvSpPr/>
              <p:nvPr/>
            </p:nvSpPr>
            <p:spPr>
              <a:xfrm>
                <a:off x="5318125" y="1714500"/>
                <a:ext cx="79375" cy="166688"/>
              </a:xfrm>
              <a:custGeom>
                <a:avLst/>
                <a:gdLst/>
                <a:ahLst/>
                <a:cxnLst/>
                <a:rect l="l" t="t" r="r" b="b"/>
                <a:pathLst>
                  <a:path w="50" h="105" extrusionOk="0">
                    <a:moveTo>
                      <a:pt x="0" y="50"/>
                    </a:moveTo>
                    <a:lnTo>
                      <a:pt x="50" y="0"/>
                    </a:lnTo>
                    <a:lnTo>
                      <a:pt x="50" y="55"/>
                    </a:lnTo>
                    <a:lnTo>
                      <a:pt x="0" y="105"/>
                    </a:lnTo>
                    <a:lnTo>
                      <a:pt x="0" y="5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0" name="Google Shape;460;p13"/>
              <p:cNvSpPr/>
              <p:nvPr/>
            </p:nvSpPr>
            <p:spPr>
              <a:xfrm>
                <a:off x="4613275" y="2943225"/>
                <a:ext cx="784225" cy="82550"/>
              </a:xfrm>
              <a:custGeom>
                <a:avLst/>
                <a:gdLst/>
                <a:ahLst/>
                <a:cxnLst/>
                <a:rect l="l" t="t" r="r" b="b"/>
                <a:pathLst>
                  <a:path w="494" h="52" extrusionOk="0">
                    <a:moveTo>
                      <a:pt x="494" y="52"/>
                    </a:moveTo>
                    <a:lnTo>
                      <a:pt x="494" y="0"/>
                    </a:lnTo>
                    <a:lnTo>
                      <a:pt x="51" y="0"/>
                    </a:lnTo>
                    <a:lnTo>
                      <a:pt x="0" y="52"/>
                    </a:lnTo>
                    <a:lnTo>
                      <a:pt x="494" y="5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1" name="Google Shape;461;p13"/>
              <p:cNvSpPr/>
              <p:nvPr/>
            </p:nvSpPr>
            <p:spPr>
              <a:xfrm>
                <a:off x="4438650" y="2943225"/>
                <a:ext cx="168275" cy="82550"/>
              </a:xfrm>
              <a:custGeom>
                <a:avLst/>
                <a:gdLst/>
                <a:ahLst/>
                <a:cxnLst/>
                <a:rect l="l" t="t" r="r" b="b"/>
                <a:pathLst>
                  <a:path w="106" h="52" extrusionOk="0">
                    <a:moveTo>
                      <a:pt x="55" y="52"/>
                    </a:moveTo>
                    <a:lnTo>
                      <a:pt x="106" y="0"/>
                    </a:lnTo>
                    <a:lnTo>
                      <a:pt x="50" y="0"/>
                    </a:lnTo>
                    <a:lnTo>
                      <a:pt x="0" y="52"/>
                    </a:lnTo>
                    <a:lnTo>
                      <a:pt x="55" y="5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2" name="Google Shape;462;p13"/>
              <p:cNvSpPr/>
              <p:nvPr/>
            </p:nvSpPr>
            <p:spPr>
              <a:xfrm>
                <a:off x="4262438" y="2943225"/>
                <a:ext cx="166688" cy="82550"/>
              </a:xfrm>
              <a:custGeom>
                <a:avLst/>
                <a:gdLst/>
                <a:ahLst/>
                <a:cxnLst/>
                <a:rect l="l" t="t" r="r" b="b"/>
                <a:pathLst>
                  <a:path w="105" h="52" extrusionOk="0">
                    <a:moveTo>
                      <a:pt x="56" y="52"/>
                    </a:moveTo>
                    <a:lnTo>
                      <a:pt x="105" y="0"/>
                    </a:lnTo>
                    <a:lnTo>
                      <a:pt x="50" y="0"/>
                    </a:lnTo>
                    <a:lnTo>
                      <a:pt x="0" y="52"/>
                    </a:lnTo>
                    <a:lnTo>
                      <a:pt x="56" y="5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3" name="Google Shape;463;p13"/>
              <p:cNvSpPr/>
              <p:nvPr/>
            </p:nvSpPr>
            <p:spPr>
              <a:xfrm>
                <a:off x="4087813" y="2943225"/>
                <a:ext cx="166688" cy="82550"/>
              </a:xfrm>
              <a:custGeom>
                <a:avLst/>
                <a:gdLst/>
                <a:ahLst/>
                <a:cxnLst/>
                <a:rect l="l" t="t" r="r" b="b"/>
                <a:pathLst>
                  <a:path w="105" h="52" extrusionOk="0">
                    <a:moveTo>
                      <a:pt x="50" y="0"/>
                    </a:moveTo>
                    <a:lnTo>
                      <a:pt x="0" y="52"/>
                    </a:lnTo>
                    <a:lnTo>
                      <a:pt x="55" y="52"/>
                    </a:lnTo>
                    <a:lnTo>
                      <a:pt x="105" y="0"/>
                    </a:lnTo>
                    <a:lnTo>
                      <a:pt x="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64" name="Google Shape;464;p13"/>
            <p:cNvGrpSpPr/>
            <p:nvPr/>
          </p:nvGrpSpPr>
          <p:grpSpPr>
            <a:xfrm>
              <a:off x="7917802" y="145611"/>
              <a:ext cx="1025928" cy="248431"/>
              <a:chOff x="4287838" y="1025525"/>
              <a:chExt cx="708025" cy="171450"/>
            </a:xfrm>
          </p:grpSpPr>
          <p:sp>
            <p:nvSpPr>
              <p:cNvPr id="465" name="Google Shape;465;p13"/>
              <p:cNvSpPr/>
              <p:nvPr/>
            </p:nvSpPr>
            <p:spPr>
              <a:xfrm>
                <a:off x="4914900" y="1025525"/>
                <a:ext cx="80963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51" h="108" extrusionOk="0">
                    <a:moveTo>
                      <a:pt x="38" y="0"/>
                    </a:moveTo>
                    <a:lnTo>
                      <a:pt x="51" y="10"/>
                    </a:lnTo>
                    <a:lnTo>
                      <a:pt x="21" y="54"/>
                    </a:lnTo>
                    <a:lnTo>
                      <a:pt x="51" y="99"/>
                    </a:lnTo>
                    <a:lnTo>
                      <a:pt x="38" y="108"/>
                    </a:lnTo>
                    <a:lnTo>
                      <a:pt x="0" y="54"/>
                    </a:lnTo>
                    <a:lnTo>
                      <a:pt x="38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6" name="Google Shape;466;p13"/>
              <p:cNvSpPr/>
              <p:nvPr/>
            </p:nvSpPr>
            <p:spPr>
              <a:xfrm>
                <a:off x="4846638" y="1025525"/>
                <a:ext cx="80963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51" h="108" extrusionOk="0">
                    <a:moveTo>
                      <a:pt x="37" y="0"/>
                    </a:moveTo>
                    <a:lnTo>
                      <a:pt x="51" y="10"/>
                    </a:lnTo>
                    <a:lnTo>
                      <a:pt x="20" y="54"/>
                    </a:lnTo>
                    <a:lnTo>
                      <a:pt x="51" y="99"/>
                    </a:lnTo>
                    <a:lnTo>
                      <a:pt x="37" y="108"/>
                    </a:lnTo>
                    <a:lnTo>
                      <a:pt x="0" y="54"/>
                    </a:lnTo>
                    <a:lnTo>
                      <a:pt x="3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7" name="Google Shape;467;p13"/>
              <p:cNvSpPr/>
              <p:nvPr/>
            </p:nvSpPr>
            <p:spPr>
              <a:xfrm>
                <a:off x="4776788" y="1025525"/>
                <a:ext cx="79375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50" h="108" extrusionOk="0">
                    <a:moveTo>
                      <a:pt x="37" y="0"/>
                    </a:moveTo>
                    <a:lnTo>
                      <a:pt x="50" y="10"/>
                    </a:lnTo>
                    <a:lnTo>
                      <a:pt x="19" y="54"/>
                    </a:lnTo>
                    <a:lnTo>
                      <a:pt x="50" y="99"/>
                    </a:lnTo>
                    <a:lnTo>
                      <a:pt x="37" y="108"/>
                    </a:lnTo>
                    <a:lnTo>
                      <a:pt x="0" y="54"/>
                    </a:lnTo>
                    <a:lnTo>
                      <a:pt x="3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8" name="Google Shape;468;p13"/>
              <p:cNvSpPr/>
              <p:nvPr/>
            </p:nvSpPr>
            <p:spPr>
              <a:xfrm>
                <a:off x="4706938" y="1025525"/>
                <a:ext cx="80963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51" h="108" extrusionOk="0">
                    <a:moveTo>
                      <a:pt x="37" y="0"/>
                    </a:moveTo>
                    <a:lnTo>
                      <a:pt x="51" y="10"/>
                    </a:lnTo>
                    <a:lnTo>
                      <a:pt x="20" y="54"/>
                    </a:lnTo>
                    <a:lnTo>
                      <a:pt x="51" y="99"/>
                    </a:lnTo>
                    <a:lnTo>
                      <a:pt x="37" y="108"/>
                    </a:lnTo>
                    <a:lnTo>
                      <a:pt x="0" y="54"/>
                    </a:lnTo>
                    <a:lnTo>
                      <a:pt x="3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9" name="Google Shape;469;p13"/>
              <p:cNvSpPr/>
              <p:nvPr/>
            </p:nvSpPr>
            <p:spPr>
              <a:xfrm>
                <a:off x="4637088" y="1025525"/>
                <a:ext cx="79375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50" h="108" extrusionOk="0">
                    <a:moveTo>
                      <a:pt x="37" y="0"/>
                    </a:moveTo>
                    <a:lnTo>
                      <a:pt x="50" y="10"/>
                    </a:lnTo>
                    <a:lnTo>
                      <a:pt x="19" y="54"/>
                    </a:lnTo>
                    <a:lnTo>
                      <a:pt x="50" y="99"/>
                    </a:lnTo>
                    <a:lnTo>
                      <a:pt x="37" y="108"/>
                    </a:lnTo>
                    <a:lnTo>
                      <a:pt x="0" y="54"/>
                    </a:lnTo>
                    <a:lnTo>
                      <a:pt x="3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0" name="Google Shape;470;p13"/>
              <p:cNvSpPr/>
              <p:nvPr/>
            </p:nvSpPr>
            <p:spPr>
              <a:xfrm>
                <a:off x="4568825" y="1025525"/>
                <a:ext cx="77788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49" h="108" extrusionOk="0">
                    <a:moveTo>
                      <a:pt x="37" y="0"/>
                    </a:moveTo>
                    <a:lnTo>
                      <a:pt x="49" y="10"/>
                    </a:lnTo>
                    <a:lnTo>
                      <a:pt x="19" y="54"/>
                    </a:lnTo>
                    <a:lnTo>
                      <a:pt x="49" y="99"/>
                    </a:lnTo>
                    <a:lnTo>
                      <a:pt x="37" y="108"/>
                    </a:lnTo>
                    <a:lnTo>
                      <a:pt x="0" y="54"/>
                    </a:lnTo>
                    <a:lnTo>
                      <a:pt x="3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1" name="Google Shape;471;p13"/>
              <p:cNvSpPr/>
              <p:nvPr/>
            </p:nvSpPr>
            <p:spPr>
              <a:xfrm>
                <a:off x="4497388" y="1025525"/>
                <a:ext cx="80963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51" h="108" extrusionOk="0">
                    <a:moveTo>
                      <a:pt x="37" y="0"/>
                    </a:moveTo>
                    <a:lnTo>
                      <a:pt x="51" y="10"/>
                    </a:lnTo>
                    <a:lnTo>
                      <a:pt x="20" y="54"/>
                    </a:lnTo>
                    <a:lnTo>
                      <a:pt x="51" y="99"/>
                    </a:lnTo>
                    <a:lnTo>
                      <a:pt x="37" y="108"/>
                    </a:lnTo>
                    <a:lnTo>
                      <a:pt x="0" y="54"/>
                    </a:lnTo>
                    <a:lnTo>
                      <a:pt x="3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2" name="Google Shape;472;p13"/>
              <p:cNvSpPr/>
              <p:nvPr/>
            </p:nvSpPr>
            <p:spPr>
              <a:xfrm>
                <a:off x="4427538" y="1025525"/>
                <a:ext cx="79375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50" h="108" extrusionOk="0">
                    <a:moveTo>
                      <a:pt x="38" y="0"/>
                    </a:moveTo>
                    <a:lnTo>
                      <a:pt x="50" y="10"/>
                    </a:lnTo>
                    <a:lnTo>
                      <a:pt x="20" y="54"/>
                    </a:lnTo>
                    <a:lnTo>
                      <a:pt x="50" y="99"/>
                    </a:lnTo>
                    <a:lnTo>
                      <a:pt x="38" y="108"/>
                    </a:lnTo>
                    <a:lnTo>
                      <a:pt x="0" y="54"/>
                    </a:lnTo>
                    <a:lnTo>
                      <a:pt x="38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3" name="Google Shape;473;p13"/>
              <p:cNvSpPr/>
              <p:nvPr/>
            </p:nvSpPr>
            <p:spPr>
              <a:xfrm>
                <a:off x="4359275" y="1025525"/>
                <a:ext cx="79375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50" h="108" extrusionOk="0">
                    <a:moveTo>
                      <a:pt x="37" y="0"/>
                    </a:moveTo>
                    <a:lnTo>
                      <a:pt x="50" y="10"/>
                    </a:lnTo>
                    <a:lnTo>
                      <a:pt x="19" y="54"/>
                    </a:lnTo>
                    <a:lnTo>
                      <a:pt x="50" y="99"/>
                    </a:lnTo>
                    <a:lnTo>
                      <a:pt x="37" y="108"/>
                    </a:lnTo>
                    <a:lnTo>
                      <a:pt x="0" y="54"/>
                    </a:lnTo>
                    <a:lnTo>
                      <a:pt x="3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4" name="Google Shape;474;p13"/>
              <p:cNvSpPr/>
              <p:nvPr/>
            </p:nvSpPr>
            <p:spPr>
              <a:xfrm>
                <a:off x="4287838" y="1025525"/>
                <a:ext cx="80963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51" h="108" extrusionOk="0">
                    <a:moveTo>
                      <a:pt x="37" y="0"/>
                    </a:moveTo>
                    <a:lnTo>
                      <a:pt x="51" y="10"/>
                    </a:lnTo>
                    <a:lnTo>
                      <a:pt x="20" y="54"/>
                    </a:lnTo>
                    <a:lnTo>
                      <a:pt x="51" y="99"/>
                    </a:lnTo>
                    <a:lnTo>
                      <a:pt x="37" y="108"/>
                    </a:lnTo>
                    <a:lnTo>
                      <a:pt x="0" y="54"/>
                    </a:lnTo>
                    <a:lnTo>
                      <a:pt x="3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475" name="Google Shape;475;p13"/>
          <p:cNvSpPr>
            <a:spLocks noGrp="1"/>
          </p:cNvSpPr>
          <p:nvPr>
            <p:ph type="pic" idx="2"/>
          </p:nvPr>
        </p:nvSpPr>
        <p:spPr>
          <a:xfrm>
            <a:off x="5643775" y="539550"/>
            <a:ext cx="2787000" cy="4064400"/>
          </a:xfrm>
          <a:prstGeom prst="snip2DiagRect">
            <a:avLst>
              <a:gd name="adj1" fmla="val 0"/>
              <a:gd name="adj2" fmla="val 16667"/>
            </a:avLst>
          </a:prstGeom>
          <a:noFill/>
          <a:ln>
            <a:noFill/>
          </a:ln>
        </p:spPr>
      </p:sp>
      <p:sp>
        <p:nvSpPr>
          <p:cNvPr id="476" name="Google Shape;476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77" name="Google Shape;477;p13"/>
          <p:cNvSpPr txBox="1">
            <a:spLocks noGrp="1"/>
          </p:cNvSpPr>
          <p:nvPr>
            <p:ph type="title" idx="3" hasCustomPrompt="1"/>
          </p:nvPr>
        </p:nvSpPr>
        <p:spPr>
          <a:xfrm>
            <a:off x="720000" y="1202408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78" name="Google Shape;478;p13"/>
          <p:cNvSpPr txBox="1">
            <a:spLocks noGrp="1"/>
          </p:cNvSpPr>
          <p:nvPr>
            <p:ph type="title" idx="4" hasCustomPrompt="1"/>
          </p:nvPr>
        </p:nvSpPr>
        <p:spPr>
          <a:xfrm>
            <a:off x="3306000" y="2311091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79" name="Google Shape;479;p13"/>
          <p:cNvSpPr txBox="1">
            <a:spLocks noGrp="1"/>
          </p:cNvSpPr>
          <p:nvPr>
            <p:ph type="title" idx="5" hasCustomPrompt="1"/>
          </p:nvPr>
        </p:nvSpPr>
        <p:spPr>
          <a:xfrm>
            <a:off x="3306000" y="1202408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80" name="Google Shape;480;p13"/>
          <p:cNvSpPr txBox="1">
            <a:spLocks noGrp="1"/>
          </p:cNvSpPr>
          <p:nvPr>
            <p:ph type="title" idx="6" hasCustomPrompt="1"/>
          </p:nvPr>
        </p:nvSpPr>
        <p:spPr>
          <a:xfrm>
            <a:off x="720000" y="3601991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81" name="Google Shape;481;p13"/>
          <p:cNvSpPr txBox="1">
            <a:spLocks noGrp="1"/>
          </p:cNvSpPr>
          <p:nvPr>
            <p:ph type="title" idx="7" hasCustomPrompt="1"/>
          </p:nvPr>
        </p:nvSpPr>
        <p:spPr>
          <a:xfrm>
            <a:off x="720000" y="2311108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82" name="Google Shape;482;p13"/>
          <p:cNvSpPr txBox="1">
            <a:spLocks noGrp="1"/>
          </p:cNvSpPr>
          <p:nvPr>
            <p:ph type="title" idx="8" hasCustomPrompt="1"/>
          </p:nvPr>
        </p:nvSpPr>
        <p:spPr>
          <a:xfrm>
            <a:off x="3306000" y="3601991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83" name="Google Shape;483;p13"/>
          <p:cNvSpPr txBox="1">
            <a:spLocks noGrp="1"/>
          </p:cNvSpPr>
          <p:nvPr>
            <p:ph type="subTitle" idx="1"/>
          </p:nvPr>
        </p:nvSpPr>
        <p:spPr>
          <a:xfrm>
            <a:off x="720000" y="1756750"/>
            <a:ext cx="2532000" cy="4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lt2"/>
                </a:solidFill>
                <a:latin typeface="Impact"/>
                <a:ea typeface="Impact"/>
                <a:cs typeface="Impact"/>
                <a:sym typeface="Impac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484" name="Google Shape;484;p13"/>
          <p:cNvSpPr txBox="1">
            <a:spLocks noGrp="1"/>
          </p:cNvSpPr>
          <p:nvPr>
            <p:ph type="subTitle" idx="9"/>
          </p:nvPr>
        </p:nvSpPr>
        <p:spPr>
          <a:xfrm>
            <a:off x="3306000" y="1756750"/>
            <a:ext cx="2532000" cy="4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lt2"/>
                </a:solidFill>
                <a:latin typeface="Impact"/>
                <a:ea typeface="Impact"/>
                <a:cs typeface="Impact"/>
                <a:sym typeface="Impac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485" name="Google Shape;485;p13"/>
          <p:cNvSpPr txBox="1">
            <a:spLocks noGrp="1"/>
          </p:cNvSpPr>
          <p:nvPr>
            <p:ph type="subTitle" idx="13"/>
          </p:nvPr>
        </p:nvSpPr>
        <p:spPr>
          <a:xfrm>
            <a:off x="720000" y="2865450"/>
            <a:ext cx="2532000" cy="4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lt2"/>
                </a:solidFill>
                <a:latin typeface="Impact"/>
                <a:ea typeface="Impact"/>
                <a:cs typeface="Impact"/>
                <a:sym typeface="Impac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486" name="Google Shape;486;p13"/>
          <p:cNvSpPr txBox="1">
            <a:spLocks noGrp="1"/>
          </p:cNvSpPr>
          <p:nvPr>
            <p:ph type="subTitle" idx="14"/>
          </p:nvPr>
        </p:nvSpPr>
        <p:spPr>
          <a:xfrm>
            <a:off x="3306000" y="2865500"/>
            <a:ext cx="2532000" cy="4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lt2"/>
                </a:solidFill>
                <a:latin typeface="Impact"/>
                <a:ea typeface="Impact"/>
                <a:cs typeface="Impact"/>
                <a:sym typeface="Impac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487" name="Google Shape;487;p13"/>
          <p:cNvSpPr txBox="1">
            <a:spLocks noGrp="1"/>
          </p:cNvSpPr>
          <p:nvPr>
            <p:ph type="subTitle" idx="15"/>
          </p:nvPr>
        </p:nvSpPr>
        <p:spPr>
          <a:xfrm>
            <a:off x="720000" y="4156400"/>
            <a:ext cx="2532000" cy="4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lt2"/>
                </a:solidFill>
                <a:latin typeface="Impact"/>
                <a:ea typeface="Impact"/>
                <a:cs typeface="Impact"/>
                <a:sym typeface="Impac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488" name="Google Shape;488;p13"/>
          <p:cNvSpPr txBox="1">
            <a:spLocks noGrp="1"/>
          </p:cNvSpPr>
          <p:nvPr>
            <p:ph type="subTitle" idx="16"/>
          </p:nvPr>
        </p:nvSpPr>
        <p:spPr>
          <a:xfrm>
            <a:off x="3306000" y="4156400"/>
            <a:ext cx="2532000" cy="4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lt2"/>
                </a:solidFill>
                <a:latin typeface="Impact"/>
                <a:ea typeface="Impact"/>
                <a:cs typeface="Impact"/>
                <a:sym typeface="Impac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4"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14"/>
          <p:cNvSpPr txBox="1">
            <a:spLocks noGrp="1"/>
          </p:cNvSpPr>
          <p:nvPr>
            <p:ph type="title"/>
          </p:nvPr>
        </p:nvSpPr>
        <p:spPr>
          <a:xfrm>
            <a:off x="3732550" y="1002963"/>
            <a:ext cx="2797500" cy="106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91" name="Google Shape;491;p14"/>
          <p:cNvSpPr txBox="1">
            <a:spLocks noGrp="1"/>
          </p:cNvSpPr>
          <p:nvPr>
            <p:ph type="subTitle" idx="1"/>
          </p:nvPr>
        </p:nvSpPr>
        <p:spPr>
          <a:xfrm>
            <a:off x="3732550" y="2070245"/>
            <a:ext cx="4126800" cy="207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/>
            </a:lvl9pPr>
          </a:lstStyle>
          <a:p>
            <a:endParaRPr/>
          </a:p>
        </p:txBody>
      </p:sp>
      <p:grpSp>
        <p:nvGrpSpPr>
          <p:cNvPr id="492" name="Google Shape;492;p14"/>
          <p:cNvGrpSpPr/>
          <p:nvPr/>
        </p:nvGrpSpPr>
        <p:grpSpPr>
          <a:xfrm>
            <a:off x="7980606" y="4154888"/>
            <a:ext cx="900146" cy="898301"/>
            <a:chOff x="1120775" y="368300"/>
            <a:chExt cx="744538" cy="742950"/>
          </a:xfrm>
        </p:grpSpPr>
        <p:sp>
          <p:nvSpPr>
            <p:cNvPr id="493" name="Google Shape;493;p14"/>
            <p:cNvSpPr/>
            <p:nvPr/>
          </p:nvSpPr>
          <p:spPr>
            <a:xfrm>
              <a:off x="1120775" y="739775"/>
              <a:ext cx="60325" cy="157163"/>
            </a:xfrm>
            <a:custGeom>
              <a:avLst/>
              <a:gdLst/>
              <a:ahLst/>
              <a:cxnLst/>
              <a:rect l="l" t="t" r="r" b="b"/>
              <a:pathLst>
                <a:path w="36" h="94" extrusionOk="0">
                  <a:moveTo>
                    <a:pt x="21" y="94"/>
                  </a:moveTo>
                  <a:cubicBezTo>
                    <a:pt x="7" y="64"/>
                    <a:pt x="0" y="33"/>
                    <a:pt x="0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17" y="30"/>
                    <a:pt x="23" y="59"/>
                    <a:pt x="36" y="87"/>
                  </a:cubicBezTo>
                  <a:lnTo>
                    <a:pt x="21" y="9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4" name="Google Shape;494;p14"/>
            <p:cNvSpPr/>
            <p:nvPr/>
          </p:nvSpPr>
          <p:spPr>
            <a:xfrm>
              <a:off x="1184275" y="930275"/>
              <a:ext cx="127000" cy="125413"/>
            </a:xfrm>
            <a:custGeom>
              <a:avLst/>
              <a:gdLst/>
              <a:ahLst/>
              <a:cxnLst/>
              <a:rect l="l" t="t" r="r" b="b"/>
              <a:pathLst>
                <a:path w="76" h="75" extrusionOk="0">
                  <a:moveTo>
                    <a:pt x="67" y="75"/>
                  </a:moveTo>
                  <a:cubicBezTo>
                    <a:pt x="41" y="58"/>
                    <a:pt x="17" y="35"/>
                    <a:pt x="0" y="9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30" y="24"/>
                    <a:pt x="51" y="45"/>
                    <a:pt x="76" y="61"/>
                  </a:cubicBezTo>
                  <a:lnTo>
                    <a:pt x="67" y="75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5" name="Google Shape;495;p14"/>
            <p:cNvSpPr/>
            <p:nvPr/>
          </p:nvSpPr>
          <p:spPr>
            <a:xfrm>
              <a:off x="1341438" y="1054100"/>
              <a:ext cx="69850" cy="46037"/>
            </a:xfrm>
            <a:custGeom>
              <a:avLst/>
              <a:gdLst/>
              <a:ahLst/>
              <a:cxnLst/>
              <a:rect l="l" t="t" r="r" b="b"/>
              <a:pathLst>
                <a:path w="41" h="27" extrusionOk="0">
                  <a:moveTo>
                    <a:pt x="37" y="27"/>
                  </a:moveTo>
                  <a:cubicBezTo>
                    <a:pt x="25" y="24"/>
                    <a:pt x="12" y="20"/>
                    <a:pt x="0" y="15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8" y="5"/>
                    <a:pt x="30" y="9"/>
                    <a:pt x="41" y="11"/>
                  </a:cubicBezTo>
                  <a:lnTo>
                    <a:pt x="37" y="27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6" name="Google Shape;496;p14"/>
            <p:cNvSpPr/>
            <p:nvPr/>
          </p:nvSpPr>
          <p:spPr>
            <a:xfrm>
              <a:off x="1447800" y="1057275"/>
              <a:ext cx="187325" cy="53975"/>
            </a:xfrm>
            <a:custGeom>
              <a:avLst/>
              <a:gdLst/>
              <a:ahLst/>
              <a:cxnLst/>
              <a:rect l="l" t="t" r="r" b="b"/>
              <a:pathLst>
                <a:path w="111" h="32" extrusionOk="0">
                  <a:moveTo>
                    <a:pt x="27" y="32"/>
                  </a:moveTo>
                  <a:cubicBezTo>
                    <a:pt x="18" y="32"/>
                    <a:pt x="9" y="31"/>
                    <a:pt x="0" y="30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10" y="15"/>
                    <a:pt x="18" y="15"/>
                    <a:pt x="27" y="15"/>
                  </a:cubicBezTo>
                  <a:cubicBezTo>
                    <a:pt x="54" y="15"/>
                    <a:pt x="80" y="10"/>
                    <a:pt x="104" y="0"/>
                  </a:cubicBezTo>
                  <a:cubicBezTo>
                    <a:pt x="111" y="15"/>
                    <a:pt x="111" y="15"/>
                    <a:pt x="111" y="15"/>
                  </a:cubicBezTo>
                  <a:cubicBezTo>
                    <a:pt x="84" y="26"/>
                    <a:pt x="56" y="32"/>
                    <a:pt x="27" y="3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7" name="Google Shape;497;p14"/>
            <p:cNvSpPr/>
            <p:nvPr/>
          </p:nvSpPr>
          <p:spPr>
            <a:xfrm>
              <a:off x="1681163" y="923925"/>
              <a:ext cx="127000" cy="127000"/>
            </a:xfrm>
            <a:custGeom>
              <a:avLst/>
              <a:gdLst/>
              <a:ahLst/>
              <a:cxnLst/>
              <a:rect l="l" t="t" r="r" b="b"/>
              <a:pathLst>
                <a:path w="75" h="75" extrusionOk="0">
                  <a:moveTo>
                    <a:pt x="9" y="75"/>
                  </a:moveTo>
                  <a:cubicBezTo>
                    <a:pt x="0" y="61"/>
                    <a:pt x="0" y="61"/>
                    <a:pt x="0" y="61"/>
                  </a:cubicBezTo>
                  <a:cubicBezTo>
                    <a:pt x="24" y="46"/>
                    <a:pt x="45" y="24"/>
                    <a:pt x="61" y="0"/>
                  </a:cubicBezTo>
                  <a:cubicBezTo>
                    <a:pt x="75" y="9"/>
                    <a:pt x="75" y="9"/>
                    <a:pt x="75" y="9"/>
                  </a:cubicBezTo>
                  <a:cubicBezTo>
                    <a:pt x="58" y="35"/>
                    <a:pt x="35" y="58"/>
                    <a:pt x="9" y="7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8" name="Google Shape;498;p14"/>
            <p:cNvSpPr/>
            <p:nvPr/>
          </p:nvSpPr>
          <p:spPr>
            <a:xfrm>
              <a:off x="1830388" y="668338"/>
              <a:ext cx="34925" cy="142875"/>
            </a:xfrm>
            <a:custGeom>
              <a:avLst/>
              <a:gdLst/>
              <a:ahLst/>
              <a:cxnLst/>
              <a:rect l="l" t="t" r="r" b="b"/>
              <a:pathLst>
                <a:path w="20" h="85" extrusionOk="0">
                  <a:moveTo>
                    <a:pt x="16" y="85"/>
                  </a:moveTo>
                  <a:cubicBezTo>
                    <a:pt x="0" y="82"/>
                    <a:pt x="0" y="82"/>
                    <a:pt x="0" y="82"/>
                  </a:cubicBezTo>
                  <a:cubicBezTo>
                    <a:pt x="2" y="69"/>
                    <a:pt x="4" y="56"/>
                    <a:pt x="4" y="42"/>
                  </a:cubicBezTo>
                  <a:cubicBezTo>
                    <a:pt x="4" y="29"/>
                    <a:pt x="2" y="16"/>
                    <a:pt x="0" y="3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9" y="14"/>
                    <a:pt x="20" y="28"/>
                    <a:pt x="20" y="42"/>
                  </a:cubicBezTo>
                  <a:cubicBezTo>
                    <a:pt x="20" y="57"/>
                    <a:pt x="19" y="71"/>
                    <a:pt x="16" y="8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9" name="Google Shape;499;p14"/>
            <p:cNvSpPr/>
            <p:nvPr/>
          </p:nvSpPr>
          <p:spPr>
            <a:xfrm>
              <a:off x="1695450" y="438150"/>
              <a:ext cx="144463" cy="174625"/>
            </a:xfrm>
            <a:custGeom>
              <a:avLst/>
              <a:gdLst/>
              <a:ahLst/>
              <a:cxnLst/>
              <a:rect l="l" t="t" r="r" b="b"/>
              <a:pathLst>
                <a:path w="85" h="103" extrusionOk="0">
                  <a:moveTo>
                    <a:pt x="70" y="103"/>
                  </a:moveTo>
                  <a:cubicBezTo>
                    <a:pt x="55" y="67"/>
                    <a:pt x="31" y="36"/>
                    <a:pt x="0" y="13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44" y="25"/>
                    <a:pt x="70" y="58"/>
                    <a:pt x="85" y="97"/>
                  </a:cubicBezTo>
                  <a:lnTo>
                    <a:pt x="70" y="10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0" name="Google Shape;500;p14"/>
            <p:cNvSpPr/>
            <p:nvPr/>
          </p:nvSpPr>
          <p:spPr>
            <a:xfrm>
              <a:off x="1449388" y="368300"/>
              <a:ext cx="228600" cy="71438"/>
            </a:xfrm>
            <a:custGeom>
              <a:avLst/>
              <a:gdLst/>
              <a:ahLst/>
              <a:cxnLst/>
              <a:rect l="l" t="t" r="r" b="b"/>
              <a:pathLst>
                <a:path w="135" h="43" extrusionOk="0">
                  <a:moveTo>
                    <a:pt x="127" y="43"/>
                  </a:moveTo>
                  <a:cubicBezTo>
                    <a:pt x="96" y="26"/>
                    <a:pt x="61" y="16"/>
                    <a:pt x="26" y="16"/>
                  </a:cubicBezTo>
                  <a:cubicBezTo>
                    <a:pt x="18" y="16"/>
                    <a:pt x="10" y="17"/>
                    <a:pt x="2" y="18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9" y="0"/>
                    <a:pt x="17" y="0"/>
                    <a:pt x="26" y="0"/>
                  </a:cubicBezTo>
                  <a:cubicBezTo>
                    <a:pt x="64" y="0"/>
                    <a:pt x="102" y="10"/>
                    <a:pt x="135" y="29"/>
                  </a:cubicBezTo>
                  <a:lnTo>
                    <a:pt x="127" y="4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1" name="Google Shape;501;p14"/>
            <p:cNvSpPr/>
            <p:nvPr/>
          </p:nvSpPr>
          <p:spPr>
            <a:xfrm>
              <a:off x="1296988" y="377825"/>
              <a:ext cx="114300" cy="69850"/>
            </a:xfrm>
            <a:custGeom>
              <a:avLst/>
              <a:gdLst/>
              <a:ahLst/>
              <a:cxnLst/>
              <a:rect l="l" t="t" r="r" b="b"/>
              <a:pathLst>
                <a:path w="68" h="41" extrusionOk="0">
                  <a:moveTo>
                    <a:pt x="9" y="41"/>
                  </a:moveTo>
                  <a:cubicBezTo>
                    <a:pt x="0" y="27"/>
                    <a:pt x="0" y="27"/>
                    <a:pt x="0" y="27"/>
                  </a:cubicBezTo>
                  <a:cubicBezTo>
                    <a:pt x="20" y="15"/>
                    <a:pt x="42" y="6"/>
                    <a:pt x="64" y="0"/>
                  </a:cubicBezTo>
                  <a:cubicBezTo>
                    <a:pt x="68" y="16"/>
                    <a:pt x="68" y="16"/>
                    <a:pt x="68" y="16"/>
                  </a:cubicBezTo>
                  <a:cubicBezTo>
                    <a:pt x="47" y="21"/>
                    <a:pt x="28" y="30"/>
                    <a:pt x="9" y="4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2" name="Google Shape;502;p14"/>
            <p:cNvSpPr/>
            <p:nvPr/>
          </p:nvSpPr>
          <p:spPr>
            <a:xfrm>
              <a:off x="1127125" y="468313"/>
              <a:ext cx="130175" cy="206375"/>
            </a:xfrm>
            <a:custGeom>
              <a:avLst/>
              <a:gdLst/>
              <a:ahLst/>
              <a:cxnLst/>
              <a:rect l="l" t="t" r="r" b="b"/>
              <a:pathLst>
                <a:path w="77" h="122" extrusionOk="0">
                  <a:moveTo>
                    <a:pt x="16" y="122"/>
                  </a:moveTo>
                  <a:cubicBezTo>
                    <a:pt x="0" y="119"/>
                    <a:pt x="0" y="119"/>
                    <a:pt x="0" y="119"/>
                  </a:cubicBezTo>
                  <a:cubicBezTo>
                    <a:pt x="9" y="73"/>
                    <a:pt x="31" y="32"/>
                    <a:pt x="65" y="0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45" y="42"/>
                    <a:pt x="24" y="80"/>
                    <a:pt x="16" y="12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3" name="Google Shape;503;p14"/>
            <p:cNvSpPr/>
            <p:nvPr/>
          </p:nvSpPr>
          <p:spPr>
            <a:xfrm>
              <a:off x="1192213" y="847725"/>
              <a:ext cx="80963" cy="109538"/>
            </a:xfrm>
            <a:custGeom>
              <a:avLst/>
              <a:gdLst/>
              <a:ahLst/>
              <a:cxnLst/>
              <a:rect l="l" t="t" r="r" b="b"/>
              <a:pathLst>
                <a:path w="48" h="65" extrusionOk="0">
                  <a:moveTo>
                    <a:pt x="38" y="65"/>
                  </a:moveTo>
                  <a:cubicBezTo>
                    <a:pt x="21" y="47"/>
                    <a:pt x="9" y="27"/>
                    <a:pt x="0" y="5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21" y="21"/>
                    <a:pt x="33" y="39"/>
                    <a:pt x="48" y="56"/>
                  </a:cubicBezTo>
                  <a:lnTo>
                    <a:pt x="38" y="6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4" name="Google Shape;504;p14"/>
            <p:cNvSpPr/>
            <p:nvPr/>
          </p:nvSpPr>
          <p:spPr>
            <a:xfrm>
              <a:off x="1284288" y="966788"/>
              <a:ext cx="209550" cy="93663"/>
            </a:xfrm>
            <a:custGeom>
              <a:avLst/>
              <a:gdLst/>
              <a:ahLst/>
              <a:cxnLst/>
              <a:rect l="l" t="t" r="r" b="b"/>
              <a:pathLst>
                <a:path w="124" h="56" extrusionOk="0">
                  <a:moveTo>
                    <a:pt x="124" y="56"/>
                  </a:moveTo>
                  <a:cubicBezTo>
                    <a:pt x="78" y="56"/>
                    <a:pt x="34" y="40"/>
                    <a:pt x="0" y="11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41" y="28"/>
                    <a:pt x="82" y="43"/>
                    <a:pt x="124" y="43"/>
                  </a:cubicBezTo>
                  <a:lnTo>
                    <a:pt x="124" y="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5" name="Google Shape;505;p14"/>
            <p:cNvSpPr/>
            <p:nvPr/>
          </p:nvSpPr>
          <p:spPr>
            <a:xfrm>
              <a:off x="1555750" y="963613"/>
              <a:ext cx="150813" cy="90488"/>
            </a:xfrm>
            <a:custGeom>
              <a:avLst/>
              <a:gdLst/>
              <a:ahLst/>
              <a:cxnLst/>
              <a:rect l="l" t="t" r="r" b="b"/>
              <a:pathLst>
                <a:path w="89" h="54" extrusionOk="0">
                  <a:moveTo>
                    <a:pt x="3" y="54"/>
                  </a:moveTo>
                  <a:cubicBezTo>
                    <a:pt x="0" y="41"/>
                    <a:pt x="0" y="41"/>
                    <a:pt x="0" y="41"/>
                  </a:cubicBezTo>
                  <a:cubicBezTo>
                    <a:pt x="30" y="34"/>
                    <a:pt x="57" y="20"/>
                    <a:pt x="80" y="0"/>
                  </a:cubicBezTo>
                  <a:cubicBezTo>
                    <a:pt x="89" y="10"/>
                    <a:pt x="89" y="10"/>
                    <a:pt x="89" y="10"/>
                  </a:cubicBezTo>
                  <a:cubicBezTo>
                    <a:pt x="65" y="32"/>
                    <a:pt x="35" y="47"/>
                    <a:pt x="3" y="5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6" name="Google Shape;506;p14"/>
            <p:cNvSpPr/>
            <p:nvPr/>
          </p:nvSpPr>
          <p:spPr>
            <a:xfrm>
              <a:off x="1714500" y="839788"/>
              <a:ext cx="82550" cy="117475"/>
            </a:xfrm>
            <a:custGeom>
              <a:avLst/>
              <a:gdLst/>
              <a:ahLst/>
              <a:cxnLst/>
              <a:rect l="l" t="t" r="r" b="b"/>
              <a:pathLst>
                <a:path w="49" h="69" extrusionOk="0">
                  <a:moveTo>
                    <a:pt x="10" y="69"/>
                  </a:moveTo>
                  <a:cubicBezTo>
                    <a:pt x="0" y="60"/>
                    <a:pt x="0" y="60"/>
                    <a:pt x="0" y="60"/>
                  </a:cubicBezTo>
                  <a:cubicBezTo>
                    <a:pt x="16" y="42"/>
                    <a:pt x="28" y="22"/>
                    <a:pt x="36" y="0"/>
                  </a:cubicBezTo>
                  <a:cubicBezTo>
                    <a:pt x="49" y="5"/>
                    <a:pt x="49" y="5"/>
                    <a:pt x="49" y="5"/>
                  </a:cubicBezTo>
                  <a:cubicBezTo>
                    <a:pt x="40" y="29"/>
                    <a:pt x="27" y="50"/>
                    <a:pt x="10" y="6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7" name="Google Shape;507;p14"/>
            <p:cNvSpPr/>
            <p:nvPr/>
          </p:nvSpPr>
          <p:spPr>
            <a:xfrm>
              <a:off x="1784350" y="663575"/>
              <a:ext cx="31750" cy="133350"/>
            </a:xfrm>
            <a:custGeom>
              <a:avLst/>
              <a:gdLst/>
              <a:ahLst/>
              <a:cxnLst/>
              <a:rect l="l" t="t" r="r" b="b"/>
              <a:pathLst>
                <a:path w="19" h="79" extrusionOk="0">
                  <a:moveTo>
                    <a:pt x="16" y="79"/>
                  </a:moveTo>
                  <a:cubicBezTo>
                    <a:pt x="2" y="77"/>
                    <a:pt x="2" y="77"/>
                    <a:pt x="2" y="77"/>
                  </a:cubicBezTo>
                  <a:cubicBezTo>
                    <a:pt x="4" y="66"/>
                    <a:pt x="5" y="56"/>
                    <a:pt x="5" y="45"/>
                  </a:cubicBezTo>
                  <a:cubicBezTo>
                    <a:pt x="5" y="31"/>
                    <a:pt x="4" y="17"/>
                    <a:pt x="0" y="3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7" y="15"/>
                    <a:pt x="19" y="30"/>
                    <a:pt x="19" y="45"/>
                  </a:cubicBezTo>
                  <a:cubicBezTo>
                    <a:pt x="19" y="57"/>
                    <a:pt x="18" y="68"/>
                    <a:pt x="16" y="7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8" name="Google Shape;508;p14"/>
            <p:cNvSpPr/>
            <p:nvPr/>
          </p:nvSpPr>
          <p:spPr>
            <a:xfrm>
              <a:off x="1714500" y="520700"/>
              <a:ext cx="80963" cy="112712"/>
            </a:xfrm>
            <a:custGeom>
              <a:avLst/>
              <a:gdLst/>
              <a:ahLst/>
              <a:cxnLst/>
              <a:rect l="l" t="t" r="r" b="b"/>
              <a:pathLst>
                <a:path w="48" h="66" extrusionOk="0">
                  <a:moveTo>
                    <a:pt x="35" y="66"/>
                  </a:moveTo>
                  <a:cubicBezTo>
                    <a:pt x="27" y="45"/>
                    <a:pt x="15" y="26"/>
                    <a:pt x="0" y="9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26" y="18"/>
                    <a:pt x="39" y="39"/>
                    <a:pt x="48" y="61"/>
                  </a:cubicBezTo>
                  <a:lnTo>
                    <a:pt x="35" y="6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9" name="Google Shape;509;p14"/>
            <p:cNvSpPr/>
            <p:nvPr/>
          </p:nvSpPr>
          <p:spPr>
            <a:xfrm>
              <a:off x="1558925" y="425450"/>
              <a:ext cx="139700" cy="82550"/>
            </a:xfrm>
            <a:custGeom>
              <a:avLst/>
              <a:gdLst/>
              <a:ahLst/>
              <a:cxnLst/>
              <a:rect l="l" t="t" r="r" b="b"/>
              <a:pathLst>
                <a:path w="82" h="49" extrusionOk="0">
                  <a:moveTo>
                    <a:pt x="73" y="49"/>
                  </a:moveTo>
                  <a:cubicBezTo>
                    <a:pt x="52" y="32"/>
                    <a:pt x="27" y="19"/>
                    <a:pt x="0" y="13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2" y="6"/>
                    <a:pt x="59" y="20"/>
                    <a:pt x="82" y="38"/>
                  </a:cubicBezTo>
                  <a:lnTo>
                    <a:pt x="73" y="4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0" name="Google Shape;510;p14"/>
            <p:cNvSpPr/>
            <p:nvPr/>
          </p:nvSpPr>
          <p:spPr>
            <a:xfrm>
              <a:off x="1327150" y="417513"/>
              <a:ext cx="198437" cy="66675"/>
            </a:xfrm>
            <a:custGeom>
              <a:avLst/>
              <a:gdLst/>
              <a:ahLst/>
              <a:cxnLst/>
              <a:rect l="l" t="t" r="r" b="b"/>
              <a:pathLst>
                <a:path w="118" h="40" extrusionOk="0">
                  <a:moveTo>
                    <a:pt x="7" y="40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30" y="10"/>
                    <a:pt x="64" y="0"/>
                    <a:pt x="99" y="0"/>
                  </a:cubicBezTo>
                  <a:cubicBezTo>
                    <a:pt x="105" y="0"/>
                    <a:pt x="111" y="0"/>
                    <a:pt x="118" y="1"/>
                  </a:cubicBezTo>
                  <a:cubicBezTo>
                    <a:pt x="116" y="15"/>
                    <a:pt x="116" y="15"/>
                    <a:pt x="116" y="15"/>
                  </a:cubicBezTo>
                  <a:cubicBezTo>
                    <a:pt x="111" y="14"/>
                    <a:pt x="105" y="14"/>
                    <a:pt x="99" y="14"/>
                  </a:cubicBezTo>
                  <a:cubicBezTo>
                    <a:pt x="66" y="14"/>
                    <a:pt x="35" y="23"/>
                    <a:pt x="7" y="4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1" name="Google Shape;511;p14"/>
            <p:cNvSpPr/>
            <p:nvPr/>
          </p:nvSpPr>
          <p:spPr>
            <a:xfrm>
              <a:off x="1195388" y="487363"/>
              <a:ext cx="111125" cy="138113"/>
            </a:xfrm>
            <a:custGeom>
              <a:avLst/>
              <a:gdLst/>
              <a:ahLst/>
              <a:cxnLst/>
              <a:rect l="l" t="t" r="r" b="b"/>
              <a:pathLst>
                <a:path w="66" h="82" extrusionOk="0">
                  <a:moveTo>
                    <a:pt x="12" y="82"/>
                  </a:moveTo>
                  <a:cubicBezTo>
                    <a:pt x="0" y="77"/>
                    <a:pt x="0" y="77"/>
                    <a:pt x="0" y="77"/>
                  </a:cubicBezTo>
                  <a:cubicBezTo>
                    <a:pt x="12" y="47"/>
                    <a:pt x="32" y="20"/>
                    <a:pt x="58" y="0"/>
                  </a:cubicBezTo>
                  <a:cubicBezTo>
                    <a:pt x="66" y="11"/>
                    <a:pt x="66" y="11"/>
                    <a:pt x="66" y="11"/>
                  </a:cubicBezTo>
                  <a:cubicBezTo>
                    <a:pt x="43" y="29"/>
                    <a:pt x="24" y="54"/>
                    <a:pt x="12" y="8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2" name="Google Shape;512;p14"/>
            <p:cNvSpPr/>
            <p:nvPr/>
          </p:nvSpPr>
          <p:spPr>
            <a:xfrm>
              <a:off x="1171575" y="661988"/>
              <a:ext cx="31750" cy="152400"/>
            </a:xfrm>
            <a:custGeom>
              <a:avLst/>
              <a:gdLst/>
              <a:ahLst/>
              <a:cxnLst/>
              <a:rect l="l" t="t" r="r" b="b"/>
              <a:pathLst>
                <a:path w="19" h="91" extrusionOk="0">
                  <a:moveTo>
                    <a:pt x="5" y="91"/>
                  </a:moveTo>
                  <a:cubicBezTo>
                    <a:pt x="1" y="76"/>
                    <a:pt x="0" y="61"/>
                    <a:pt x="0" y="46"/>
                  </a:cubicBezTo>
                  <a:cubicBezTo>
                    <a:pt x="0" y="31"/>
                    <a:pt x="2" y="15"/>
                    <a:pt x="5" y="0"/>
                  </a:cubicBezTo>
                  <a:cubicBezTo>
                    <a:pt x="19" y="4"/>
                    <a:pt x="19" y="4"/>
                    <a:pt x="19" y="4"/>
                  </a:cubicBezTo>
                  <a:cubicBezTo>
                    <a:pt x="15" y="17"/>
                    <a:pt x="13" y="32"/>
                    <a:pt x="13" y="46"/>
                  </a:cubicBezTo>
                  <a:cubicBezTo>
                    <a:pt x="13" y="60"/>
                    <a:pt x="15" y="74"/>
                    <a:pt x="18" y="87"/>
                  </a:cubicBezTo>
                  <a:lnTo>
                    <a:pt x="5" y="9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3" name="Google Shape;513;p14"/>
            <p:cNvSpPr/>
            <p:nvPr/>
          </p:nvSpPr>
          <p:spPr>
            <a:xfrm>
              <a:off x="1493838" y="806450"/>
              <a:ext cx="265113" cy="207963"/>
            </a:xfrm>
            <a:custGeom>
              <a:avLst/>
              <a:gdLst/>
              <a:ahLst/>
              <a:cxnLst/>
              <a:rect l="l" t="t" r="r" b="b"/>
              <a:pathLst>
                <a:path w="157" h="123" extrusionOk="0">
                  <a:moveTo>
                    <a:pt x="0" y="123"/>
                  </a:moveTo>
                  <a:cubicBezTo>
                    <a:pt x="0" y="116"/>
                    <a:pt x="0" y="116"/>
                    <a:pt x="0" y="116"/>
                  </a:cubicBezTo>
                  <a:cubicBezTo>
                    <a:pt x="70" y="116"/>
                    <a:pt x="132" y="68"/>
                    <a:pt x="150" y="0"/>
                  </a:cubicBezTo>
                  <a:cubicBezTo>
                    <a:pt x="157" y="2"/>
                    <a:pt x="157" y="2"/>
                    <a:pt x="157" y="2"/>
                  </a:cubicBezTo>
                  <a:cubicBezTo>
                    <a:pt x="138" y="73"/>
                    <a:pt x="73" y="123"/>
                    <a:pt x="0" y="12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4" name="Google Shape;514;p14"/>
            <p:cNvSpPr/>
            <p:nvPr/>
          </p:nvSpPr>
          <p:spPr>
            <a:xfrm>
              <a:off x="1752600" y="693738"/>
              <a:ext cx="14288" cy="46037"/>
            </a:xfrm>
            <a:custGeom>
              <a:avLst/>
              <a:gdLst/>
              <a:ahLst/>
              <a:cxnLst/>
              <a:rect l="l" t="t" r="r" b="b"/>
              <a:pathLst>
                <a:path w="9" h="27" extrusionOk="0">
                  <a:moveTo>
                    <a:pt x="9" y="27"/>
                  </a:moveTo>
                  <a:cubicBezTo>
                    <a:pt x="3" y="27"/>
                    <a:pt x="3" y="27"/>
                    <a:pt x="3" y="27"/>
                  </a:cubicBezTo>
                  <a:cubicBezTo>
                    <a:pt x="3" y="19"/>
                    <a:pt x="2" y="10"/>
                    <a:pt x="0" y="1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9" y="9"/>
                    <a:pt x="9" y="18"/>
                    <a:pt x="9" y="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5" name="Google Shape;515;p14"/>
            <p:cNvSpPr/>
            <p:nvPr/>
          </p:nvSpPr>
          <p:spPr>
            <a:xfrm>
              <a:off x="1658938" y="527050"/>
              <a:ext cx="46037" cy="44450"/>
            </a:xfrm>
            <a:custGeom>
              <a:avLst/>
              <a:gdLst/>
              <a:ahLst/>
              <a:cxnLst/>
              <a:rect l="l" t="t" r="r" b="b"/>
              <a:pathLst>
                <a:path w="27" h="27" extrusionOk="0">
                  <a:moveTo>
                    <a:pt x="21" y="27"/>
                  </a:moveTo>
                  <a:cubicBezTo>
                    <a:pt x="15" y="19"/>
                    <a:pt x="8" y="12"/>
                    <a:pt x="0" y="6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13" y="7"/>
                    <a:pt x="20" y="14"/>
                    <a:pt x="27" y="22"/>
                  </a:cubicBezTo>
                  <a:lnTo>
                    <a:pt x="21" y="27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6" name="Google Shape;516;p14"/>
            <p:cNvSpPr/>
            <p:nvPr/>
          </p:nvSpPr>
          <p:spPr>
            <a:xfrm>
              <a:off x="1524000" y="466725"/>
              <a:ext cx="123825" cy="55563"/>
            </a:xfrm>
            <a:custGeom>
              <a:avLst/>
              <a:gdLst/>
              <a:ahLst/>
              <a:cxnLst/>
              <a:rect l="l" t="t" r="r" b="b"/>
              <a:pathLst>
                <a:path w="73" h="33" extrusionOk="0">
                  <a:moveTo>
                    <a:pt x="70" y="33"/>
                  </a:moveTo>
                  <a:cubicBezTo>
                    <a:pt x="49" y="18"/>
                    <a:pt x="25" y="9"/>
                    <a:pt x="0" y="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" y="3"/>
                    <a:pt x="52" y="12"/>
                    <a:pt x="73" y="27"/>
                  </a:cubicBezTo>
                  <a:lnTo>
                    <a:pt x="70" y="33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7" name="Google Shape;517;p14"/>
            <p:cNvSpPr/>
            <p:nvPr/>
          </p:nvSpPr>
          <p:spPr>
            <a:xfrm>
              <a:off x="1436688" y="465138"/>
              <a:ext cx="57150" cy="17463"/>
            </a:xfrm>
            <a:custGeom>
              <a:avLst/>
              <a:gdLst/>
              <a:ahLst/>
              <a:cxnLst/>
              <a:rect l="l" t="t" r="r" b="b"/>
              <a:pathLst>
                <a:path w="34" h="10" extrusionOk="0">
                  <a:moveTo>
                    <a:pt x="1" y="10"/>
                  </a:moveTo>
                  <a:cubicBezTo>
                    <a:pt x="0" y="3"/>
                    <a:pt x="0" y="3"/>
                    <a:pt x="0" y="3"/>
                  </a:cubicBezTo>
                  <a:cubicBezTo>
                    <a:pt x="11" y="1"/>
                    <a:pt x="22" y="0"/>
                    <a:pt x="34" y="0"/>
                  </a:cubicBezTo>
                  <a:cubicBezTo>
                    <a:pt x="34" y="7"/>
                    <a:pt x="34" y="7"/>
                    <a:pt x="34" y="7"/>
                  </a:cubicBezTo>
                  <a:cubicBezTo>
                    <a:pt x="23" y="7"/>
                    <a:pt x="12" y="8"/>
                    <a:pt x="1" y="1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8" name="Google Shape;518;p14"/>
            <p:cNvSpPr/>
            <p:nvPr/>
          </p:nvSpPr>
          <p:spPr>
            <a:xfrm>
              <a:off x="1231900" y="487363"/>
              <a:ext cx="158750" cy="173037"/>
            </a:xfrm>
            <a:custGeom>
              <a:avLst/>
              <a:gdLst/>
              <a:ahLst/>
              <a:cxnLst/>
              <a:rect l="l" t="t" r="r" b="b"/>
              <a:pathLst>
                <a:path w="94" h="102" extrusionOk="0">
                  <a:moveTo>
                    <a:pt x="6" y="102"/>
                  </a:moveTo>
                  <a:cubicBezTo>
                    <a:pt x="0" y="100"/>
                    <a:pt x="0" y="100"/>
                    <a:pt x="0" y="100"/>
                  </a:cubicBezTo>
                  <a:cubicBezTo>
                    <a:pt x="14" y="55"/>
                    <a:pt x="47" y="18"/>
                    <a:pt x="91" y="0"/>
                  </a:cubicBezTo>
                  <a:cubicBezTo>
                    <a:pt x="94" y="6"/>
                    <a:pt x="94" y="6"/>
                    <a:pt x="94" y="6"/>
                  </a:cubicBezTo>
                  <a:cubicBezTo>
                    <a:pt x="52" y="24"/>
                    <a:pt x="20" y="59"/>
                    <a:pt x="6" y="10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9" name="Google Shape;519;p14"/>
            <p:cNvSpPr/>
            <p:nvPr/>
          </p:nvSpPr>
          <p:spPr>
            <a:xfrm>
              <a:off x="1219200" y="685800"/>
              <a:ext cx="15875" cy="53975"/>
            </a:xfrm>
            <a:custGeom>
              <a:avLst/>
              <a:gdLst/>
              <a:ahLst/>
              <a:cxnLst/>
              <a:rect l="l" t="t" r="r" b="b"/>
              <a:pathLst>
                <a:path w="10" h="32" extrusionOk="0">
                  <a:moveTo>
                    <a:pt x="7" y="32"/>
                  </a:moveTo>
                  <a:cubicBezTo>
                    <a:pt x="0" y="32"/>
                    <a:pt x="0" y="32"/>
                    <a:pt x="0" y="32"/>
                  </a:cubicBezTo>
                  <a:cubicBezTo>
                    <a:pt x="0" y="21"/>
                    <a:pt x="1" y="10"/>
                    <a:pt x="4" y="0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8" y="11"/>
                    <a:pt x="7" y="22"/>
                    <a:pt x="7" y="3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0" name="Google Shape;520;p14"/>
            <p:cNvSpPr/>
            <p:nvPr/>
          </p:nvSpPr>
          <p:spPr>
            <a:xfrm>
              <a:off x="1231900" y="820738"/>
              <a:ext cx="111125" cy="144463"/>
            </a:xfrm>
            <a:custGeom>
              <a:avLst/>
              <a:gdLst/>
              <a:ahLst/>
              <a:cxnLst/>
              <a:rect l="l" t="t" r="r" b="b"/>
              <a:pathLst>
                <a:path w="66" h="86" extrusionOk="0">
                  <a:moveTo>
                    <a:pt x="62" y="86"/>
                  </a:moveTo>
                  <a:cubicBezTo>
                    <a:pt x="33" y="66"/>
                    <a:pt x="11" y="36"/>
                    <a:pt x="0" y="2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17" y="32"/>
                    <a:pt x="38" y="61"/>
                    <a:pt x="66" y="80"/>
                  </a:cubicBezTo>
                  <a:lnTo>
                    <a:pt x="62" y="8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1" name="Google Shape;521;p14"/>
            <p:cNvSpPr/>
            <p:nvPr/>
          </p:nvSpPr>
          <p:spPr>
            <a:xfrm>
              <a:off x="1377950" y="976313"/>
              <a:ext cx="38100" cy="25400"/>
            </a:xfrm>
            <a:custGeom>
              <a:avLst/>
              <a:gdLst/>
              <a:ahLst/>
              <a:cxnLst/>
              <a:rect l="l" t="t" r="r" b="b"/>
              <a:pathLst>
                <a:path w="23" h="15" extrusionOk="0">
                  <a:moveTo>
                    <a:pt x="21" y="15"/>
                  </a:moveTo>
                  <a:cubicBezTo>
                    <a:pt x="14" y="12"/>
                    <a:pt x="7" y="10"/>
                    <a:pt x="0" y="7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9" y="3"/>
                    <a:pt x="16" y="6"/>
                    <a:pt x="23" y="8"/>
                  </a:cubicBezTo>
                  <a:lnTo>
                    <a:pt x="21" y="1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2" name="Google Shape;522;p14"/>
            <p:cNvSpPr/>
            <p:nvPr/>
          </p:nvSpPr>
          <p:spPr>
            <a:xfrm>
              <a:off x="1325563" y="739775"/>
              <a:ext cx="26988" cy="69850"/>
            </a:xfrm>
            <a:custGeom>
              <a:avLst/>
              <a:gdLst/>
              <a:ahLst/>
              <a:cxnLst/>
              <a:rect l="l" t="t" r="r" b="b"/>
              <a:pathLst>
                <a:path w="16" h="42" extrusionOk="0">
                  <a:moveTo>
                    <a:pt x="9" y="42"/>
                  </a:moveTo>
                  <a:cubicBezTo>
                    <a:pt x="3" y="29"/>
                    <a:pt x="0" y="15"/>
                    <a:pt x="0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14"/>
                    <a:pt x="11" y="27"/>
                    <a:pt x="16" y="39"/>
                  </a:cubicBezTo>
                  <a:lnTo>
                    <a:pt x="9" y="42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3" name="Google Shape;523;p14"/>
            <p:cNvSpPr/>
            <p:nvPr/>
          </p:nvSpPr>
          <p:spPr>
            <a:xfrm>
              <a:off x="1354138" y="825500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34" h="34" extrusionOk="0">
                  <a:moveTo>
                    <a:pt x="30" y="34"/>
                  </a:moveTo>
                  <a:cubicBezTo>
                    <a:pt x="18" y="26"/>
                    <a:pt x="8" y="16"/>
                    <a:pt x="0" y="4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13" y="11"/>
                    <a:pt x="23" y="21"/>
                    <a:pt x="34" y="28"/>
                  </a:cubicBezTo>
                  <a:lnTo>
                    <a:pt x="30" y="3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4" name="Google Shape;524;p14"/>
            <p:cNvSpPr/>
            <p:nvPr/>
          </p:nvSpPr>
          <p:spPr>
            <a:xfrm>
              <a:off x="1423988" y="882650"/>
              <a:ext cx="33337" cy="20638"/>
            </a:xfrm>
            <a:custGeom>
              <a:avLst/>
              <a:gdLst/>
              <a:ahLst/>
              <a:cxnLst/>
              <a:rect l="l" t="t" r="r" b="b"/>
              <a:pathLst>
                <a:path w="19" h="12" extrusionOk="0">
                  <a:moveTo>
                    <a:pt x="17" y="12"/>
                  </a:moveTo>
                  <a:cubicBezTo>
                    <a:pt x="11" y="11"/>
                    <a:pt x="6" y="9"/>
                    <a:pt x="0" y="6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8" y="2"/>
                    <a:pt x="14" y="4"/>
                    <a:pt x="19" y="5"/>
                  </a:cubicBezTo>
                  <a:lnTo>
                    <a:pt x="17" y="12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5" name="Google Shape;525;p14"/>
            <p:cNvSpPr/>
            <p:nvPr/>
          </p:nvSpPr>
          <p:spPr>
            <a:xfrm>
              <a:off x="1473200" y="884238"/>
              <a:ext cx="84138" cy="23812"/>
            </a:xfrm>
            <a:custGeom>
              <a:avLst/>
              <a:gdLst/>
              <a:ahLst/>
              <a:cxnLst/>
              <a:rect l="l" t="t" r="r" b="b"/>
              <a:pathLst>
                <a:path w="50" h="14" extrusionOk="0">
                  <a:moveTo>
                    <a:pt x="12" y="14"/>
                  </a:moveTo>
                  <a:cubicBezTo>
                    <a:pt x="8" y="14"/>
                    <a:pt x="4" y="14"/>
                    <a:pt x="0" y="13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4" y="6"/>
                    <a:pt x="8" y="6"/>
                    <a:pt x="12" y="6"/>
                  </a:cubicBezTo>
                  <a:cubicBezTo>
                    <a:pt x="24" y="6"/>
                    <a:pt x="36" y="4"/>
                    <a:pt x="47" y="0"/>
                  </a:cubicBezTo>
                  <a:cubicBezTo>
                    <a:pt x="50" y="7"/>
                    <a:pt x="50" y="7"/>
                    <a:pt x="50" y="7"/>
                  </a:cubicBezTo>
                  <a:cubicBezTo>
                    <a:pt x="38" y="11"/>
                    <a:pt x="25" y="14"/>
                    <a:pt x="12" y="1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6" name="Google Shape;526;p14"/>
            <p:cNvSpPr/>
            <p:nvPr/>
          </p:nvSpPr>
          <p:spPr>
            <a:xfrm>
              <a:off x="1577975" y="823913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34" h="34" extrusionOk="0">
                  <a:moveTo>
                    <a:pt x="4" y="34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11" y="21"/>
                    <a:pt x="20" y="11"/>
                    <a:pt x="28" y="0"/>
                  </a:cubicBezTo>
                  <a:cubicBezTo>
                    <a:pt x="34" y="4"/>
                    <a:pt x="34" y="4"/>
                    <a:pt x="34" y="4"/>
                  </a:cubicBezTo>
                  <a:cubicBezTo>
                    <a:pt x="26" y="16"/>
                    <a:pt x="16" y="26"/>
                    <a:pt x="4" y="3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7" name="Google Shape;527;p14"/>
            <p:cNvSpPr/>
            <p:nvPr/>
          </p:nvSpPr>
          <p:spPr>
            <a:xfrm>
              <a:off x="1646238" y="706438"/>
              <a:ext cx="14288" cy="65088"/>
            </a:xfrm>
            <a:custGeom>
              <a:avLst/>
              <a:gdLst/>
              <a:ahLst/>
              <a:cxnLst/>
              <a:rect l="l" t="t" r="r" b="b"/>
              <a:pathLst>
                <a:path w="9" h="38" extrusionOk="0">
                  <a:moveTo>
                    <a:pt x="8" y="38"/>
                  </a:moveTo>
                  <a:cubicBezTo>
                    <a:pt x="0" y="37"/>
                    <a:pt x="0" y="37"/>
                    <a:pt x="0" y="37"/>
                  </a:cubicBezTo>
                  <a:cubicBezTo>
                    <a:pt x="1" y="31"/>
                    <a:pt x="2" y="25"/>
                    <a:pt x="2" y="19"/>
                  </a:cubicBezTo>
                  <a:cubicBezTo>
                    <a:pt x="2" y="13"/>
                    <a:pt x="1" y="7"/>
                    <a:pt x="0" y="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9" y="6"/>
                    <a:pt x="9" y="13"/>
                    <a:pt x="9" y="19"/>
                  </a:cubicBezTo>
                  <a:cubicBezTo>
                    <a:pt x="9" y="26"/>
                    <a:pt x="9" y="32"/>
                    <a:pt x="8" y="3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8" name="Google Shape;528;p14"/>
            <p:cNvSpPr/>
            <p:nvPr/>
          </p:nvSpPr>
          <p:spPr>
            <a:xfrm>
              <a:off x="1584325" y="603250"/>
              <a:ext cx="66675" cy="77787"/>
            </a:xfrm>
            <a:custGeom>
              <a:avLst/>
              <a:gdLst/>
              <a:ahLst/>
              <a:cxnLst/>
              <a:rect l="l" t="t" r="r" b="b"/>
              <a:pathLst>
                <a:path w="39" h="46" extrusionOk="0">
                  <a:moveTo>
                    <a:pt x="32" y="46"/>
                  </a:moveTo>
                  <a:cubicBezTo>
                    <a:pt x="25" y="30"/>
                    <a:pt x="14" y="16"/>
                    <a:pt x="0" y="6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20" y="11"/>
                    <a:pt x="32" y="26"/>
                    <a:pt x="39" y="44"/>
                  </a:cubicBezTo>
                  <a:lnTo>
                    <a:pt x="32" y="4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9" name="Google Shape;529;p14"/>
            <p:cNvSpPr/>
            <p:nvPr/>
          </p:nvSpPr>
          <p:spPr>
            <a:xfrm>
              <a:off x="1473200" y="571500"/>
              <a:ext cx="103187" cy="31750"/>
            </a:xfrm>
            <a:custGeom>
              <a:avLst/>
              <a:gdLst/>
              <a:ahLst/>
              <a:cxnLst/>
              <a:rect l="l" t="t" r="r" b="b"/>
              <a:pathLst>
                <a:path w="61" h="19" extrusionOk="0">
                  <a:moveTo>
                    <a:pt x="58" y="19"/>
                  </a:moveTo>
                  <a:cubicBezTo>
                    <a:pt x="44" y="11"/>
                    <a:pt x="28" y="7"/>
                    <a:pt x="12" y="7"/>
                  </a:cubicBezTo>
                  <a:cubicBezTo>
                    <a:pt x="8" y="7"/>
                    <a:pt x="5" y="7"/>
                    <a:pt x="1" y="8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" y="0"/>
                    <a:pt x="8" y="0"/>
                    <a:pt x="12" y="0"/>
                  </a:cubicBezTo>
                  <a:cubicBezTo>
                    <a:pt x="29" y="0"/>
                    <a:pt x="46" y="4"/>
                    <a:pt x="61" y="13"/>
                  </a:cubicBezTo>
                  <a:lnTo>
                    <a:pt x="58" y="1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0" name="Google Shape;530;p14"/>
            <p:cNvSpPr/>
            <p:nvPr/>
          </p:nvSpPr>
          <p:spPr>
            <a:xfrm>
              <a:off x="1404938" y="574675"/>
              <a:ext cx="52388" cy="33337"/>
            </a:xfrm>
            <a:custGeom>
              <a:avLst/>
              <a:gdLst/>
              <a:ahLst/>
              <a:cxnLst/>
              <a:rect l="l" t="t" r="r" b="b"/>
              <a:pathLst>
                <a:path w="31" h="19" extrusionOk="0">
                  <a:moveTo>
                    <a:pt x="4" y="19"/>
                  </a:moveTo>
                  <a:cubicBezTo>
                    <a:pt x="0" y="13"/>
                    <a:pt x="0" y="13"/>
                    <a:pt x="0" y="13"/>
                  </a:cubicBezTo>
                  <a:cubicBezTo>
                    <a:pt x="9" y="7"/>
                    <a:pt x="19" y="3"/>
                    <a:pt x="29" y="0"/>
                  </a:cubicBezTo>
                  <a:cubicBezTo>
                    <a:pt x="31" y="8"/>
                    <a:pt x="31" y="8"/>
                    <a:pt x="31" y="8"/>
                  </a:cubicBezTo>
                  <a:cubicBezTo>
                    <a:pt x="21" y="10"/>
                    <a:pt x="12" y="14"/>
                    <a:pt x="4" y="1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1" name="Google Shape;531;p14"/>
            <p:cNvSpPr/>
            <p:nvPr/>
          </p:nvSpPr>
          <p:spPr>
            <a:xfrm>
              <a:off x="1328738" y="617538"/>
              <a:ext cx="57150" cy="92075"/>
            </a:xfrm>
            <a:custGeom>
              <a:avLst/>
              <a:gdLst/>
              <a:ahLst/>
              <a:cxnLst/>
              <a:rect l="l" t="t" r="r" b="b"/>
              <a:pathLst>
                <a:path w="34" h="55" extrusionOk="0">
                  <a:moveTo>
                    <a:pt x="7" y="55"/>
                  </a:moveTo>
                  <a:cubicBezTo>
                    <a:pt x="0" y="54"/>
                    <a:pt x="0" y="54"/>
                    <a:pt x="0" y="54"/>
                  </a:cubicBezTo>
                  <a:cubicBezTo>
                    <a:pt x="4" y="33"/>
                    <a:pt x="14" y="14"/>
                    <a:pt x="29" y="0"/>
                  </a:cubicBezTo>
                  <a:cubicBezTo>
                    <a:pt x="34" y="5"/>
                    <a:pt x="34" y="5"/>
                    <a:pt x="34" y="5"/>
                  </a:cubicBezTo>
                  <a:cubicBezTo>
                    <a:pt x="20" y="19"/>
                    <a:pt x="11" y="36"/>
                    <a:pt x="7" y="5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2" name="Google Shape;532;p14"/>
            <p:cNvSpPr/>
            <p:nvPr/>
          </p:nvSpPr>
          <p:spPr>
            <a:xfrm>
              <a:off x="1357313" y="787400"/>
              <a:ext cx="36513" cy="50800"/>
            </a:xfrm>
            <a:custGeom>
              <a:avLst/>
              <a:gdLst/>
              <a:ahLst/>
              <a:cxnLst/>
              <a:rect l="l" t="t" r="r" b="b"/>
              <a:pathLst>
                <a:path w="22" h="30" extrusionOk="0">
                  <a:moveTo>
                    <a:pt x="17" y="30"/>
                  </a:moveTo>
                  <a:cubicBezTo>
                    <a:pt x="10" y="21"/>
                    <a:pt x="4" y="12"/>
                    <a:pt x="0" y="2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10" y="9"/>
                    <a:pt x="15" y="18"/>
                    <a:pt x="22" y="25"/>
                  </a:cubicBezTo>
                  <a:lnTo>
                    <a:pt x="17" y="3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3" name="Google Shape;533;p14"/>
            <p:cNvSpPr/>
            <p:nvPr/>
          </p:nvSpPr>
          <p:spPr>
            <a:xfrm>
              <a:off x="1400175" y="841375"/>
              <a:ext cx="93663" cy="44450"/>
            </a:xfrm>
            <a:custGeom>
              <a:avLst/>
              <a:gdLst/>
              <a:ahLst/>
              <a:cxnLst/>
              <a:rect l="l" t="t" r="r" b="b"/>
              <a:pathLst>
                <a:path w="56" h="26" extrusionOk="0">
                  <a:moveTo>
                    <a:pt x="56" y="26"/>
                  </a:moveTo>
                  <a:cubicBezTo>
                    <a:pt x="35" y="26"/>
                    <a:pt x="15" y="18"/>
                    <a:pt x="0" y="5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18" y="13"/>
                    <a:pt x="37" y="19"/>
                    <a:pt x="56" y="19"/>
                  </a:cubicBezTo>
                  <a:lnTo>
                    <a:pt x="56" y="2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4" name="Google Shape;534;p14"/>
            <p:cNvSpPr/>
            <p:nvPr/>
          </p:nvSpPr>
          <p:spPr>
            <a:xfrm>
              <a:off x="1522413" y="839788"/>
              <a:ext cx="68263" cy="42863"/>
            </a:xfrm>
            <a:custGeom>
              <a:avLst/>
              <a:gdLst/>
              <a:ahLst/>
              <a:cxnLst/>
              <a:rect l="l" t="t" r="r" b="b"/>
              <a:pathLst>
                <a:path w="40" h="25" extrusionOk="0">
                  <a:moveTo>
                    <a:pt x="1" y="25"/>
                  </a:moveTo>
                  <a:cubicBezTo>
                    <a:pt x="0" y="19"/>
                    <a:pt x="0" y="19"/>
                    <a:pt x="0" y="19"/>
                  </a:cubicBezTo>
                  <a:cubicBezTo>
                    <a:pt x="13" y="16"/>
                    <a:pt x="26" y="10"/>
                    <a:pt x="36" y="0"/>
                  </a:cubicBezTo>
                  <a:cubicBezTo>
                    <a:pt x="40" y="5"/>
                    <a:pt x="40" y="5"/>
                    <a:pt x="40" y="5"/>
                  </a:cubicBezTo>
                  <a:cubicBezTo>
                    <a:pt x="29" y="15"/>
                    <a:pt x="15" y="22"/>
                    <a:pt x="1" y="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5" name="Google Shape;535;p14"/>
            <p:cNvSpPr/>
            <p:nvPr/>
          </p:nvSpPr>
          <p:spPr>
            <a:xfrm>
              <a:off x="1593850" y="784225"/>
              <a:ext cx="36513" cy="53975"/>
            </a:xfrm>
            <a:custGeom>
              <a:avLst/>
              <a:gdLst/>
              <a:ahLst/>
              <a:cxnLst/>
              <a:rect l="l" t="t" r="r" b="b"/>
              <a:pathLst>
                <a:path w="22" h="32" extrusionOk="0">
                  <a:moveTo>
                    <a:pt x="5" y="32"/>
                  </a:moveTo>
                  <a:cubicBezTo>
                    <a:pt x="0" y="27"/>
                    <a:pt x="0" y="27"/>
                    <a:pt x="0" y="27"/>
                  </a:cubicBezTo>
                  <a:cubicBezTo>
                    <a:pt x="7" y="19"/>
                    <a:pt x="13" y="10"/>
                    <a:pt x="16" y="0"/>
                  </a:cubicBezTo>
                  <a:cubicBezTo>
                    <a:pt x="22" y="3"/>
                    <a:pt x="22" y="3"/>
                    <a:pt x="22" y="3"/>
                  </a:cubicBezTo>
                  <a:cubicBezTo>
                    <a:pt x="18" y="13"/>
                    <a:pt x="12" y="23"/>
                    <a:pt x="5" y="3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6" name="Google Shape;536;p14"/>
            <p:cNvSpPr/>
            <p:nvPr/>
          </p:nvSpPr>
          <p:spPr>
            <a:xfrm>
              <a:off x="1625600" y="704850"/>
              <a:ext cx="12700" cy="61913"/>
            </a:xfrm>
            <a:custGeom>
              <a:avLst/>
              <a:gdLst/>
              <a:ahLst/>
              <a:cxnLst/>
              <a:rect l="l" t="t" r="r" b="b"/>
              <a:pathLst>
                <a:path w="8" h="36" extrusionOk="0">
                  <a:moveTo>
                    <a:pt x="7" y="36"/>
                  </a:moveTo>
                  <a:cubicBezTo>
                    <a:pt x="1" y="34"/>
                    <a:pt x="1" y="34"/>
                    <a:pt x="1" y="34"/>
                  </a:cubicBezTo>
                  <a:cubicBezTo>
                    <a:pt x="2" y="30"/>
                    <a:pt x="2" y="25"/>
                    <a:pt x="2" y="20"/>
                  </a:cubicBezTo>
                  <a:cubicBezTo>
                    <a:pt x="2" y="14"/>
                    <a:pt x="1" y="7"/>
                    <a:pt x="0" y="1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7" y="6"/>
                    <a:pt x="8" y="13"/>
                    <a:pt x="8" y="20"/>
                  </a:cubicBezTo>
                  <a:cubicBezTo>
                    <a:pt x="8" y="25"/>
                    <a:pt x="8" y="31"/>
                    <a:pt x="7" y="3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7" name="Google Shape;537;p14"/>
            <p:cNvSpPr/>
            <p:nvPr/>
          </p:nvSpPr>
          <p:spPr>
            <a:xfrm>
              <a:off x="1593850" y="641350"/>
              <a:ext cx="36513" cy="50800"/>
            </a:xfrm>
            <a:custGeom>
              <a:avLst/>
              <a:gdLst/>
              <a:ahLst/>
              <a:cxnLst/>
              <a:rect l="l" t="t" r="r" b="b"/>
              <a:pathLst>
                <a:path w="22" h="30" extrusionOk="0">
                  <a:moveTo>
                    <a:pt x="16" y="30"/>
                  </a:moveTo>
                  <a:cubicBezTo>
                    <a:pt x="12" y="20"/>
                    <a:pt x="7" y="12"/>
                    <a:pt x="0" y="4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12" y="8"/>
                    <a:pt x="18" y="17"/>
                    <a:pt x="22" y="28"/>
                  </a:cubicBezTo>
                  <a:lnTo>
                    <a:pt x="16" y="3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8" name="Google Shape;538;p14"/>
            <p:cNvSpPr/>
            <p:nvPr/>
          </p:nvSpPr>
          <p:spPr>
            <a:xfrm>
              <a:off x="1524000" y="596900"/>
              <a:ext cx="61912" cy="38100"/>
            </a:xfrm>
            <a:custGeom>
              <a:avLst/>
              <a:gdLst/>
              <a:ahLst/>
              <a:cxnLst/>
              <a:rect l="l" t="t" r="r" b="b"/>
              <a:pathLst>
                <a:path w="37" h="22" extrusionOk="0">
                  <a:moveTo>
                    <a:pt x="33" y="22"/>
                  </a:moveTo>
                  <a:cubicBezTo>
                    <a:pt x="23" y="14"/>
                    <a:pt x="12" y="9"/>
                    <a:pt x="0" y="6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4" y="3"/>
                    <a:pt x="26" y="9"/>
                    <a:pt x="37" y="17"/>
                  </a:cubicBezTo>
                  <a:lnTo>
                    <a:pt x="33" y="2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9" name="Google Shape;539;p14"/>
            <p:cNvSpPr/>
            <p:nvPr/>
          </p:nvSpPr>
          <p:spPr>
            <a:xfrm>
              <a:off x="1417638" y="593725"/>
              <a:ext cx="90488" cy="30163"/>
            </a:xfrm>
            <a:custGeom>
              <a:avLst/>
              <a:gdLst/>
              <a:ahLst/>
              <a:cxnLst/>
              <a:rect l="l" t="t" r="r" b="b"/>
              <a:pathLst>
                <a:path w="53" h="18" extrusionOk="0">
                  <a:moveTo>
                    <a:pt x="3" y="18"/>
                  </a:moveTo>
                  <a:cubicBezTo>
                    <a:pt x="0" y="12"/>
                    <a:pt x="0" y="12"/>
                    <a:pt x="0" y="12"/>
                  </a:cubicBezTo>
                  <a:cubicBezTo>
                    <a:pt x="14" y="4"/>
                    <a:pt x="29" y="0"/>
                    <a:pt x="45" y="0"/>
                  </a:cubicBezTo>
                  <a:cubicBezTo>
                    <a:pt x="48" y="0"/>
                    <a:pt x="51" y="0"/>
                    <a:pt x="53" y="0"/>
                  </a:cubicBezTo>
                  <a:cubicBezTo>
                    <a:pt x="53" y="6"/>
                    <a:pt x="53" y="6"/>
                    <a:pt x="53" y="6"/>
                  </a:cubicBezTo>
                  <a:cubicBezTo>
                    <a:pt x="50" y="6"/>
                    <a:pt x="47" y="6"/>
                    <a:pt x="45" y="6"/>
                  </a:cubicBezTo>
                  <a:cubicBezTo>
                    <a:pt x="30" y="6"/>
                    <a:pt x="16" y="10"/>
                    <a:pt x="3" y="1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0" name="Google Shape;540;p14"/>
            <p:cNvSpPr/>
            <p:nvPr/>
          </p:nvSpPr>
          <p:spPr>
            <a:xfrm>
              <a:off x="1358900" y="625475"/>
              <a:ext cx="50800" cy="63500"/>
            </a:xfrm>
            <a:custGeom>
              <a:avLst/>
              <a:gdLst/>
              <a:ahLst/>
              <a:cxnLst/>
              <a:rect l="l" t="t" r="r" b="b"/>
              <a:pathLst>
                <a:path w="30" h="37" extrusionOk="0">
                  <a:moveTo>
                    <a:pt x="6" y="37"/>
                  </a:moveTo>
                  <a:cubicBezTo>
                    <a:pt x="0" y="35"/>
                    <a:pt x="0" y="35"/>
                    <a:pt x="0" y="35"/>
                  </a:cubicBezTo>
                  <a:cubicBezTo>
                    <a:pt x="5" y="21"/>
                    <a:pt x="14" y="9"/>
                    <a:pt x="26" y="0"/>
                  </a:cubicBezTo>
                  <a:cubicBezTo>
                    <a:pt x="30" y="5"/>
                    <a:pt x="30" y="5"/>
                    <a:pt x="30" y="5"/>
                  </a:cubicBezTo>
                  <a:cubicBezTo>
                    <a:pt x="19" y="13"/>
                    <a:pt x="11" y="24"/>
                    <a:pt x="6" y="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1" name="Google Shape;541;p14"/>
            <p:cNvSpPr/>
            <p:nvPr/>
          </p:nvSpPr>
          <p:spPr>
            <a:xfrm>
              <a:off x="1347788" y="703263"/>
              <a:ext cx="14288" cy="69850"/>
            </a:xfrm>
            <a:custGeom>
              <a:avLst/>
              <a:gdLst/>
              <a:ahLst/>
              <a:cxnLst/>
              <a:rect l="l" t="t" r="r" b="b"/>
              <a:pathLst>
                <a:path w="9" h="41" extrusionOk="0">
                  <a:moveTo>
                    <a:pt x="3" y="41"/>
                  </a:moveTo>
                  <a:cubicBezTo>
                    <a:pt x="1" y="35"/>
                    <a:pt x="0" y="28"/>
                    <a:pt x="0" y="21"/>
                  </a:cubicBezTo>
                  <a:cubicBezTo>
                    <a:pt x="0" y="14"/>
                    <a:pt x="1" y="7"/>
                    <a:pt x="3" y="0"/>
                  </a:cubicBezTo>
                  <a:cubicBezTo>
                    <a:pt x="9" y="2"/>
                    <a:pt x="9" y="2"/>
                    <a:pt x="9" y="2"/>
                  </a:cubicBezTo>
                  <a:cubicBezTo>
                    <a:pt x="7" y="8"/>
                    <a:pt x="7" y="15"/>
                    <a:pt x="7" y="21"/>
                  </a:cubicBezTo>
                  <a:cubicBezTo>
                    <a:pt x="7" y="28"/>
                    <a:pt x="7" y="34"/>
                    <a:pt x="9" y="40"/>
                  </a:cubicBezTo>
                  <a:lnTo>
                    <a:pt x="3" y="4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2" name="Google Shape;542;p14"/>
            <p:cNvSpPr/>
            <p:nvPr/>
          </p:nvSpPr>
          <p:spPr>
            <a:xfrm>
              <a:off x="1493838" y="769938"/>
              <a:ext cx="119063" cy="93663"/>
            </a:xfrm>
            <a:custGeom>
              <a:avLst/>
              <a:gdLst/>
              <a:ahLst/>
              <a:cxnLst/>
              <a:rect l="l" t="t" r="r" b="b"/>
              <a:pathLst>
                <a:path w="71" h="56" extrusionOk="0">
                  <a:moveTo>
                    <a:pt x="0" y="56"/>
                  </a:moveTo>
                  <a:cubicBezTo>
                    <a:pt x="0" y="53"/>
                    <a:pt x="0" y="53"/>
                    <a:pt x="0" y="53"/>
                  </a:cubicBezTo>
                  <a:cubicBezTo>
                    <a:pt x="32" y="53"/>
                    <a:pt x="60" y="31"/>
                    <a:pt x="68" y="0"/>
                  </a:cubicBezTo>
                  <a:cubicBezTo>
                    <a:pt x="71" y="1"/>
                    <a:pt x="71" y="1"/>
                    <a:pt x="71" y="1"/>
                  </a:cubicBezTo>
                  <a:cubicBezTo>
                    <a:pt x="62" y="33"/>
                    <a:pt x="33" y="56"/>
                    <a:pt x="0" y="5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3" name="Google Shape;543;p14"/>
            <p:cNvSpPr/>
            <p:nvPr/>
          </p:nvSpPr>
          <p:spPr>
            <a:xfrm>
              <a:off x="1609725" y="719138"/>
              <a:ext cx="7938" cy="20638"/>
            </a:xfrm>
            <a:custGeom>
              <a:avLst/>
              <a:gdLst/>
              <a:ahLst/>
              <a:cxnLst/>
              <a:rect l="l" t="t" r="r" b="b"/>
              <a:pathLst>
                <a:path w="4" h="12" extrusionOk="0">
                  <a:moveTo>
                    <a:pt x="4" y="12"/>
                  </a:moveTo>
                  <a:cubicBezTo>
                    <a:pt x="1" y="12"/>
                    <a:pt x="1" y="12"/>
                    <a:pt x="1" y="12"/>
                  </a:cubicBezTo>
                  <a:cubicBezTo>
                    <a:pt x="1" y="8"/>
                    <a:pt x="1" y="4"/>
                    <a:pt x="0" y="1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4" y="4"/>
                    <a:pt x="4" y="8"/>
                    <a:pt x="4" y="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4" name="Google Shape;544;p14"/>
            <p:cNvSpPr/>
            <p:nvPr/>
          </p:nvSpPr>
          <p:spPr>
            <a:xfrm>
              <a:off x="1568450" y="642938"/>
              <a:ext cx="20638" cy="20638"/>
            </a:xfrm>
            <a:custGeom>
              <a:avLst/>
              <a:gdLst/>
              <a:ahLst/>
              <a:cxnLst/>
              <a:rect l="l" t="t" r="r" b="b"/>
              <a:pathLst>
                <a:path w="12" h="12" extrusionOk="0">
                  <a:moveTo>
                    <a:pt x="10" y="12"/>
                  </a:moveTo>
                  <a:cubicBezTo>
                    <a:pt x="7" y="9"/>
                    <a:pt x="4" y="6"/>
                    <a:pt x="0" y="3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6" y="3"/>
                    <a:pt x="9" y="7"/>
                    <a:pt x="12" y="10"/>
                  </a:cubicBezTo>
                  <a:lnTo>
                    <a:pt x="10" y="1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5" name="Google Shape;545;p14"/>
            <p:cNvSpPr/>
            <p:nvPr/>
          </p:nvSpPr>
          <p:spPr>
            <a:xfrm>
              <a:off x="1508125" y="615950"/>
              <a:ext cx="55563" cy="25400"/>
            </a:xfrm>
            <a:custGeom>
              <a:avLst/>
              <a:gdLst/>
              <a:ahLst/>
              <a:cxnLst/>
              <a:rect l="l" t="t" r="r" b="b"/>
              <a:pathLst>
                <a:path w="33" h="15" extrusionOk="0">
                  <a:moveTo>
                    <a:pt x="31" y="15"/>
                  </a:moveTo>
                  <a:cubicBezTo>
                    <a:pt x="22" y="9"/>
                    <a:pt x="11" y="5"/>
                    <a:pt x="0" y="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2" y="2"/>
                    <a:pt x="23" y="6"/>
                    <a:pt x="33" y="13"/>
                  </a:cubicBezTo>
                  <a:lnTo>
                    <a:pt x="31" y="1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6" name="Google Shape;546;p14"/>
            <p:cNvSpPr/>
            <p:nvPr/>
          </p:nvSpPr>
          <p:spPr>
            <a:xfrm>
              <a:off x="1466850" y="615950"/>
              <a:ext cx="26988" cy="6350"/>
            </a:xfrm>
            <a:custGeom>
              <a:avLst/>
              <a:gdLst/>
              <a:ahLst/>
              <a:cxnLst/>
              <a:rect l="l" t="t" r="r" b="b"/>
              <a:pathLst>
                <a:path w="16" h="4" extrusionOk="0">
                  <a:moveTo>
                    <a:pt x="1" y="4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5" y="0"/>
                    <a:pt x="11" y="0"/>
                    <a:pt x="16" y="0"/>
                  </a:cubicBezTo>
                  <a:cubicBezTo>
                    <a:pt x="16" y="3"/>
                    <a:pt x="16" y="3"/>
                    <a:pt x="16" y="3"/>
                  </a:cubicBezTo>
                  <a:cubicBezTo>
                    <a:pt x="11" y="3"/>
                    <a:pt x="6" y="3"/>
                    <a:pt x="1" y="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7" name="Google Shape;547;p14"/>
            <p:cNvSpPr/>
            <p:nvPr/>
          </p:nvSpPr>
          <p:spPr>
            <a:xfrm>
              <a:off x="1376363" y="625475"/>
              <a:ext cx="69850" cy="77787"/>
            </a:xfrm>
            <a:custGeom>
              <a:avLst/>
              <a:gdLst/>
              <a:ahLst/>
              <a:cxnLst/>
              <a:rect l="l" t="t" r="r" b="b"/>
              <a:pathLst>
                <a:path w="42" h="46" extrusionOk="0">
                  <a:moveTo>
                    <a:pt x="3" y="46"/>
                  </a:moveTo>
                  <a:cubicBezTo>
                    <a:pt x="0" y="45"/>
                    <a:pt x="0" y="45"/>
                    <a:pt x="0" y="45"/>
                  </a:cubicBezTo>
                  <a:cubicBezTo>
                    <a:pt x="6" y="25"/>
                    <a:pt x="21" y="8"/>
                    <a:pt x="41" y="0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23" y="11"/>
                    <a:pt x="9" y="26"/>
                    <a:pt x="3" y="4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8" name="Google Shape;548;p14"/>
            <p:cNvSpPr/>
            <p:nvPr/>
          </p:nvSpPr>
          <p:spPr>
            <a:xfrm>
              <a:off x="1368425" y="714375"/>
              <a:ext cx="9525" cy="25400"/>
            </a:xfrm>
            <a:custGeom>
              <a:avLst/>
              <a:gdLst/>
              <a:ahLst/>
              <a:cxnLst/>
              <a:rect l="l" t="t" r="r" b="b"/>
              <a:pathLst>
                <a:path w="5" h="15" extrusionOk="0">
                  <a:moveTo>
                    <a:pt x="3" y="15"/>
                  </a:moveTo>
                  <a:cubicBezTo>
                    <a:pt x="0" y="15"/>
                    <a:pt x="0" y="15"/>
                    <a:pt x="0" y="15"/>
                  </a:cubicBezTo>
                  <a:cubicBezTo>
                    <a:pt x="0" y="10"/>
                    <a:pt x="1" y="5"/>
                    <a:pt x="2" y="0"/>
                  </a:cubicBezTo>
                  <a:cubicBezTo>
                    <a:pt x="5" y="1"/>
                    <a:pt x="5" y="1"/>
                    <a:pt x="5" y="1"/>
                  </a:cubicBezTo>
                  <a:cubicBezTo>
                    <a:pt x="4" y="6"/>
                    <a:pt x="3" y="11"/>
                    <a:pt x="3" y="1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9" name="Google Shape;549;p14"/>
            <p:cNvSpPr/>
            <p:nvPr/>
          </p:nvSpPr>
          <p:spPr>
            <a:xfrm>
              <a:off x="1376363" y="776288"/>
              <a:ext cx="50800" cy="65087"/>
            </a:xfrm>
            <a:custGeom>
              <a:avLst/>
              <a:gdLst/>
              <a:ahLst/>
              <a:cxnLst/>
              <a:rect l="l" t="t" r="r" b="b"/>
              <a:pathLst>
                <a:path w="30" h="39" extrusionOk="0">
                  <a:moveTo>
                    <a:pt x="28" y="39"/>
                  </a:moveTo>
                  <a:cubicBezTo>
                    <a:pt x="15" y="30"/>
                    <a:pt x="5" y="16"/>
                    <a:pt x="0" y="1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7" y="14"/>
                    <a:pt x="17" y="27"/>
                    <a:pt x="30" y="36"/>
                  </a:cubicBezTo>
                  <a:lnTo>
                    <a:pt x="28" y="39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0" name="Google Shape;550;p14"/>
            <p:cNvSpPr/>
            <p:nvPr/>
          </p:nvSpPr>
          <p:spPr>
            <a:xfrm>
              <a:off x="1441450" y="847725"/>
              <a:ext cx="17463" cy="11113"/>
            </a:xfrm>
            <a:custGeom>
              <a:avLst/>
              <a:gdLst/>
              <a:ahLst/>
              <a:cxnLst/>
              <a:rect l="l" t="t" r="r" b="b"/>
              <a:pathLst>
                <a:path w="10" h="7" extrusionOk="0">
                  <a:moveTo>
                    <a:pt x="9" y="7"/>
                  </a:moveTo>
                  <a:cubicBezTo>
                    <a:pt x="6" y="6"/>
                    <a:pt x="3" y="4"/>
                    <a:pt x="0" y="3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4" y="1"/>
                    <a:pt x="7" y="3"/>
                    <a:pt x="10" y="4"/>
                  </a:cubicBezTo>
                  <a:lnTo>
                    <a:pt x="9" y="7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51" name="Google Shape;551;p14"/>
          <p:cNvGrpSpPr/>
          <p:nvPr/>
        </p:nvGrpSpPr>
        <p:grpSpPr>
          <a:xfrm>
            <a:off x="200268" y="-7"/>
            <a:ext cx="8943737" cy="4997924"/>
            <a:chOff x="200268" y="-7"/>
            <a:chExt cx="8943737" cy="4997924"/>
          </a:xfrm>
        </p:grpSpPr>
        <p:grpSp>
          <p:nvGrpSpPr>
            <p:cNvPr id="552" name="Google Shape;552;p14"/>
            <p:cNvGrpSpPr/>
            <p:nvPr/>
          </p:nvGrpSpPr>
          <p:grpSpPr>
            <a:xfrm rot="10800000" flipH="1">
              <a:off x="7356019" y="-7"/>
              <a:ext cx="1787985" cy="1790153"/>
              <a:chOff x="4087813" y="1714500"/>
              <a:chExt cx="1309688" cy="1311275"/>
            </a:xfrm>
          </p:grpSpPr>
          <p:sp>
            <p:nvSpPr>
              <p:cNvPr id="553" name="Google Shape;553;p14"/>
              <p:cNvSpPr/>
              <p:nvPr/>
            </p:nvSpPr>
            <p:spPr>
              <a:xfrm>
                <a:off x="5318125" y="2239963"/>
                <a:ext cx="79375" cy="785813"/>
              </a:xfrm>
              <a:custGeom>
                <a:avLst/>
                <a:gdLst/>
                <a:ahLst/>
                <a:cxnLst/>
                <a:rect l="l" t="t" r="r" b="b"/>
                <a:pathLst>
                  <a:path w="50" h="495" extrusionOk="0">
                    <a:moveTo>
                      <a:pt x="50" y="495"/>
                    </a:moveTo>
                    <a:lnTo>
                      <a:pt x="0" y="495"/>
                    </a:lnTo>
                    <a:lnTo>
                      <a:pt x="0" y="50"/>
                    </a:lnTo>
                    <a:lnTo>
                      <a:pt x="50" y="0"/>
                    </a:lnTo>
                    <a:lnTo>
                      <a:pt x="50" y="49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4" name="Google Shape;554;p14"/>
              <p:cNvSpPr/>
              <p:nvPr/>
            </p:nvSpPr>
            <p:spPr>
              <a:xfrm>
                <a:off x="5318125" y="2065338"/>
                <a:ext cx="79375" cy="166688"/>
              </a:xfrm>
              <a:custGeom>
                <a:avLst/>
                <a:gdLst/>
                <a:ahLst/>
                <a:cxnLst/>
                <a:rect l="l" t="t" r="r" b="b"/>
                <a:pathLst>
                  <a:path w="50" h="105" extrusionOk="0">
                    <a:moveTo>
                      <a:pt x="50" y="55"/>
                    </a:moveTo>
                    <a:lnTo>
                      <a:pt x="0" y="105"/>
                    </a:lnTo>
                    <a:lnTo>
                      <a:pt x="0" y="50"/>
                    </a:lnTo>
                    <a:lnTo>
                      <a:pt x="50" y="0"/>
                    </a:lnTo>
                    <a:lnTo>
                      <a:pt x="50" y="5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5" name="Google Shape;555;p14"/>
              <p:cNvSpPr/>
              <p:nvPr/>
            </p:nvSpPr>
            <p:spPr>
              <a:xfrm>
                <a:off x="5318125" y="1889125"/>
                <a:ext cx="79375" cy="166688"/>
              </a:xfrm>
              <a:custGeom>
                <a:avLst/>
                <a:gdLst/>
                <a:ahLst/>
                <a:cxnLst/>
                <a:rect l="l" t="t" r="r" b="b"/>
                <a:pathLst>
                  <a:path w="50" h="105" extrusionOk="0">
                    <a:moveTo>
                      <a:pt x="50" y="56"/>
                    </a:moveTo>
                    <a:lnTo>
                      <a:pt x="0" y="105"/>
                    </a:lnTo>
                    <a:lnTo>
                      <a:pt x="0" y="50"/>
                    </a:lnTo>
                    <a:lnTo>
                      <a:pt x="50" y="0"/>
                    </a:lnTo>
                    <a:lnTo>
                      <a:pt x="50" y="56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6" name="Google Shape;556;p14"/>
              <p:cNvSpPr/>
              <p:nvPr/>
            </p:nvSpPr>
            <p:spPr>
              <a:xfrm>
                <a:off x="5318125" y="1714500"/>
                <a:ext cx="79375" cy="166688"/>
              </a:xfrm>
              <a:custGeom>
                <a:avLst/>
                <a:gdLst/>
                <a:ahLst/>
                <a:cxnLst/>
                <a:rect l="l" t="t" r="r" b="b"/>
                <a:pathLst>
                  <a:path w="50" h="105" extrusionOk="0">
                    <a:moveTo>
                      <a:pt x="0" y="50"/>
                    </a:moveTo>
                    <a:lnTo>
                      <a:pt x="50" y="0"/>
                    </a:lnTo>
                    <a:lnTo>
                      <a:pt x="50" y="55"/>
                    </a:lnTo>
                    <a:lnTo>
                      <a:pt x="0" y="105"/>
                    </a:lnTo>
                    <a:lnTo>
                      <a:pt x="0" y="5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7" name="Google Shape;557;p14"/>
              <p:cNvSpPr/>
              <p:nvPr/>
            </p:nvSpPr>
            <p:spPr>
              <a:xfrm>
                <a:off x="4613275" y="2943225"/>
                <a:ext cx="784225" cy="82550"/>
              </a:xfrm>
              <a:custGeom>
                <a:avLst/>
                <a:gdLst/>
                <a:ahLst/>
                <a:cxnLst/>
                <a:rect l="l" t="t" r="r" b="b"/>
                <a:pathLst>
                  <a:path w="494" h="52" extrusionOk="0">
                    <a:moveTo>
                      <a:pt x="494" y="52"/>
                    </a:moveTo>
                    <a:lnTo>
                      <a:pt x="494" y="0"/>
                    </a:lnTo>
                    <a:lnTo>
                      <a:pt x="51" y="0"/>
                    </a:lnTo>
                    <a:lnTo>
                      <a:pt x="0" y="52"/>
                    </a:lnTo>
                    <a:lnTo>
                      <a:pt x="494" y="5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8" name="Google Shape;558;p14"/>
              <p:cNvSpPr/>
              <p:nvPr/>
            </p:nvSpPr>
            <p:spPr>
              <a:xfrm>
                <a:off x="4438650" y="2943225"/>
                <a:ext cx="168275" cy="82550"/>
              </a:xfrm>
              <a:custGeom>
                <a:avLst/>
                <a:gdLst/>
                <a:ahLst/>
                <a:cxnLst/>
                <a:rect l="l" t="t" r="r" b="b"/>
                <a:pathLst>
                  <a:path w="106" h="52" extrusionOk="0">
                    <a:moveTo>
                      <a:pt x="55" y="52"/>
                    </a:moveTo>
                    <a:lnTo>
                      <a:pt x="106" y="0"/>
                    </a:lnTo>
                    <a:lnTo>
                      <a:pt x="50" y="0"/>
                    </a:lnTo>
                    <a:lnTo>
                      <a:pt x="0" y="52"/>
                    </a:lnTo>
                    <a:lnTo>
                      <a:pt x="55" y="5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9" name="Google Shape;559;p14"/>
              <p:cNvSpPr/>
              <p:nvPr/>
            </p:nvSpPr>
            <p:spPr>
              <a:xfrm>
                <a:off x="4262438" y="2943225"/>
                <a:ext cx="166688" cy="82550"/>
              </a:xfrm>
              <a:custGeom>
                <a:avLst/>
                <a:gdLst/>
                <a:ahLst/>
                <a:cxnLst/>
                <a:rect l="l" t="t" r="r" b="b"/>
                <a:pathLst>
                  <a:path w="105" h="52" extrusionOk="0">
                    <a:moveTo>
                      <a:pt x="56" y="52"/>
                    </a:moveTo>
                    <a:lnTo>
                      <a:pt x="105" y="0"/>
                    </a:lnTo>
                    <a:lnTo>
                      <a:pt x="50" y="0"/>
                    </a:lnTo>
                    <a:lnTo>
                      <a:pt x="0" y="52"/>
                    </a:lnTo>
                    <a:lnTo>
                      <a:pt x="56" y="5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0" name="Google Shape;560;p14"/>
              <p:cNvSpPr/>
              <p:nvPr/>
            </p:nvSpPr>
            <p:spPr>
              <a:xfrm>
                <a:off x="4087813" y="2943225"/>
                <a:ext cx="166688" cy="82550"/>
              </a:xfrm>
              <a:custGeom>
                <a:avLst/>
                <a:gdLst/>
                <a:ahLst/>
                <a:cxnLst/>
                <a:rect l="l" t="t" r="r" b="b"/>
                <a:pathLst>
                  <a:path w="105" h="52" extrusionOk="0">
                    <a:moveTo>
                      <a:pt x="50" y="0"/>
                    </a:moveTo>
                    <a:lnTo>
                      <a:pt x="0" y="52"/>
                    </a:lnTo>
                    <a:lnTo>
                      <a:pt x="55" y="52"/>
                    </a:lnTo>
                    <a:lnTo>
                      <a:pt x="105" y="0"/>
                    </a:lnTo>
                    <a:lnTo>
                      <a:pt x="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61" name="Google Shape;561;p14"/>
            <p:cNvGrpSpPr/>
            <p:nvPr/>
          </p:nvGrpSpPr>
          <p:grpSpPr>
            <a:xfrm flipH="1">
              <a:off x="200268" y="4749486"/>
              <a:ext cx="1025928" cy="248431"/>
              <a:chOff x="4287838" y="1025525"/>
              <a:chExt cx="708025" cy="171450"/>
            </a:xfrm>
          </p:grpSpPr>
          <p:sp>
            <p:nvSpPr>
              <p:cNvPr id="562" name="Google Shape;562;p14"/>
              <p:cNvSpPr/>
              <p:nvPr/>
            </p:nvSpPr>
            <p:spPr>
              <a:xfrm>
                <a:off x="4914900" y="1025525"/>
                <a:ext cx="80963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51" h="108" extrusionOk="0">
                    <a:moveTo>
                      <a:pt x="38" y="0"/>
                    </a:moveTo>
                    <a:lnTo>
                      <a:pt x="51" y="10"/>
                    </a:lnTo>
                    <a:lnTo>
                      <a:pt x="21" y="54"/>
                    </a:lnTo>
                    <a:lnTo>
                      <a:pt x="51" y="99"/>
                    </a:lnTo>
                    <a:lnTo>
                      <a:pt x="38" y="108"/>
                    </a:lnTo>
                    <a:lnTo>
                      <a:pt x="0" y="54"/>
                    </a:lnTo>
                    <a:lnTo>
                      <a:pt x="38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3" name="Google Shape;563;p14"/>
              <p:cNvSpPr/>
              <p:nvPr/>
            </p:nvSpPr>
            <p:spPr>
              <a:xfrm>
                <a:off x="4846638" y="1025525"/>
                <a:ext cx="80963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51" h="108" extrusionOk="0">
                    <a:moveTo>
                      <a:pt x="37" y="0"/>
                    </a:moveTo>
                    <a:lnTo>
                      <a:pt x="51" y="10"/>
                    </a:lnTo>
                    <a:lnTo>
                      <a:pt x="20" y="54"/>
                    </a:lnTo>
                    <a:lnTo>
                      <a:pt x="51" y="99"/>
                    </a:lnTo>
                    <a:lnTo>
                      <a:pt x="37" y="108"/>
                    </a:lnTo>
                    <a:lnTo>
                      <a:pt x="0" y="54"/>
                    </a:lnTo>
                    <a:lnTo>
                      <a:pt x="3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4" name="Google Shape;564;p14"/>
              <p:cNvSpPr/>
              <p:nvPr/>
            </p:nvSpPr>
            <p:spPr>
              <a:xfrm>
                <a:off x="4776788" y="1025525"/>
                <a:ext cx="79375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50" h="108" extrusionOk="0">
                    <a:moveTo>
                      <a:pt x="37" y="0"/>
                    </a:moveTo>
                    <a:lnTo>
                      <a:pt x="50" y="10"/>
                    </a:lnTo>
                    <a:lnTo>
                      <a:pt x="19" y="54"/>
                    </a:lnTo>
                    <a:lnTo>
                      <a:pt x="50" y="99"/>
                    </a:lnTo>
                    <a:lnTo>
                      <a:pt x="37" y="108"/>
                    </a:lnTo>
                    <a:lnTo>
                      <a:pt x="0" y="54"/>
                    </a:lnTo>
                    <a:lnTo>
                      <a:pt x="3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5" name="Google Shape;565;p14"/>
              <p:cNvSpPr/>
              <p:nvPr/>
            </p:nvSpPr>
            <p:spPr>
              <a:xfrm>
                <a:off x="4706938" y="1025525"/>
                <a:ext cx="80963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51" h="108" extrusionOk="0">
                    <a:moveTo>
                      <a:pt x="37" y="0"/>
                    </a:moveTo>
                    <a:lnTo>
                      <a:pt x="51" y="10"/>
                    </a:lnTo>
                    <a:lnTo>
                      <a:pt x="20" y="54"/>
                    </a:lnTo>
                    <a:lnTo>
                      <a:pt x="51" y="99"/>
                    </a:lnTo>
                    <a:lnTo>
                      <a:pt x="37" y="108"/>
                    </a:lnTo>
                    <a:lnTo>
                      <a:pt x="0" y="54"/>
                    </a:lnTo>
                    <a:lnTo>
                      <a:pt x="3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6" name="Google Shape;566;p14"/>
              <p:cNvSpPr/>
              <p:nvPr/>
            </p:nvSpPr>
            <p:spPr>
              <a:xfrm>
                <a:off x="4637088" y="1025525"/>
                <a:ext cx="79375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50" h="108" extrusionOk="0">
                    <a:moveTo>
                      <a:pt x="37" y="0"/>
                    </a:moveTo>
                    <a:lnTo>
                      <a:pt x="50" y="10"/>
                    </a:lnTo>
                    <a:lnTo>
                      <a:pt x="19" y="54"/>
                    </a:lnTo>
                    <a:lnTo>
                      <a:pt x="50" y="99"/>
                    </a:lnTo>
                    <a:lnTo>
                      <a:pt x="37" y="108"/>
                    </a:lnTo>
                    <a:lnTo>
                      <a:pt x="0" y="54"/>
                    </a:lnTo>
                    <a:lnTo>
                      <a:pt x="3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7" name="Google Shape;567;p14"/>
              <p:cNvSpPr/>
              <p:nvPr/>
            </p:nvSpPr>
            <p:spPr>
              <a:xfrm>
                <a:off x="4568825" y="1025525"/>
                <a:ext cx="77788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49" h="108" extrusionOk="0">
                    <a:moveTo>
                      <a:pt x="37" y="0"/>
                    </a:moveTo>
                    <a:lnTo>
                      <a:pt x="49" y="10"/>
                    </a:lnTo>
                    <a:lnTo>
                      <a:pt x="19" y="54"/>
                    </a:lnTo>
                    <a:lnTo>
                      <a:pt x="49" y="99"/>
                    </a:lnTo>
                    <a:lnTo>
                      <a:pt x="37" y="108"/>
                    </a:lnTo>
                    <a:lnTo>
                      <a:pt x="0" y="54"/>
                    </a:lnTo>
                    <a:lnTo>
                      <a:pt x="3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8" name="Google Shape;568;p14"/>
              <p:cNvSpPr/>
              <p:nvPr/>
            </p:nvSpPr>
            <p:spPr>
              <a:xfrm>
                <a:off x="4497388" y="1025525"/>
                <a:ext cx="80963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51" h="108" extrusionOk="0">
                    <a:moveTo>
                      <a:pt x="37" y="0"/>
                    </a:moveTo>
                    <a:lnTo>
                      <a:pt x="51" y="10"/>
                    </a:lnTo>
                    <a:lnTo>
                      <a:pt x="20" y="54"/>
                    </a:lnTo>
                    <a:lnTo>
                      <a:pt x="51" y="99"/>
                    </a:lnTo>
                    <a:lnTo>
                      <a:pt x="37" y="108"/>
                    </a:lnTo>
                    <a:lnTo>
                      <a:pt x="0" y="54"/>
                    </a:lnTo>
                    <a:lnTo>
                      <a:pt x="3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9" name="Google Shape;569;p14"/>
              <p:cNvSpPr/>
              <p:nvPr/>
            </p:nvSpPr>
            <p:spPr>
              <a:xfrm>
                <a:off x="4427538" y="1025525"/>
                <a:ext cx="79375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50" h="108" extrusionOk="0">
                    <a:moveTo>
                      <a:pt x="38" y="0"/>
                    </a:moveTo>
                    <a:lnTo>
                      <a:pt x="50" y="10"/>
                    </a:lnTo>
                    <a:lnTo>
                      <a:pt x="20" y="54"/>
                    </a:lnTo>
                    <a:lnTo>
                      <a:pt x="50" y="99"/>
                    </a:lnTo>
                    <a:lnTo>
                      <a:pt x="38" y="108"/>
                    </a:lnTo>
                    <a:lnTo>
                      <a:pt x="0" y="54"/>
                    </a:lnTo>
                    <a:lnTo>
                      <a:pt x="38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0" name="Google Shape;570;p14"/>
              <p:cNvSpPr/>
              <p:nvPr/>
            </p:nvSpPr>
            <p:spPr>
              <a:xfrm>
                <a:off x="4359275" y="1025525"/>
                <a:ext cx="79375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50" h="108" extrusionOk="0">
                    <a:moveTo>
                      <a:pt x="37" y="0"/>
                    </a:moveTo>
                    <a:lnTo>
                      <a:pt x="50" y="10"/>
                    </a:lnTo>
                    <a:lnTo>
                      <a:pt x="19" y="54"/>
                    </a:lnTo>
                    <a:lnTo>
                      <a:pt x="50" y="99"/>
                    </a:lnTo>
                    <a:lnTo>
                      <a:pt x="37" y="108"/>
                    </a:lnTo>
                    <a:lnTo>
                      <a:pt x="0" y="54"/>
                    </a:lnTo>
                    <a:lnTo>
                      <a:pt x="3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1" name="Google Shape;571;p14"/>
              <p:cNvSpPr/>
              <p:nvPr/>
            </p:nvSpPr>
            <p:spPr>
              <a:xfrm>
                <a:off x="4287838" y="1025525"/>
                <a:ext cx="80963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51" h="108" extrusionOk="0">
                    <a:moveTo>
                      <a:pt x="37" y="0"/>
                    </a:moveTo>
                    <a:lnTo>
                      <a:pt x="51" y="10"/>
                    </a:lnTo>
                    <a:lnTo>
                      <a:pt x="20" y="54"/>
                    </a:lnTo>
                    <a:lnTo>
                      <a:pt x="51" y="99"/>
                    </a:lnTo>
                    <a:lnTo>
                      <a:pt x="37" y="108"/>
                    </a:lnTo>
                    <a:lnTo>
                      <a:pt x="0" y="54"/>
                    </a:lnTo>
                    <a:lnTo>
                      <a:pt x="3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572" name="Google Shape;572;p14"/>
            <p:cNvCxnSpPr/>
            <p:nvPr/>
          </p:nvCxnSpPr>
          <p:spPr>
            <a:xfrm>
              <a:off x="713221" y="271275"/>
              <a:ext cx="2783100" cy="0"/>
            </a:xfrm>
            <a:prstGeom prst="straightConnector1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1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603" name="Google Shape;603;p16"/>
          <p:cNvSpPr txBox="1">
            <a:spLocks noGrp="1"/>
          </p:cNvSpPr>
          <p:nvPr>
            <p:ph type="subTitle" idx="1"/>
          </p:nvPr>
        </p:nvSpPr>
        <p:spPr>
          <a:xfrm>
            <a:off x="713225" y="2366750"/>
            <a:ext cx="2240400" cy="174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604" name="Google Shape;604;p16"/>
          <p:cNvSpPr txBox="1">
            <a:spLocks noGrp="1"/>
          </p:cNvSpPr>
          <p:nvPr>
            <p:ph type="subTitle" idx="2"/>
          </p:nvPr>
        </p:nvSpPr>
        <p:spPr>
          <a:xfrm>
            <a:off x="3451796" y="2366750"/>
            <a:ext cx="2240400" cy="174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605" name="Google Shape;605;p16"/>
          <p:cNvSpPr txBox="1">
            <a:spLocks noGrp="1"/>
          </p:cNvSpPr>
          <p:nvPr>
            <p:ph type="subTitle" idx="3"/>
          </p:nvPr>
        </p:nvSpPr>
        <p:spPr>
          <a:xfrm>
            <a:off x="6190374" y="2366750"/>
            <a:ext cx="2240400" cy="174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606" name="Google Shape;606;p16"/>
          <p:cNvSpPr txBox="1">
            <a:spLocks noGrp="1"/>
          </p:cNvSpPr>
          <p:nvPr>
            <p:ph type="subTitle" idx="4"/>
          </p:nvPr>
        </p:nvSpPr>
        <p:spPr>
          <a:xfrm>
            <a:off x="713225" y="1734650"/>
            <a:ext cx="2240400" cy="708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lt2"/>
                </a:solidFill>
                <a:latin typeface="Impact"/>
                <a:ea typeface="Impact"/>
                <a:cs typeface="Impact"/>
                <a:sym typeface="Impac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607" name="Google Shape;607;p16"/>
          <p:cNvSpPr txBox="1">
            <a:spLocks noGrp="1"/>
          </p:cNvSpPr>
          <p:nvPr>
            <p:ph type="subTitle" idx="5"/>
          </p:nvPr>
        </p:nvSpPr>
        <p:spPr>
          <a:xfrm>
            <a:off x="3451798" y="1734650"/>
            <a:ext cx="2240400" cy="708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lt2"/>
                </a:solidFill>
                <a:latin typeface="Impact"/>
                <a:ea typeface="Impact"/>
                <a:cs typeface="Impact"/>
                <a:sym typeface="Impac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608" name="Google Shape;608;p16"/>
          <p:cNvSpPr txBox="1">
            <a:spLocks noGrp="1"/>
          </p:cNvSpPr>
          <p:nvPr>
            <p:ph type="subTitle" idx="6"/>
          </p:nvPr>
        </p:nvSpPr>
        <p:spPr>
          <a:xfrm>
            <a:off x="6190372" y="1734650"/>
            <a:ext cx="2240400" cy="708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lt2"/>
                </a:solidFill>
                <a:latin typeface="Impact"/>
                <a:ea typeface="Impact"/>
                <a:cs typeface="Impact"/>
                <a:sym typeface="Impac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grpSp>
        <p:nvGrpSpPr>
          <p:cNvPr id="609" name="Google Shape;609;p16"/>
          <p:cNvGrpSpPr/>
          <p:nvPr/>
        </p:nvGrpSpPr>
        <p:grpSpPr>
          <a:xfrm>
            <a:off x="7980606" y="4154888"/>
            <a:ext cx="900146" cy="898301"/>
            <a:chOff x="1120775" y="368300"/>
            <a:chExt cx="744538" cy="742950"/>
          </a:xfrm>
        </p:grpSpPr>
        <p:sp>
          <p:nvSpPr>
            <p:cNvPr id="610" name="Google Shape;610;p16"/>
            <p:cNvSpPr/>
            <p:nvPr/>
          </p:nvSpPr>
          <p:spPr>
            <a:xfrm>
              <a:off x="1120775" y="739775"/>
              <a:ext cx="60325" cy="157163"/>
            </a:xfrm>
            <a:custGeom>
              <a:avLst/>
              <a:gdLst/>
              <a:ahLst/>
              <a:cxnLst/>
              <a:rect l="l" t="t" r="r" b="b"/>
              <a:pathLst>
                <a:path w="36" h="94" extrusionOk="0">
                  <a:moveTo>
                    <a:pt x="21" y="94"/>
                  </a:moveTo>
                  <a:cubicBezTo>
                    <a:pt x="7" y="64"/>
                    <a:pt x="0" y="33"/>
                    <a:pt x="0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17" y="30"/>
                    <a:pt x="23" y="59"/>
                    <a:pt x="36" y="87"/>
                  </a:cubicBezTo>
                  <a:lnTo>
                    <a:pt x="21" y="9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1" name="Google Shape;611;p16"/>
            <p:cNvSpPr/>
            <p:nvPr/>
          </p:nvSpPr>
          <p:spPr>
            <a:xfrm>
              <a:off x="1184275" y="930275"/>
              <a:ext cx="127000" cy="125413"/>
            </a:xfrm>
            <a:custGeom>
              <a:avLst/>
              <a:gdLst/>
              <a:ahLst/>
              <a:cxnLst/>
              <a:rect l="l" t="t" r="r" b="b"/>
              <a:pathLst>
                <a:path w="76" h="75" extrusionOk="0">
                  <a:moveTo>
                    <a:pt x="67" y="75"/>
                  </a:moveTo>
                  <a:cubicBezTo>
                    <a:pt x="41" y="58"/>
                    <a:pt x="17" y="35"/>
                    <a:pt x="0" y="9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30" y="24"/>
                    <a:pt x="51" y="45"/>
                    <a:pt x="76" y="61"/>
                  </a:cubicBezTo>
                  <a:lnTo>
                    <a:pt x="67" y="75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2" name="Google Shape;612;p16"/>
            <p:cNvSpPr/>
            <p:nvPr/>
          </p:nvSpPr>
          <p:spPr>
            <a:xfrm>
              <a:off x="1341438" y="1054100"/>
              <a:ext cx="69850" cy="46037"/>
            </a:xfrm>
            <a:custGeom>
              <a:avLst/>
              <a:gdLst/>
              <a:ahLst/>
              <a:cxnLst/>
              <a:rect l="l" t="t" r="r" b="b"/>
              <a:pathLst>
                <a:path w="41" h="27" extrusionOk="0">
                  <a:moveTo>
                    <a:pt x="37" y="27"/>
                  </a:moveTo>
                  <a:cubicBezTo>
                    <a:pt x="25" y="24"/>
                    <a:pt x="12" y="20"/>
                    <a:pt x="0" y="15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8" y="5"/>
                    <a:pt x="30" y="9"/>
                    <a:pt x="41" y="11"/>
                  </a:cubicBezTo>
                  <a:lnTo>
                    <a:pt x="37" y="27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3" name="Google Shape;613;p16"/>
            <p:cNvSpPr/>
            <p:nvPr/>
          </p:nvSpPr>
          <p:spPr>
            <a:xfrm>
              <a:off x="1447800" y="1057275"/>
              <a:ext cx="187325" cy="53975"/>
            </a:xfrm>
            <a:custGeom>
              <a:avLst/>
              <a:gdLst/>
              <a:ahLst/>
              <a:cxnLst/>
              <a:rect l="l" t="t" r="r" b="b"/>
              <a:pathLst>
                <a:path w="111" h="32" extrusionOk="0">
                  <a:moveTo>
                    <a:pt x="27" y="32"/>
                  </a:moveTo>
                  <a:cubicBezTo>
                    <a:pt x="18" y="32"/>
                    <a:pt x="9" y="31"/>
                    <a:pt x="0" y="30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10" y="15"/>
                    <a:pt x="18" y="15"/>
                    <a:pt x="27" y="15"/>
                  </a:cubicBezTo>
                  <a:cubicBezTo>
                    <a:pt x="54" y="15"/>
                    <a:pt x="80" y="10"/>
                    <a:pt x="104" y="0"/>
                  </a:cubicBezTo>
                  <a:cubicBezTo>
                    <a:pt x="111" y="15"/>
                    <a:pt x="111" y="15"/>
                    <a:pt x="111" y="15"/>
                  </a:cubicBezTo>
                  <a:cubicBezTo>
                    <a:pt x="84" y="26"/>
                    <a:pt x="56" y="32"/>
                    <a:pt x="27" y="3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4" name="Google Shape;614;p16"/>
            <p:cNvSpPr/>
            <p:nvPr/>
          </p:nvSpPr>
          <p:spPr>
            <a:xfrm>
              <a:off x="1681163" y="923925"/>
              <a:ext cx="127000" cy="127000"/>
            </a:xfrm>
            <a:custGeom>
              <a:avLst/>
              <a:gdLst/>
              <a:ahLst/>
              <a:cxnLst/>
              <a:rect l="l" t="t" r="r" b="b"/>
              <a:pathLst>
                <a:path w="75" h="75" extrusionOk="0">
                  <a:moveTo>
                    <a:pt x="9" y="75"/>
                  </a:moveTo>
                  <a:cubicBezTo>
                    <a:pt x="0" y="61"/>
                    <a:pt x="0" y="61"/>
                    <a:pt x="0" y="61"/>
                  </a:cubicBezTo>
                  <a:cubicBezTo>
                    <a:pt x="24" y="46"/>
                    <a:pt x="45" y="24"/>
                    <a:pt x="61" y="0"/>
                  </a:cubicBezTo>
                  <a:cubicBezTo>
                    <a:pt x="75" y="9"/>
                    <a:pt x="75" y="9"/>
                    <a:pt x="75" y="9"/>
                  </a:cubicBezTo>
                  <a:cubicBezTo>
                    <a:pt x="58" y="35"/>
                    <a:pt x="35" y="58"/>
                    <a:pt x="9" y="7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5" name="Google Shape;615;p16"/>
            <p:cNvSpPr/>
            <p:nvPr/>
          </p:nvSpPr>
          <p:spPr>
            <a:xfrm>
              <a:off x="1830388" y="668338"/>
              <a:ext cx="34925" cy="142875"/>
            </a:xfrm>
            <a:custGeom>
              <a:avLst/>
              <a:gdLst/>
              <a:ahLst/>
              <a:cxnLst/>
              <a:rect l="l" t="t" r="r" b="b"/>
              <a:pathLst>
                <a:path w="20" h="85" extrusionOk="0">
                  <a:moveTo>
                    <a:pt x="16" y="85"/>
                  </a:moveTo>
                  <a:cubicBezTo>
                    <a:pt x="0" y="82"/>
                    <a:pt x="0" y="82"/>
                    <a:pt x="0" y="82"/>
                  </a:cubicBezTo>
                  <a:cubicBezTo>
                    <a:pt x="2" y="69"/>
                    <a:pt x="4" y="56"/>
                    <a:pt x="4" y="42"/>
                  </a:cubicBezTo>
                  <a:cubicBezTo>
                    <a:pt x="4" y="29"/>
                    <a:pt x="2" y="16"/>
                    <a:pt x="0" y="3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9" y="14"/>
                    <a:pt x="20" y="28"/>
                    <a:pt x="20" y="42"/>
                  </a:cubicBezTo>
                  <a:cubicBezTo>
                    <a:pt x="20" y="57"/>
                    <a:pt x="19" y="71"/>
                    <a:pt x="16" y="8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6" name="Google Shape;616;p16"/>
            <p:cNvSpPr/>
            <p:nvPr/>
          </p:nvSpPr>
          <p:spPr>
            <a:xfrm>
              <a:off x="1695450" y="438150"/>
              <a:ext cx="144463" cy="174625"/>
            </a:xfrm>
            <a:custGeom>
              <a:avLst/>
              <a:gdLst/>
              <a:ahLst/>
              <a:cxnLst/>
              <a:rect l="l" t="t" r="r" b="b"/>
              <a:pathLst>
                <a:path w="85" h="103" extrusionOk="0">
                  <a:moveTo>
                    <a:pt x="70" y="103"/>
                  </a:moveTo>
                  <a:cubicBezTo>
                    <a:pt x="55" y="67"/>
                    <a:pt x="31" y="36"/>
                    <a:pt x="0" y="13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44" y="25"/>
                    <a:pt x="70" y="58"/>
                    <a:pt x="85" y="97"/>
                  </a:cubicBezTo>
                  <a:lnTo>
                    <a:pt x="70" y="10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7" name="Google Shape;617;p16"/>
            <p:cNvSpPr/>
            <p:nvPr/>
          </p:nvSpPr>
          <p:spPr>
            <a:xfrm>
              <a:off x="1449388" y="368300"/>
              <a:ext cx="228600" cy="71438"/>
            </a:xfrm>
            <a:custGeom>
              <a:avLst/>
              <a:gdLst/>
              <a:ahLst/>
              <a:cxnLst/>
              <a:rect l="l" t="t" r="r" b="b"/>
              <a:pathLst>
                <a:path w="135" h="43" extrusionOk="0">
                  <a:moveTo>
                    <a:pt x="127" y="43"/>
                  </a:moveTo>
                  <a:cubicBezTo>
                    <a:pt x="96" y="26"/>
                    <a:pt x="61" y="16"/>
                    <a:pt x="26" y="16"/>
                  </a:cubicBezTo>
                  <a:cubicBezTo>
                    <a:pt x="18" y="16"/>
                    <a:pt x="10" y="17"/>
                    <a:pt x="2" y="18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9" y="0"/>
                    <a:pt x="17" y="0"/>
                    <a:pt x="26" y="0"/>
                  </a:cubicBezTo>
                  <a:cubicBezTo>
                    <a:pt x="64" y="0"/>
                    <a:pt x="102" y="10"/>
                    <a:pt x="135" y="29"/>
                  </a:cubicBezTo>
                  <a:lnTo>
                    <a:pt x="127" y="4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8" name="Google Shape;618;p16"/>
            <p:cNvSpPr/>
            <p:nvPr/>
          </p:nvSpPr>
          <p:spPr>
            <a:xfrm>
              <a:off x="1296988" y="377825"/>
              <a:ext cx="114300" cy="69850"/>
            </a:xfrm>
            <a:custGeom>
              <a:avLst/>
              <a:gdLst/>
              <a:ahLst/>
              <a:cxnLst/>
              <a:rect l="l" t="t" r="r" b="b"/>
              <a:pathLst>
                <a:path w="68" h="41" extrusionOk="0">
                  <a:moveTo>
                    <a:pt x="9" y="41"/>
                  </a:moveTo>
                  <a:cubicBezTo>
                    <a:pt x="0" y="27"/>
                    <a:pt x="0" y="27"/>
                    <a:pt x="0" y="27"/>
                  </a:cubicBezTo>
                  <a:cubicBezTo>
                    <a:pt x="20" y="15"/>
                    <a:pt x="42" y="6"/>
                    <a:pt x="64" y="0"/>
                  </a:cubicBezTo>
                  <a:cubicBezTo>
                    <a:pt x="68" y="16"/>
                    <a:pt x="68" y="16"/>
                    <a:pt x="68" y="16"/>
                  </a:cubicBezTo>
                  <a:cubicBezTo>
                    <a:pt x="47" y="21"/>
                    <a:pt x="28" y="30"/>
                    <a:pt x="9" y="4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9" name="Google Shape;619;p16"/>
            <p:cNvSpPr/>
            <p:nvPr/>
          </p:nvSpPr>
          <p:spPr>
            <a:xfrm>
              <a:off x="1127125" y="468313"/>
              <a:ext cx="130175" cy="206375"/>
            </a:xfrm>
            <a:custGeom>
              <a:avLst/>
              <a:gdLst/>
              <a:ahLst/>
              <a:cxnLst/>
              <a:rect l="l" t="t" r="r" b="b"/>
              <a:pathLst>
                <a:path w="77" h="122" extrusionOk="0">
                  <a:moveTo>
                    <a:pt x="16" y="122"/>
                  </a:moveTo>
                  <a:cubicBezTo>
                    <a:pt x="0" y="119"/>
                    <a:pt x="0" y="119"/>
                    <a:pt x="0" y="119"/>
                  </a:cubicBezTo>
                  <a:cubicBezTo>
                    <a:pt x="9" y="73"/>
                    <a:pt x="31" y="32"/>
                    <a:pt x="65" y="0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45" y="42"/>
                    <a:pt x="24" y="80"/>
                    <a:pt x="16" y="12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0" name="Google Shape;620;p16"/>
            <p:cNvSpPr/>
            <p:nvPr/>
          </p:nvSpPr>
          <p:spPr>
            <a:xfrm>
              <a:off x="1192213" y="847725"/>
              <a:ext cx="80963" cy="109538"/>
            </a:xfrm>
            <a:custGeom>
              <a:avLst/>
              <a:gdLst/>
              <a:ahLst/>
              <a:cxnLst/>
              <a:rect l="l" t="t" r="r" b="b"/>
              <a:pathLst>
                <a:path w="48" h="65" extrusionOk="0">
                  <a:moveTo>
                    <a:pt x="38" y="65"/>
                  </a:moveTo>
                  <a:cubicBezTo>
                    <a:pt x="21" y="47"/>
                    <a:pt x="9" y="27"/>
                    <a:pt x="0" y="5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21" y="21"/>
                    <a:pt x="33" y="39"/>
                    <a:pt x="48" y="56"/>
                  </a:cubicBezTo>
                  <a:lnTo>
                    <a:pt x="38" y="6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1" name="Google Shape;621;p16"/>
            <p:cNvSpPr/>
            <p:nvPr/>
          </p:nvSpPr>
          <p:spPr>
            <a:xfrm>
              <a:off x="1284288" y="966788"/>
              <a:ext cx="209550" cy="93663"/>
            </a:xfrm>
            <a:custGeom>
              <a:avLst/>
              <a:gdLst/>
              <a:ahLst/>
              <a:cxnLst/>
              <a:rect l="l" t="t" r="r" b="b"/>
              <a:pathLst>
                <a:path w="124" h="56" extrusionOk="0">
                  <a:moveTo>
                    <a:pt x="124" y="56"/>
                  </a:moveTo>
                  <a:cubicBezTo>
                    <a:pt x="78" y="56"/>
                    <a:pt x="34" y="40"/>
                    <a:pt x="0" y="11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41" y="28"/>
                    <a:pt x="82" y="43"/>
                    <a:pt x="124" y="43"/>
                  </a:cubicBezTo>
                  <a:lnTo>
                    <a:pt x="124" y="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2" name="Google Shape;622;p16"/>
            <p:cNvSpPr/>
            <p:nvPr/>
          </p:nvSpPr>
          <p:spPr>
            <a:xfrm>
              <a:off x="1555750" y="963613"/>
              <a:ext cx="150813" cy="90488"/>
            </a:xfrm>
            <a:custGeom>
              <a:avLst/>
              <a:gdLst/>
              <a:ahLst/>
              <a:cxnLst/>
              <a:rect l="l" t="t" r="r" b="b"/>
              <a:pathLst>
                <a:path w="89" h="54" extrusionOk="0">
                  <a:moveTo>
                    <a:pt x="3" y="54"/>
                  </a:moveTo>
                  <a:cubicBezTo>
                    <a:pt x="0" y="41"/>
                    <a:pt x="0" y="41"/>
                    <a:pt x="0" y="41"/>
                  </a:cubicBezTo>
                  <a:cubicBezTo>
                    <a:pt x="30" y="34"/>
                    <a:pt x="57" y="20"/>
                    <a:pt x="80" y="0"/>
                  </a:cubicBezTo>
                  <a:cubicBezTo>
                    <a:pt x="89" y="10"/>
                    <a:pt x="89" y="10"/>
                    <a:pt x="89" y="10"/>
                  </a:cubicBezTo>
                  <a:cubicBezTo>
                    <a:pt x="65" y="32"/>
                    <a:pt x="35" y="47"/>
                    <a:pt x="3" y="5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3" name="Google Shape;623;p16"/>
            <p:cNvSpPr/>
            <p:nvPr/>
          </p:nvSpPr>
          <p:spPr>
            <a:xfrm>
              <a:off x="1714500" y="839788"/>
              <a:ext cx="82550" cy="117475"/>
            </a:xfrm>
            <a:custGeom>
              <a:avLst/>
              <a:gdLst/>
              <a:ahLst/>
              <a:cxnLst/>
              <a:rect l="l" t="t" r="r" b="b"/>
              <a:pathLst>
                <a:path w="49" h="69" extrusionOk="0">
                  <a:moveTo>
                    <a:pt x="10" y="69"/>
                  </a:moveTo>
                  <a:cubicBezTo>
                    <a:pt x="0" y="60"/>
                    <a:pt x="0" y="60"/>
                    <a:pt x="0" y="60"/>
                  </a:cubicBezTo>
                  <a:cubicBezTo>
                    <a:pt x="16" y="42"/>
                    <a:pt x="28" y="22"/>
                    <a:pt x="36" y="0"/>
                  </a:cubicBezTo>
                  <a:cubicBezTo>
                    <a:pt x="49" y="5"/>
                    <a:pt x="49" y="5"/>
                    <a:pt x="49" y="5"/>
                  </a:cubicBezTo>
                  <a:cubicBezTo>
                    <a:pt x="40" y="29"/>
                    <a:pt x="27" y="50"/>
                    <a:pt x="10" y="6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4" name="Google Shape;624;p16"/>
            <p:cNvSpPr/>
            <p:nvPr/>
          </p:nvSpPr>
          <p:spPr>
            <a:xfrm>
              <a:off x="1784350" y="663575"/>
              <a:ext cx="31750" cy="133350"/>
            </a:xfrm>
            <a:custGeom>
              <a:avLst/>
              <a:gdLst/>
              <a:ahLst/>
              <a:cxnLst/>
              <a:rect l="l" t="t" r="r" b="b"/>
              <a:pathLst>
                <a:path w="19" h="79" extrusionOk="0">
                  <a:moveTo>
                    <a:pt x="16" y="79"/>
                  </a:moveTo>
                  <a:cubicBezTo>
                    <a:pt x="2" y="77"/>
                    <a:pt x="2" y="77"/>
                    <a:pt x="2" y="77"/>
                  </a:cubicBezTo>
                  <a:cubicBezTo>
                    <a:pt x="4" y="66"/>
                    <a:pt x="5" y="56"/>
                    <a:pt x="5" y="45"/>
                  </a:cubicBezTo>
                  <a:cubicBezTo>
                    <a:pt x="5" y="31"/>
                    <a:pt x="4" y="17"/>
                    <a:pt x="0" y="3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7" y="15"/>
                    <a:pt x="19" y="30"/>
                    <a:pt x="19" y="45"/>
                  </a:cubicBezTo>
                  <a:cubicBezTo>
                    <a:pt x="19" y="57"/>
                    <a:pt x="18" y="68"/>
                    <a:pt x="16" y="7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5" name="Google Shape;625;p16"/>
            <p:cNvSpPr/>
            <p:nvPr/>
          </p:nvSpPr>
          <p:spPr>
            <a:xfrm>
              <a:off x="1714500" y="520700"/>
              <a:ext cx="80963" cy="112712"/>
            </a:xfrm>
            <a:custGeom>
              <a:avLst/>
              <a:gdLst/>
              <a:ahLst/>
              <a:cxnLst/>
              <a:rect l="l" t="t" r="r" b="b"/>
              <a:pathLst>
                <a:path w="48" h="66" extrusionOk="0">
                  <a:moveTo>
                    <a:pt x="35" y="66"/>
                  </a:moveTo>
                  <a:cubicBezTo>
                    <a:pt x="27" y="45"/>
                    <a:pt x="15" y="26"/>
                    <a:pt x="0" y="9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26" y="18"/>
                    <a:pt x="39" y="39"/>
                    <a:pt x="48" y="61"/>
                  </a:cubicBezTo>
                  <a:lnTo>
                    <a:pt x="35" y="6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6" name="Google Shape;626;p16"/>
            <p:cNvSpPr/>
            <p:nvPr/>
          </p:nvSpPr>
          <p:spPr>
            <a:xfrm>
              <a:off x="1558925" y="425450"/>
              <a:ext cx="139700" cy="82550"/>
            </a:xfrm>
            <a:custGeom>
              <a:avLst/>
              <a:gdLst/>
              <a:ahLst/>
              <a:cxnLst/>
              <a:rect l="l" t="t" r="r" b="b"/>
              <a:pathLst>
                <a:path w="82" h="49" extrusionOk="0">
                  <a:moveTo>
                    <a:pt x="73" y="49"/>
                  </a:moveTo>
                  <a:cubicBezTo>
                    <a:pt x="52" y="32"/>
                    <a:pt x="27" y="19"/>
                    <a:pt x="0" y="13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2" y="6"/>
                    <a:pt x="59" y="20"/>
                    <a:pt x="82" y="38"/>
                  </a:cubicBezTo>
                  <a:lnTo>
                    <a:pt x="73" y="4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7" name="Google Shape;627;p16"/>
            <p:cNvSpPr/>
            <p:nvPr/>
          </p:nvSpPr>
          <p:spPr>
            <a:xfrm>
              <a:off x="1327150" y="417513"/>
              <a:ext cx="198437" cy="66675"/>
            </a:xfrm>
            <a:custGeom>
              <a:avLst/>
              <a:gdLst/>
              <a:ahLst/>
              <a:cxnLst/>
              <a:rect l="l" t="t" r="r" b="b"/>
              <a:pathLst>
                <a:path w="118" h="40" extrusionOk="0">
                  <a:moveTo>
                    <a:pt x="7" y="40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30" y="10"/>
                    <a:pt x="64" y="0"/>
                    <a:pt x="99" y="0"/>
                  </a:cubicBezTo>
                  <a:cubicBezTo>
                    <a:pt x="105" y="0"/>
                    <a:pt x="111" y="0"/>
                    <a:pt x="118" y="1"/>
                  </a:cubicBezTo>
                  <a:cubicBezTo>
                    <a:pt x="116" y="15"/>
                    <a:pt x="116" y="15"/>
                    <a:pt x="116" y="15"/>
                  </a:cubicBezTo>
                  <a:cubicBezTo>
                    <a:pt x="111" y="14"/>
                    <a:pt x="105" y="14"/>
                    <a:pt x="99" y="14"/>
                  </a:cubicBezTo>
                  <a:cubicBezTo>
                    <a:pt x="66" y="14"/>
                    <a:pt x="35" y="23"/>
                    <a:pt x="7" y="4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8" name="Google Shape;628;p16"/>
            <p:cNvSpPr/>
            <p:nvPr/>
          </p:nvSpPr>
          <p:spPr>
            <a:xfrm>
              <a:off x="1195388" y="487363"/>
              <a:ext cx="111125" cy="138113"/>
            </a:xfrm>
            <a:custGeom>
              <a:avLst/>
              <a:gdLst/>
              <a:ahLst/>
              <a:cxnLst/>
              <a:rect l="l" t="t" r="r" b="b"/>
              <a:pathLst>
                <a:path w="66" h="82" extrusionOk="0">
                  <a:moveTo>
                    <a:pt x="12" y="82"/>
                  </a:moveTo>
                  <a:cubicBezTo>
                    <a:pt x="0" y="77"/>
                    <a:pt x="0" y="77"/>
                    <a:pt x="0" y="77"/>
                  </a:cubicBezTo>
                  <a:cubicBezTo>
                    <a:pt x="12" y="47"/>
                    <a:pt x="32" y="20"/>
                    <a:pt x="58" y="0"/>
                  </a:cubicBezTo>
                  <a:cubicBezTo>
                    <a:pt x="66" y="11"/>
                    <a:pt x="66" y="11"/>
                    <a:pt x="66" y="11"/>
                  </a:cubicBezTo>
                  <a:cubicBezTo>
                    <a:pt x="43" y="29"/>
                    <a:pt x="24" y="54"/>
                    <a:pt x="12" y="8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9" name="Google Shape;629;p16"/>
            <p:cNvSpPr/>
            <p:nvPr/>
          </p:nvSpPr>
          <p:spPr>
            <a:xfrm>
              <a:off x="1171575" y="661988"/>
              <a:ext cx="31750" cy="152400"/>
            </a:xfrm>
            <a:custGeom>
              <a:avLst/>
              <a:gdLst/>
              <a:ahLst/>
              <a:cxnLst/>
              <a:rect l="l" t="t" r="r" b="b"/>
              <a:pathLst>
                <a:path w="19" h="91" extrusionOk="0">
                  <a:moveTo>
                    <a:pt x="5" y="91"/>
                  </a:moveTo>
                  <a:cubicBezTo>
                    <a:pt x="1" y="76"/>
                    <a:pt x="0" y="61"/>
                    <a:pt x="0" y="46"/>
                  </a:cubicBezTo>
                  <a:cubicBezTo>
                    <a:pt x="0" y="31"/>
                    <a:pt x="2" y="15"/>
                    <a:pt x="5" y="0"/>
                  </a:cubicBezTo>
                  <a:cubicBezTo>
                    <a:pt x="19" y="4"/>
                    <a:pt x="19" y="4"/>
                    <a:pt x="19" y="4"/>
                  </a:cubicBezTo>
                  <a:cubicBezTo>
                    <a:pt x="15" y="17"/>
                    <a:pt x="13" y="32"/>
                    <a:pt x="13" y="46"/>
                  </a:cubicBezTo>
                  <a:cubicBezTo>
                    <a:pt x="13" y="60"/>
                    <a:pt x="15" y="74"/>
                    <a:pt x="18" y="87"/>
                  </a:cubicBezTo>
                  <a:lnTo>
                    <a:pt x="5" y="9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0" name="Google Shape;630;p16"/>
            <p:cNvSpPr/>
            <p:nvPr/>
          </p:nvSpPr>
          <p:spPr>
            <a:xfrm>
              <a:off x="1493838" y="806450"/>
              <a:ext cx="265113" cy="207963"/>
            </a:xfrm>
            <a:custGeom>
              <a:avLst/>
              <a:gdLst/>
              <a:ahLst/>
              <a:cxnLst/>
              <a:rect l="l" t="t" r="r" b="b"/>
              <a:pathLst>
                <a:path w="157" h="123" extrusionOk="0">
                  <a:moveTo>
                    <a:pt x="0" y="123"/>
                  </a:moveTo>
                  <a:cubicBezTo>
                    <a:pt x="0" y="116"/>
                    <a:pt x="0" y="116"/>
                    <a:pt x="0" y="116"/>
                  </a:cubicBezTo>
                  <a:cubicBezTo>
                    <a:pt x="70" y="116"/>
                    <a:pt x="132" y="68"/>
                    <a:pt x="150" y="0"/>
                  </a:cubicBezTo>
                  <a:cubicBezTo>
                    <a:pt x="157" y="2"/>
                    <a:pt x="157" y="2"/>
                    <a:pt x="157" y="2"/>
                  </a:cubicBezTo>
                  <a:cubicBezTo>
                    <a:pt x="138" y="73"/>
                    <a:pt x="73" y="123"/>
                    <a:pt x="0" y="12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1" name="Google Shape;631;p16"/>
            <p:cNvSpPr/>
            <p:nvPr/>
          </p:nvSpPr>
          <p:spPr>
            <a:xfrm>
              <a:off x="1752600" y="693738"/>
              <a:ext cx="14288" cy="46037"/>
            </a:xfrm>
            <a:custGeom>
              <a:avLst/>
              <a:gdLst/>
              <a:ahLst/>
              <a:cxnLst/>
              <a:rect l="l" t="t" r="r" b="b"/>
              <a:pathLst>
                <a:path w="9" h="27" extrusionOk="0">
                  <a:moveTo>
                    <a:pt x="9" y="27"/>
                  </a:moveTo>
                  <a:cubicBezTo>
                    <a:pt x="3" y="27"/>
                    <a:pt x="3" y="27"/>
                    <a:pt x="3" y="27"/>
                  </a:cubicBezTo>
                  <a:cubicBezTo>
                    <a:pt x="3" y="19"/>
                    <a:pt x="2" y="10"/>
                    <a:pt x="0" y="1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9" y="9"/>
                    <a:pt x="9" y="18"/>
                    <a:pt x="9" y="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2" name="Google Shape;632;p16"/>
            <p:cNvSpPr/>
            <p:nvPr/>
          </p:nvSpPr>
          <p:spPr>
            <a:xfrm>
              <a:off x="1658938" y="527050"/>
              <a:ext cx="46037" cy="44450"/>
            </a:xfrm>
            <a:custGeom>
              <a:avLst/>
              <a:gdLst/>
              <a:ahLst/>
              <a:cxnLst/>
              <a:rect l="l" t="t" r="r" b="b"/>
              <a:pathLst>
                <a:path w="27" h="27" extrusionOk="0">
                  <a:moveTo>
                    <a:pt x="21" y="27"/>
                  </a:moveTo>
                  <a:cubicBezTo>
                    <a:pt x="15" y="19"/>
                    <a:pt x="8" y="12"/>
                    <a:pt x="0" y="6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13" y="7"/>
                    <a:pt x="20" y="14"/>
                    <a:pt x="27" y="22"/>
                  </a:cubicBezTo>
                  <a:lnTo>
                    <a:pt x="21" y="27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3" name="Google Shape;633;p16"/>
            <p:cNvSpPr/>
            <p:nvPr/>
          </p:nvSpPr>
          <p:spPr>
            <a:xfrm>
              <a:off x="1524000" y="466725"/>
              <a:ext cx="123825" cy="55563"/>
            </a:xfrm>
            <a:custGeom>
              <a:avLst/>
              <a:gdLst/>
              <a:ahLst/>
              <a:cxnLst/>
              <a:rect l="l" t="t" r="r" b="b"/>
              <a:pathLst>
                <a:path w="73" h="33" extrusionOk="0">
                  <a:moveTo>
                    <a:pt x="70" y="33"/>
                  </a:moveTo>
                  <a:cubicBezTo>
                    <a:pt x="49" y="18"/>
                    <a:pt x="25" y="9"/>
                    <a:pt x="0" y="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" y="3"/>
                    <a:pt x="52" y="12"/>
                    <a:pt x="73" y="27"/>
                  </a:cubicBezTo>
                  <a:lnTo>
                    <a:pt x="70" y="33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4" name="Google Shape;634;p16"/>
            <p:cNvSpPr/>
            <p:nvPr/>
          </p:nvSpPr>
          <p:spPr>
            <a:xfrm>
              <a:off x="1436688" y="465138"/>
              <a:ext cx="57150" cy="17463"/>
            </a:xfrm>
            <a:custGeom>
              <a:avLst/>
              <a:gdLst/>
              <a:ahLst/>
              <a:cxnLst/>
              <a:rect l="l" t="t" r="r" b="b"/>
              <a:pathLst>
                <a:path w="34" h="10" extrusionOk="0">
                  <a:moveTo>
                    <a:pt x="1" y="10"/>
                  </a:moveTo>
                  <a:cubicBezTo>
                    <a:pt x="0" y="3"/>
                    <a:pt x="0" y="3"/>
                    <a:pt x="0" y="3"/>
                  </a:cubicBezTo>
                  <a:cubicBezTo>
                    <a:pt x="11" y="1"/>
                    <a:pt x="22" y="0"/>
                    <a:pt x="34" y="0"/>
                  </a:cubicBezTo>
                  <a:cubicBezTo>
                    <a:pt x="34" y="7"/>
                    <a:pt x="34" y="7"/>
                    <a:pt x="34" y="7"/>
                  </a:cubicBezTo>
                  <a:cubicBezTo>
                    <a:pt x="23" y="7"/>
                    <a:pt x="12" y="8"/>
                    <a:pt x="1" y="1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5" name="Google Shape;635;p16"/>
            <p:cNvSpPr/>
            <p:nvPr/>
          </p:nvSpPr>
          <p:spPr>
            <a:xfrm>
              <a:off x="1231900" y="487363"/>
              <a:ext cx="158750" cy="173037"/>
            </a:xfrm>
            <a:custGeom>
              <a:avLst/>
              <a:gdLst/>
              <a:ahLst/>
              <a:cxnLst/>
              <a:rect l="l" t="t" r="r" b="b"/>
              <a:pathLst>
                <a:path w="94" h="102" extrusionOk="0">
                  <a:moveTo>
                    <a:pt x="6" y="102"/>
                  </a:moveTo>
                  <a:cubicBezTo>
                    <a:pt x="0" y="100"/>
                    <a:pt x="0" y="100"/>
                    <a:pt x="0" y="100"/>
                  </a:cubicBezTo>
                  <a:cubicBezTo>
                    <a:pt x="14" y="55"/>
                    <a:pt x="47" y="18"/>
                    <a:pt x="91" y="0"/>
                  </a:cubicBezTo>
                  <a:cubicBezTo>
                    <a:pt x="94" y="6"/>
                    <a:pt x="94" y="6"/>
                    <a:pt x="94" y="6"/>
                  </a:cubicBezTo>
                  <a:cubicBezTo>
                    <a:pt x="52" y="24"/>
                    <a:pt x="20" y="59"/>
                    <a:pt x="6" y="10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6" name="Google Shape;636;p16"/>
            <p:cNvSpPr/>
            <p:nvPr/>
          </p:nvSpPr>
          <p:spPr>
            <a:xfrm>
              <a:off x="1219200" y="685800"/>
              <a:ext cx="15875" cy="53975"/>
            </a:xfrm>
            <a:custGeom>
              <a:avLst/>
              <a:gdLst/>
              <a:ahLst/>
              <a:cxnLst/>
              <a:rect l="l" t="t" r="r" b="b"/>
              <a:pathLst>
                <a:path w="10" h="32" extrusionOk="0">
                  <a:moveTo>
                    <a:pt x="7" y="32"/>
                  </a:moveTo>
                  <a:cubicBezTo>
                    <a:pt x="0" y="32"/>
                    <a:pt x="0" y="32"/>
                    <a:pt x="0" y="32"/>
                  </a:cubicBezTo>
                  <a:cubicBezTo>
                    <a:pt x="0" y="21"/>
                    <a:pt x="1" y="10"/>
                    <a:pt x="4" y="0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8" y="11"/>
                    <a:pt x="7" y="22"/>
                    <a:pt x="7" y="3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7" name="Google Shape;637;p16"/>
            <p:cNvSpPr/>
            <p:nvPr/>
          </p:nvSpPr>
          <p:spPr>
            <a:xfrm>
              <a:off x="1231900" y="820738"/>
              <a:ext cx="111125" cy="144463"/>
            </a:xfrm>
            <a:custGeom>
              <a:avLst/>
              <a:gdLst/>
              <a:ahLst/>
              <a:cxnLst/>
              <a:rect l="l" t="t" r="r" b="b"/>
              <a:pathLst>
                <a:path w="66" h="86" extrusionOk="0">
                  <a:moveTo>
                    <a:pt x="62" y="86"/>
                  </a:moveTo>
                  <a:cubicBezTo>
                    <a:pt x="33" y="66"/>
                    <a:pt x="11" y="36"/>
                    <a:pt x="0" y="2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17" y="32"/>
                    <a:pt x="38" y="61"/>
                    <a:pt x="66" y="80"/>
                  </a:cubicBezTo>
                  <a:lnTo>
                    <a:pt x="62" y="8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8" name="Google Shape;638;p16"/>
            <p:cNvSpPr/>
            <p:nvPr/>
          </p:nvSpPr>
          <p:spPr>
            <a:xfrm>
              <a:off x="1377950" y="976313"/>
              <a:ext cx="38100" cy="25400"/>
            </a:xfrm>
            <a:custGeom>
              <a:avLst/>
              <a:gdLst/>
              <a:ahLst/>
              <a:cxnLst/>
              <a:rect l="l" t="t" r="r" b="b"/>
              <a:pathLst>
                <a:path w="23" h="15" extrusionOk="0">
                  <a:moveTo>
                    <a:pt x="21" y="15"/>
                  </a:moveTo>
                  <a:cubicBezTo>
                    <a:pt x="14" y="12"/>
                    <a:pt x="7" y="10"/>
                    <a:pt x="0" y="7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9" y="3"/>
                    <a:pt x="16" y="6"/>
                    <a:pt x="23" y="8"/>
                  </a:cubicBezTo>
                  <a:lnTo>
                    <a:pt x="21" y="1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9" name="Google Shape;639;p16"/>
            <p:cNvSpPr/>
            <p:nvPr/>
          </p:nvSpPr>
          <p:spPr>
            <a:xfrm>
              <a:off x="1325563" y="739775"/>
              <a:ext cx="26988" cy="69850"/>
            </a:xfrm>
            <a:custGeom>
              <a:avLst/>
              <a:gdLst/>
              <a:ahLst/>
              <a:cxnLst/>
              <a:rect l="l" t="t" r="r" b="b"/>
              <a:pathLst>
                <a:path w="16" h="42" extrusionOk="0">
                  <a:moveTo>
                    <a:pt x="9" y="42"/>
                  </a:moveTo>
                  <a:cubicBezTo>
                    <a:pt x="3" y="29"/>
                    <a:pt x="0" y="15"/>
                    <a:pt x="0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14"/>
                    <a:pt x="11" y="27"/>
                    <a:pt x="16" y="39"/>
                  </a:cubicBezTo>
                  <a:lnTo>
                    <a:pt x="9" y="42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0" name="Google Shape;640;p16"/>
            <p:cNvSpPr/>
            <p:nvPr/>
          </p:nvSpPr>
          <p:spPr>
            <a:xfrm>
              <a:off x="1354138" y="825500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34" h="34" extrusionOk="0">
                  <a:moveTo>
                    <a:pt x="30" y="34"/>
                  </a:moveTo>
                  <a:cubicBezTo>
                    <a:pt x="18" y="26"/>
                    <a:pt x="8" y="16"/>
                    <a:pt x="0" y="4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13" y="11"/>
                    <a:pt x="23" y="21"/>
                    <a:pt x="34" y="28"/>
                  </a:cubicBezTo>
                  <a:lnTo>
                    <a:pt x="30" y="3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1" name="Google Shape;641;p16"/>
            <p:cNvSpPr/>
            <p:nvPr/>
          </p:nvSpPr>
          <p:spPr>
            <a:xfrm>
              <a:off x="1423988" y="882650"/>
              <a:ext cx="33337" cy="20638"/>
            </a:xfrm>
            <a:custGeom>
              <a:avLst/>
              <a:gdLst/>
              <a:ahLst/>
              <a:cxnLst/>
              <a:rect l="l" t="t" r="r" b="b"/>
              <a:pathLst>
                <a:path w="19" h="12" extrusionOk="0">
                  <a:moveTo>
                    <a:pt x="17" y="12"/>
                  </a:moveTo>
                  <a:cubicBezTo>
                    <a:pt x="11" y="11"/>
                    <a:pt x="6" y="9"/>
                    <a:pt x="0" y="6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8" y="2"/>
                    <a:pt x="14" y="4"/>
                    <a:pt x="19" y="5"/>
                  </a:cubicBezTo>
                  <a:lnTo>
                    <a:pt x="17" y="12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2" name="Google Shape;642;p16"/>
            <p:cNvSpPr/>
            <p:nvPr/>
          </p:nvSpPr>
          <p:spPr>
            <a:xfrm>
              <a:off x="1473200" y="884238"/>
              <a:ext cx="84138" cy="23812"/>
            </a:xfrm>
            <a:custGeom>
              <a:avLst/>
              <a:gdLst/>
              <a:ahLst/>
              <a:cxnLst/>
              <a:rect l="l" t="t" r="r" b="b"/>
              <a:pathLst>
                <a:path w="50" h="14" extrusionOk="0">
                  <a:moveTo>
                    <a:pt x="12" y="14"/>
                  </a:moveTo>
                  <a:cubicBezTo>
                    <a:pt x="8" y="14"/>
                    <a:pt x="4" y="14"/>
                    <a:pt x="0" y="13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4" y="6"/>
                    <a:pt x="8" y="6"/>
                    <a:pt x="12" y="6"/>
                  </a:cubicBezTo>
                  <a:cubicBezTo>
                    <a:pt x="24" y="6"/>
                    <a:pt x="36" y="4"/>
                    <a:pt x="47" y="0"/>
                  </a:cubicBezTo>
                  <a:cubicBezTo>
                    <a:pt x="50" y="7"/>
                    <a:pt x="50" y="7"/>
                    <a:pt x="50" y="7"/>
                  </a:cubicBezTo>
                  <a:cubicBezTo>
                    <a:pt x="38" y="11"/>
                    <a:pt x="25" y="14"/>
                    <a:pt x="12" y="1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3" name="Google Shape;643;p16"/>
            <p:cNvSpPr/>
            <p:nvPr/>
          </p:nvSpPr>
          <p:spPr>
            <a:xfrm>
              <a:off x="1577975" y="823913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34" h="34" extrusionOk="0">
                  <a:moveTo>
                    <a:pt x="4" y="34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11" y="21"/>
                    <a:pt x="20" y="11"/>
                    <a:pt x="28" y="0"/>
                  </a:cubicBezTo>
                  <a:cubicBezTo>
                    <a:pt x="34" y="4"/>
                    <a:pt x="34" y="4"/>
                    <a:pt x="34" y="4"/>
                  </a:cubicBezTo>
                  <a:cubicBezTo>
                    <a:pt x="26" y="16"/>
                    <a:pt x="16" y="26"/>
                    <a:pt x="4" y="3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4" name="Google Shape;644;p16"/>
            <p:cNvSpPr/>
            <p:nvPr/>
          </p:nvSpPr>
          <p:spPr>
            <a:xfrm>
              <a:off x="1646238" y="706438"/>
              <a:ext cx="14288" cy="65088"/>
            </a:xfrm>
            <a:custGeom>
              <a:avLst/>
              <a:gdLst/>
              <a:ahLst/>
              <a:cxnLst/>
              <a:rect l="l" t="t" r="r" b="b"/>
              <a:pathLst>
                <a:path w="9" h="38" extrusionOk="0">
                  <a:moveTo>
                    <a:pt x="8" y="38"/>
                  </a:moveTo>
                  <a:cubicBezTo>
                    <a:pt x="0" y="37"/>
                    <a:pt x="0" y="37"/>
                    <a:pt x="0" y="37"/>
                  </a:cubicBezTo>
                  <a:cubicBezTo>
                    <a:pt x="1" y="31"/>
                    <a:pt x="2" y="25"/>
                    <a:pt x="2" y="19"/>
                  </a:cubicBezTo>
                  <a:cubicBezTo>
                    <a:pt x="2" y="13"/>
                    <a:pt x="1" y="7"/>
                    <a:pt x="0" y="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9" y="6"/>
                    <a:pt x="9" y="13"/>
                    <a:pt x="9" y="19"/>
                  </a:cubicBezTo>
                  <a:cubicBezTo>
                    <a:pt x="9" y="26"/>
                    <a:pt x="9" y="32"/>
                    <a:pt x="8" y="3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5" name="Google Shape;645;p16"/>
            <p:cNvSpPr/>
            <p:nvPr/>
          </p:nvSpPr>
          <p:spPr>
            <a:xfrm>
              <a:off x="1584325" y="603250"/>
              <a:ext cx="66675" cy="77787"/>
            </a:xfrm>
            <a:custGeom>
              <a:avLst/>
              <a:gdLst/>
              <a:ahLst/>
              <a:cxnLst/>
              <a:rect l="l" t="t" r="r" b="b"/>
              <a:pathLst>
                <a:path w="39" h="46" extrusionOk="0">
                  <a:moveTo>
                    <a:pt x="32" y="46"/>
                  </a:moveTo>
                  <a:cubicBezTo>
                    <a:pt x="25" y="30"/>
                    <a:pt x="14" y="16"/>
                    <a:pt x="0" y="6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20" y="11"/>
                    <a:pt x="32" y="26"/>
                    <a:pt x="39" y="44"/>
                  </a:cubicBezTo>
                  <a:lnTo>
                    <a:pt x="32" y="4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6" name="Google Shape;646;p16"/>
            <p:cNvSpPr/>
            <p:nvPr/>
          </p:nvSpPr>
          <p:spPr>
            <a:xfrm>
              <a:off x="1473200" y="571500"/>
              <a:ext cx="103187" cy="31750"/>
            </a:xfrm>
            <a:custGeom>
              <a:avLst/>
              <a:gdLst/>
              <a:ahLst/>
              <a:cxnLst/>
              <a:rect l="l" t="t" r="r" b="b"/>
              <a:pathLst>
                <a:path w="61" h="19" extrusionOk="0">
                  <a:moveTo>
                    <a:pt x="58" y="19"/>
                  </a:moveTo>
                  <a:cubicBezTo>
                    <a:pt x="44" y="11"/>
                    <a:pt x="28" y="7"/>
                    <a:pt x="12" y="7"/>
                  </a:cubicBezTo>
                  <a:cubicBezTo>
                    <a:pt x="8" y="7"/>
                    <a:pt x="5" y="7"/>
                    <a:pt x="1" y="8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" y="0"/>
                    <a:pt x="8" y="0"/>
                    <a:pt x="12" y="0"/>
                  </a:cubicBezTo>
                  <a:cubicBezTo>
                    <a:pt x="29" y="0"/>
                    <a:pt x="46" y="4"/>
                    <a:pt x="61" y="13"/>
                  </a:cubicBezTo>
                  <a:lnTo>
                    <a:pt x="58" y="1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7" name="Google Shape;647;p16"/>
            <p:cNvSpPr/>
            <p:nvPr/>
          </p:nvSpPr>
          <p:spPr>
            <a:xfrm>
              <a:off x="1404938" y="574675"/>
              <a:ext cx="52388" cy="33337"/>
            </a:xfrm>
            <a:custGeom>
              <a:avLst/>
              <a:gdLst/>
              <a:ahLst/>
              <a:cxnLst/>
              <a:rect l="l" t="t" r="r" b="b"/>
              <a:pathLst>
                <a:path w="31" h="19" extrusionOk="0">
                  <a:moveTo>
                    <a:pt x="4" y="19"/>
                  </a:moveTo>
                  <a:cubicBezTo>
                    <a:pt x="0" y="13"/>
                    <a:pt x="0" y="13"/>
                    <a:pt x="0" y="13"/>
                  </a:cubicBezTo>
                  <a:cubicBezTo>
                    <a:pt x="9" y="7"/>
                    <a:pt x="19" y="3"/>
                    <a:pt x="29" y="0"/>
                  </a:cubicBezTo>
                  <a:cubicBezTo>
                    <a:pt x="31" y="8"/>
                    <a:pt x="31" y="8"/>
                    <a:pt x="31" y="8"/>
                  </a:cubicBezTo>
                  <a:cubicBezTo>
                    <a:pt x="21" y="10"/>
                    <a:pt x="12" y="14"/>
                    <a:pt x="4" y="1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8" name="Google Shape;648;p16"/>
            <p:cNvSpPr/>
            <p:nvPr/>
          </p:nvSpPr>
          <p:spPr>
            <a:xfrm>
              <a:off x="1328738" y="617538"/>
              <a:ext cx="57150" cy="92075"/>
            </a:xfrm>
            <a:custGeom>
              <a:avLst/>
              <a:gdLst/>
              <a:ahLst/>
              <a:cxnLst/>
              <a:rect l="l" t="t" r="r" b="b"/>
              <a:pathLst>
                <a:path w="34" h="55" extrusionOk="0">
                  <a:moveTo>
                    <a:pt x="7" y="55"/>
                  </a:moveTo>
                  <a:cubicBezTo>
                    <a:pt x="0" y="54"/>
                    <a:pt x="0" y="54"/>
                    <a:pt x="0" y="54"/>
                  </a:cubicBezTo>
                  <a:cubicBezTo>
                    <a:pt x="4" y="33"/>
                    <a:pt x="14" y="14"/>
                    <a:pt x="29" y="0"/>
                  </a:cubicBezTo>
                  <a:cubicBezTo>
                    <a:pt x="34" y="5"/>
                    <a:pt x="34" y="5"/>
                    <a:pt x="34" y="5"/>
                  </a:cubicBezTo>
                  <a:cubicBezTo>
                    <a:pt x="20" y="19"/>
                    <a:pt x="11" y="36"/>
                    <a:pt x="7" y="5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9" name="Google Shape;649;p16"/>
            <p:cNvSpPr/>
            <p:nvPr/>
          </p:nvSpPr>
          <p:spPr>
            <a:xfrm>
              <a:off x="1357313" y="787400"/>
              <a:ext cx="36513" cy="50800"/>
            </a:xfrm>
            <a:custGeom>
              <a:avLst/>
              <a:gdLst/>
              <a:ahLst/>
              <a:cxnLst/>
              <a:rect l="l" t="t" r="r" b="b"/>
              <a:pathLst>
                <a:path w="22" h="30" extrusionOk="0">
                  <a:moveTo>
                    <a:pt x="17" y="30"/>
                  </a:moveTo>
                  <a:cubicBezTo>
                    <a:pt x="10" y="21"/>
                    <a:pt x="4" y="12"/>
                    <a:pt x="0" y="2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10" y="9"/>
                    <a:pt x="15" y="18"/>
                    <a:pt x="22" y="25"/>
                  </a:cubicBezTo>
                  <a:lnTo>
                    <a:pt x="17" y="3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0" name="Google Shape;650;p16"/>
            <p:cNvSpPr/>
            <p:nvPr/>
          </p:nvSpPr>
          <p:spPr>
            <a:xfrm>
              <a:off x="1400175" y="841375"/>
              <a:ext cx="93663" cy="44450"/>
            </a:xfrm>
            <a:custGeom>
              <a:avLst/>
              <a:gdLst/>
              <a:ahLst/>
              <a:cxnLst/>
              <a:rect l="l" t="t" r="r" b="b"/>
              <a:pathLst>
                <a:path w="56" h="26" extrusionOk="0">
                  <a:moveTo>
                    <a:pt x="56" y="26"/>
                  </a:moveTo>
                  <a:cubicBezTo>
                    <a:pt x="35" y="26"/>
                    <a:pt x="15" y="18"/>
                    <a:pt x="0" y="5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18" y="13"/>
                    <a:pt x="37" y="19"/>
                    <a:pt x="56" y="19"/>
                  </a:cubicBezTo>
                  <a:lnTo>
                    <a:pt x="56" y="2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1" name="Google Shape;651;p16"/>
            <p:cNvSpPr/>
            <p:nvPr/>
          </p:nvSpPr>
          <p:spPr>
            <a:xfrm>
              <a:off x="1522413" y="839788"/>
              <a:ext cx="68263" cy="42863"/>
            </a:xfrm>
            <a:custGeom>
              <a:avLst/>
              <a:gdLst/>
              <a:ahLst/>
              <a:cxnLst/>
              <a:rect l="l" t="t" r="r" b="b"/>
              <a:pathLst>
                <a:path w="40" h="25" extrusionOk="0">
                  <a:moveTo>
                    <a:pt x="1" y="25"/>
                  </a:moveTo>
                  <a:cubicBezTo>
                    <a:pt x="0" y="19"/>
                    <a:pt x="0" y="19"/>
                    <a:pt x="0" y="19"/>
                  </a:cubicBezTo>
                  <a:cubicBezTo>
                    <a:pt x="13" y="16"/>
                    <a:pt x="26" y="10"/>
                    <a:pt x="36" y="0"/>
                  </a:cubicBezTo>
                  <a:cubicBezTo>
                    <a:pt x="40" y="5"/>
                    <a:pt x="40" y="5"/>
                    <a:pt x="40" y="5"/>
                  </a:cubicBezTo>
                  <a:cubicBezTo>
                    <a:pt x="29" y="15"/>
                    <a:pt x="15" y="22"/>
                    <a:pt x="1" y="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2" name="Google Shape;652;p16"/>
            <p:cNvSpPr/>
            <p:nvPr/>
          </p:nvSpPr>
          <p:spPr>
            <a:xfrm>
              <a:off x="1593850" y="784225"/>
              <a:ext cx="36513" cy="53975"/>
            </a:xfrm>
            <a:custGeom>
              <a:avLst/>
              <a:gdLst/>
              <a:ahLst/>
              <a:cxnLst/>
              <a:rect l="l" t="t" r="r" b="b"/>
              <a:pathLst>
                <a:path w="22" h="32" extrusionOk="0">
                  <a:moveTo>
                    <a:pt x="5" y="32"/>
                  </a:moveTo>
                  <a:cubicBezTo>
                    <a:pt x="0" y="27"/>
                    <a:pt x="0" y="27"/>
                    <a:pt x="0" y="27"/>
                  </a:cubicBezTo>
                  <a:cubicBezTo>
                    <a:pt x="7" y="19"/>
                    <a:pt x="13" y="10"/>
                    <a:pt x="16" y="0"/>
                  </a:cubicBezTo>
                  <a:cubicBezTo>
                    <a:pt x="22" y="3"/>
                    <a:pt x="22" y="3"/>
                    <a:pt x="22" y="3"/>
                  </a:cubicBezTo>
                  <a:cubicBezTo>
                    <a:pt x="18" y="13"/>
                    <a:pt x="12" y="23"/>
                    <a:pt x="5" y="3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3" name="Google Shape;653;p16"/>
            <p:cNvSpPr/>
            <p:nvPr/>
          </p:nvSpPr>
          <p:spPr>
            <a:xfrm>
              <a:off x="1625600" y="704850"/>
              <a:ext cx="12700" cy="61913"/>
            </a:xfrm>
            <a:custGeom>
              <a:avLst/>
              <a:gdLst/>
              <a:ahLst/>
              <a:cxnLst/>
              <a:rect l="l" t="t" r="r" b="b"/>
              <a:pathLst>
                <a:path w="8" h="36" extrusionOk="0">
                  <a:moveTo>
                    <a:pt x="7" y="36"/>
                  </a:moveTo>
                  <a:cubicBezTo>
                    <a:pt x="1" y="34"/>
                    <a:pt x="1" y="34"/>
                    <a:pt x="1" y="34"/>
                  </a:cubicBezTo>
                  <a:cubicBezTo>
                    <a:pt x="2" y="30"/>
                    <a:pt x="2" y="25"/>
                    <a:pt x="2" y="20"/>
                  </a:cubicBezTo>
                  <a:cubicBezTo>
                    <a:pt x="2" y="14"/>
                    <a:pt x="1" y="7"/>
                    <a:pt x="0" y="1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7" y="6"/>
                    <a:pt x="8" y="13"/>
                    <a:pt x="8" y="20"/>
                  </a:cubicBezTo>
                  <a:cubicBezTo>
                    <a:pt x="8" y="25"/>
                    <a:pt x="8" y="31"/>
                    <a:pt x="7" y="3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4" name="Google Shape;654;p16"/>
            <p:cNvSpPr/>
            <p:nvPr/>
          </p:nvSpPr>
          <p:spPr>
            <a:xfrm>
              <a:off x="1593850" y="641350"/>
              <a:ext cx="36513" cy="50800"/>
            </a:xfrm>
            <a:custGeom>
              <a:avLst/>
              <a:gdLst/>
              <a:ahLst/>
              <a:cxnLst/>
              <a:rect l="l" t="t" r="r" b="b"/>
              <a:pathLst>
                <a:path w="22" h="30" extrusionOk="0">
                  <a:moveTo>
                    <a:pt x="16" y="30"/>
                  </a:moveTo>
                  <a:cubicBezTo>
                    <a:pt x="12" y="20"/>
                    <a:pt x="7" y="12"/>
                    <a:pt x="0" y="4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12" y="8"/>
                    <a:pt x="18" y="17"/>
                    <a:pt x="22" y="28"/>
                  </a:cubicBezTo>
                  <a:lnTo>
                    <a:pt x="16" y="3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5" name="Google Shape;655;p16"/>
            <p:cNvSpPr/>
            <p:nvPr/>
          </p:nvSpPr>
          <p:spPr>
            <a:xfrm>
              <a:off x="1524000" y="596900"/>
              <a:ext cx="61912" cy="38100"/>
            </a:xfrm>
            <a:custGeom>
              <a:avLst/>
              <a:gdLst/>
              <a:ahLst/>
              <a:cxnLst/>
              <a:rect l="l" t="t" r="r" b="b"/>
              <a:pathLst>
                <a:path w="37" h="22" extrusionOk="0">
                  <a:moveTo>
                    <a:pt x="33" y="22"/>
                  </a:moveTo>
                  <a:cubicBezTo>
                    <a:pt x="23" y="14"/>
                    <a:pt x="12" y="9"/>
                    <a:pt x="0" y="6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4" y="3"/>
                    <a:pt x="26" y="9"/>
                    <a:pt x="37" y="17"/>
                  </a:cubicBezTo>
                  <a:lnTo>
                    <a:pt x="33" y="2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6" name="Google Shape;656;p16"/>
            <p:cNvSpPr/>
            <p:nvPr/>
          </p:nvSpPr>
          <p:spPr>
            <a:xfrm>
              <a:off x="1417638" y="593725"/>
              <a:ext cx="90488" cy="30163"/>
            </a:xfrm>
            <a:custGeom>
              <a:avLst/>
              <a:gdLst/>
              <a:ahLst/>
              <a:cxnLst/>
              <a:rect l="l" t="t" r="r" b="b"/>
              <a:pathLst>
                <a:path w="53" h="18" extrusionOk="0">
                  <a:moveTo>
                    <a:pt x="3" y="18"/>
                  </a:moveTo>
                  <a:cubicBezTo>
                    <a:pt x="0" y="12"/>
                    <a:pt x="0" y="12"/>
                    <a:pt x="0" y="12"/>
                  </a:cubicBezTo>
                  <a:cubicBezTo>
                    <a:pt x="14" y="4"/>
                    <a:pt x="29" y="0"/>
                    <a:pt x="45" y="0"/>
                  </a:cubicBezTo>
                  <a:cubicBezTo>
                    <a:pt x="48" y="0"/>
                    <a:pt x="51" y="0"/>
                    <a:pt x="53" y="0"/>
                  </a:cubicBezTo>
                  <a:cubicBezTo>
                    <a:pt x="53" y="6"/>
                    <a:pt x="53" y="6"/>
                    <a:pt x="53" y="6"/>
                  </a:cubicBezTo>
                  <a:cubicBezTo>
                    <a:pt x="50" y="6"/>
                    <a:pt x="47" y="6"/>
                    <a:pt x="45" y="6"/>
                  </a:cubicBezTo>
                  <a:cubicBezTo>
                    <a:pt x="30" y="6"/>
                    <a:pt x="16" y="10"/>
                    <a:pt x="3" y="1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7" name="Google Shape;657;p16"/>
            <p:cNvSpPr/>
            <p:nvPr/>
          </p:nvSpPr>
          <p:spPr>
            <a:xfrm>
              <a:off x="1358900" y="625475"/>
              <a:ext cx="50800" cy="63500"/>
            </a:xfrm>
            <a:custGeom>
              <a:avLst/>
              <a:gdLst/>
              <a:ahLst/>
              <a:cxnLst/>
              <a:rect l="l" t="t" r="r" b="b"/>
              <a:pathLst>
                <a:path w="30" h="37" extrusionOk="0">
                  <a:moveTo>
                    <a:pt x="6" y="37"/>
                  </a:moveTo>
                  <a:cubicBezTo>
                    <a:pt x="0" y="35"/>
                    <a:pt x="0" y="35"/>
                    <a:pt x="0" y="35"/>
                  </a:cubicBezTo>
                  <a:cubicBezTo>
                    <a:pt x="5" y="21"/>
                    <a:pt x="14" y="9"/>
                    <a:pt x="26" y="0"/>
                  </a:cubicBezTo>
                  <a:cubicBezTo>
                    <a:pt x="30" y="5"/>
                    <a:pt x="30" y="5"/>
                    <a:pt x="30" y="5"/>
                  </a:cubicBezTo>
                  <a:cubicBezTo>
                    <a:pt x="19" y="13"/>
                    <a:pt x="11" y="24"/>
                    <a:pt x="6" y="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8" name="Google Shape;658;p16"/>
            <p:cNvSpPr/>
            <p:nvPr/>
          </p:nvSpPr>
          <p:spPr>
            <a:xfrm>
              <a:off x="1347788" y="703263"/>
              <a:ext cx="14288" cy="69850"/>
            </a:xfrm>
            <a:custGeom>
              <a:avLst/>
              <a:gdLst/>
              <a:ahLst/>
              <a:cxnLst/>
              <a:rect l="l" t="t" r="r" b="b"/>
              <a:pathLst>
                <a:path w="9" h="41" extrusionOk="0">
                  <a:moveTo>
                    <a:pt x="3" y="41"/>
                  </a:moveTo>
                  <a:cubicBezTo>
                    <a:pt x="1" y="35"/>
                    <a:pt x="0" y="28"/>
                    <a:pt x="0" y="21"/>
                  </a:cubicBezTo>
                  <a:cubicBezTo>
                    <a:pt x="0" y="14"/>
                    <a:pt x="1" y="7"/>
                    <a:pt x="3" y="0"/>
                  </a:cubicBezTo>
                  <a:cubicBezTo>
                    <a:pt x="9" y="2"/>
                    <a:pt x="9" y="2"/>
                    <a:pt x="9" y="2"/>
                  </a:cubicBezTo>
                  <a:cubicBezTo>
                    <a:pt x="7" y="8"/>
                    <a:pt x="7" y="15"/>
                    <a:pt x="7" y="21"/>
                  </a:cubicBezTo>
                  <a:cubicBezTo>
                    <a:pt x="7" y="28"/>
                    <a:pt x="7" y="34"/>
                    <a:pt x="9" y="40"/>
                  </a:cubicBezTo>
                  <a:lnTo>
                    <a:pt x="3" y="4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9" name="Google Shape;659;p16"/>
            <p:cNvSpPr/>
            <p:nvPr/>
          </p:nvSpPr>
          <p:spPr>
            <a:xfrm>
              <a:off x="1493838" y="769938"/>
              <a:ext cx="119063" cy="93663"/>
            </a:xfrm>
            <a:custGeom>
              <a:avLst/>
              <a:gdLst/>
              <a:ahLst/>
              <a:cxnLst/>
              <a:rect l="l" t="t" r="r" b="b"/>
              <a:pathLst>
                <a:path w="71" h="56" extrusionOk="0">
                  <a:moveTo>
                    <a:pt x="0" y="56"/>
                  </a:moveTo>
                  <a:cubicBezTo>
                    <a:pt x="0" y="53"/>
                    <a:pt x="0" y="53"/>
                    <a:pt x="0" y="53"/>
                  </a:cubicBezTo>
                  <a:cubicBezTo>
                    <a:pt x="32" y="53"/>
                    <a:pt x="60" y="31"/>
                    <a:pt x="68" y="0"/>
                  </a:cubicBezTo>
                  <a:cubicBezTo>
                    <a:pt x="71" y="1"/>
                    <a:pt x="71" y="1"/>
                    <a:pt x="71" y="1"/>
                  </a:cubicBezTo>
                  <a:cubicBezTo>
                    <a:pt x="62" y="33"/>
                    <a:pt x="33" y="56"/>
                    <a:pt x="0" y="5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0" name="Google Shape;660;p16"/>
            <p:cNvSpPr/>
            <p:nvPr/>
          </p:nvSpPr>
          <p:spPr>
            <a:xfrm>
              <a:off x="1609725" y="719138"/>
              <a:ext cx="7938" cy="20638"/>
            </a:xfrm>
            <a:custGeom>
              <a:avLst/>
              <a:gdLst/>
              <a:ahLst/>
              <a:cxnLst/>
              <a:rect l="l" t="t" r="r" b="b"/>
              <a:pathLst>
                <a:path w="4" h="12" extrusionOk="0">
                  <a:moveTo>
                    <a:pt x="4" y="12"/>
                  </a:moveTo>
                  <a:cubicBezTo>
                    <a:pt x="1" y="12"/>
                    <a:pt x="1" y="12"/>
                    <a:pt x="1" y="12"/>
                  </a:cubicBezTo>
                  <a:cubicBezTo>
                    <a:pt x="1" y="8"/>
                    <a:pt x="1" y="4"/>
                    <a:pt x="0" y="1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4" y="4"/>
                    <a:pt x="4" y="8"/>
                    <a:pt x="4" y="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1" name="Google Shape;661;p16"/>
            <p:cNvSpPr/>
            <p:nvPr/>
          </p:nvSpPr>
          <p:spPr>
            <a:xfrm>
              <a:off x="1568450" y="642938"/>
              <a:ext cx="20638" cy="20638"/>
            </a:xfrm>
            <a:custGeom>
              <a:avLst/>
              <a:gdLst/>
              <a:ahLst/>
              <a:cxnLst/>
              <a:rect l="l" t="t" r="r" b="b"/>
              <a:pathLst>
                <a:path w="12" h="12" extrusionOk="0">
                  <a:moveTo>
                    <a:pt x="10" y="12"/>
                  </a:moveTo>
                  <a:cubicBezTo>
                    <a:pt x="7" y="9"/>
                    <a:pt x="4" y="6"/>
                    <a:pt x="0" y="3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6" y="3"/>
                    <a:pt x="9" y="7"/>
                    <a:pt x="12" y="10"/>
                  </a:cubicBezTo>
                  <a:lnTo>
                    <a:pt x="10" y="1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2" name="Google Shape;662;p16"/>
            <p:cNvSpPr/>
            <p:nvPr/>
          </p:nvSpPr>
          <p:spPr>
            <a:xfrm>
              <a:off x="1508125" y="615950"/>
              <a:ext cx="55563" cy="25400"/>
            </a:xfrm>
            <a:custGeom>
              <a:avLst/>
              <a:gdLst/>
              <a:ahLst/>
              <a:cxnLst/>
              <a:rect l="l" t="t" r="r" b="b"/>
              <a:pathLst>
                <a:path w="33" h="15" extrusionOk="0">
                  <a:moveTo>
                    <a:pt x="31" y="15"/>
                  </a:moveTo>
                  <a:cubicBezTo>
                    <a:pt x="22" y="9"/>
                    <a:pt x="11" y="5"/>
                    <a:pt x="0" y="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2" y="2"/>
                    <a:pt x="23" y="6"/>
                    <a:pt x="33" y="13"/>
                  </a:cubicBezTo>
                  <a:lnTo>
                    <a:pt x="31" y="1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3" name="Google Shape;663;p16"/>
            <p:cNvSpPr/>
            <p:nvPr/>
          </p:nvSpPr>
          <p:spPr>
            <a:xfrm>
              <a:off x="1466850" y="615950"/>
              <a:ext cx="26988" cy="6350"/>
            </a:xfrm>
            <a:custGeom>
              <a:avLst/>
              <a:gdLst/>
              <a:ahLst/>
              <a:cxnLst/>
              <a:rect l="l" t="t" r="r" b="b"/>
              <a:pathLst>
                <a:path w="16" h="4" extrusionOk="0">
                  <a:moveTo>
                    <a:pt x="1" y="4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5" y="0"/>
                    <a:pt x="11" y="0"/>
                    <a:pt x="16" y="0"/>
                  </a:cubicBezTo>
                  <a:cubicBezTo>
                    <a:pt x="16" y="3"/>
                    <a:pt x="16" y="3"/>
                    <a:pt x="16" y="3"/>
                  </a:cubicBezTo>
                  <a:cubicBezTo>
                    <a:pt x="11" y="3"/>
                    <a:pt x="6" y="3"/>
                    <a:pt x="1" y="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4" name="Google Shape;664;p16"/>
            <p:cNvSpPr/>
            <p:nvPr/>
          </p:nvSpPr>
          <p:spPr>
            <a:xfrm>
              <a:off x="1376363" y="625475"/>
              <a:ext cx="69850" cy="77787"/>
            </a:xfrm>
            <a:custGeom>
              <a:avLst/>
              <a:gdLst/>
              <a:ahLst/>
              <a:cxnLst/>
              <a:rect l="l" t="t" r="r" b="b"/>
              <a:pathLst>
                <a:path w="42" h="46" extrusionOk="0">
                  <a:moveTo>
                    <a:pt x="3" y="46"/>
                  </a:moveTo>
                  <a:cubicBezTo>
                    <a:pt x="0" y="45"/>
                    <a:pt x="0" y="45"/>
                    <a:pt x="0" y="45"/>
                  </a:cubicBezTo>
                  <a:cubicBezTo>
                    <a:pt x="6" y="25"/>
                    <a:pt x="21" y="8"/>
                    <a:pt x="41" y="0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23" y="11"/>
                    <a:pt x="9" y="26"/>
                    <a:pt x="3" y="4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5" name="Google Shape;665;p16"/>
            <p:cNvSpPr/>
            <p:nvPr/>
          </p:nvSpPr>
          <p:spPr>
            <a:xfrm>
              <a:off x="1368425" y="714375"/>
              <a:ext cx="9525" cy="25400"/>
            </a:xfrm>
            <a:custGeom>
              <a:avLst/>
              <a:gdLst/>
              <a:ahLst/>
              <a:cxnLst/>
              <a:rect l="l" t="t" r="r" b="b"/>
              <a:pathLst>
                <a:path w="5" h="15" extrusionOk="0">
                  <a:moveTo>
                    <a:pt x="3" y="15"/>
                  </a:moveTo>
                  <a:cubicBezTo>
                    <a:pt x="0" y="15"/>
                    <a:pt x="0" y="15"/>
                    <a:pt x="0" y="15"/>
                  </a:cubicBezTo>
                  <a:cubicBezTo>
                    <a:pt x="0" y="10"/>
                    <a:pt x="1" y="5"/>
                    <a:pt x="2" y="0"/>
                  </a:cubicBezTo>
                  <a:cubicBezTo>
                    <a:pt x="5" y="1"/>
                    <a:pt x="5" y="1"/>
                    <a:pt x="5" y="1"/>
                  </a:cubicBezTo>
                  <a:cubicBezTo>
                    <a:pt x="4" y="6"/>
                    <a:pt x="3" y="11"/>
                    <a:pt x="3" y="1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6" name="Google Shape;666;p16"/>
            <p:cNvSpPr/>
            <p:nvPr/>
          </p:nvSpPr>
          <p:spPr>
            <a:xfrm>
              <a:off x="1376363" y="776288"/>
              <a:ext cx="50800" cy="65087"/>
            </a:xfrm>
            <a:custGeom>
              <a:avLst/>
              <a:gdLst/>
              <a:ahLst/>
              <a:cxnLst/>
              <a:rect l="l" t="t" r="r" b="b"/>
              <a:pathLst>
                <a:path w="30" h="39" extrusionOk="0">
                  <a:moveTo>
                    <a:pt x="28" y="39"/>
                  </a:moveTo>
                  <a:cubicBezTo>
                    <a:pt x="15" y="30"/>
                    <a:pt x="5" y="16"/>
                    <a:pt x="0" y="1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7" y="14"/>
                    <a:pt x="17" y="27"/>
                    <a:pt x="30" y="36"/>
                  </a:cubicBezTo>
                  <a:lnTo>
                    <a:pt x="28" y="39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7" name="Google Shape;667;p16"/>
            <p:cNvSpPr/>
            <p:nvPr/>
          </p:nvSpPr>
          <p:spPr>
            <a:xfrm>
              <a:off x="1441450" y="847725"/>
              <a:ext cx="17463" cy="11113"/>
            </a:xfrm>
            <a:custGeom>
              <a:avLst/>
              <a:gdLst/>
              <a:ahLst/>
              <a:cxnLst/>
              <a:rect l="l" t="t" r="r" b="b"/>
              <a:pathLst>
                <a:path w="10" h="7" extrusionOk="0">
                  <a:moveTo>
                    <a:pt x="9" y="7"/>
                  </a:moveTo>
                  <a:cubicBezTo>
                    <a:pt x="6" y="6"/>
                    <a:pt x="3" y="4"/>
                    <a:pt x="0" y="3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4" y="1"/>
                    <a:pt x="7" y="3"/>
                    <a:pt x="10" y="4"/>
                  </a:cubicBezTo>
                  <a:lnTo>
                    <a:pt x="9" y="7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68" name="Google Shape;668;p16"/>
          <p:cNvGrpSpPr/>
          <p:nvPr/>
        </p:nvGrpSpPr>
        <p:grpSpPr>
          <a:xfrm>
            <a:off x="-7" y="-7"/>
            <a:ext cx="8943737" cy="4873707"/>
            <a:chOff x="-7" y="-7"/>
            <a:chExt cx="8943737" cy="4873707"/>
          </a:xfrm>
        </p:grpSpPr>
        <p:cxnSp>
          <p:nvCxnSpPr>
            <p:cNvPr id="669" name="Google Shape;669;p16"/>
            <p:cNvCxnSpPr/>
            <p:nvPr/>
          </p:nvCxnSpPr>
          <p:spPr>
            <a:xfrm>
              <a:off x="715175" y="4873700"/>
              <a:ext cx="2783100" cy="0"/>
            </a:xfrm>
            <a:prstGeom prst="straightConnector1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670" name="Google Shape;670;p16"/>
            <p:cNvGrpSpPr/>
            <p:nvPr/>
          </p:nvGrpSpPr>
          <p:grpSpPr>
            <a:xfrm rot="10800000">
              <a:off x="-7" y="-7"/>
              <a:ext cx="1787985" cy="1790153"/>
              <a:chOff x="4087813" y="1714500"/>
              <a:chExt cx="1309688" cy="1311275"/>
            </a:xfrm>
          </p:grpSpPr>
          <p:sp>
            <p:nvSpPr>
              <p:cNvPr id="671" name="Google Shape;671;p16"/>
              <p:cNvSpPr/>
              <p:nvPr/>
            </p:nvSpPr>
            <p:spPr>
              <a:xfrm>
                <a:off x="5318125" y="2239963"/>
                <a:ext cx="79375" cy="785813"/>
              </a:xfrm>
              <a:custGeom>
                <a:avLst/>
                <a:gdLst/>
                <a:ahLst/>
                <a:cxnLst/>
                <a:rect l="l" t="t" r="r" b="b"/>
                <a:pathLst>
                  <a:path w="50" h="495" extrusionOk="0">
                    <a:moveTo>
                      <a:pt x="50" y="495"/>
                    </a:moveTo>
                    <a:lnTo>
                      <a:pt x="0" y="495"/>
                    </a:lnTo>
                    <a:lnTo>
                      <a:pt x="0" y="50"/>
                    </a:lnTo>
                    <a:lnTo>
                      <a:pt x="50" y="0"/>
                    </a:lnTo>
                    <a:lnTo>
                      <a:pt x="50" y="49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2" name="Google Shape;672;p16"/>
              <p:cNvSpPr/>
              <p:nvPr/>
            </p:nvSpPr>
            <p:spPr>
              <a:xfrm>
                <a:off x="5318125" y="2065338"/>
                <a:ext cx="79375" cy="166688"/>
              </a:xfrm>
              <a:custGeom>
                <a:avLst/>
                <a:gdLst/>
                <a:ahLst/>
                <a:cxnLst/>
                <a:rect l="l" t="t" r="r" b="b"/>
                <a:pathLst>
                  <a:path w="50" h="105" extrusionOk="0">
                    <a:moveTo>
                      <a:pt x="50" y="55"/>
                    </a:moveTo>
                    <a:lnTo>
                      <a:pt x="0" y="105"/>
                    </a:lnTo>
                    <a:lnTo>
                      <a:pt x="0" y="50"/>
                    </a:lnTo>
                    <a:lnTo>
                      <a:pt x="50" y="0"/>
                    </a:lnTo>
                    <a:lnTo>
                      <a:pt x="50" y="5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3" name="Google Shape;673;p16"/>
              <p:cNvSpPr/>
              <p:nvPr/>
            </p:nvSpPr>
            <p:spPr>
              <a:xfrm>
                <a:off x="5318125" y="1889125"/>
                <a:ext cx="79375" cy="166688"/>
              </a:xfrm>
              <a:custGeom>
                <a:avLst/>
                <a:gdLst/>
                <a:ahLst/>
                <a:cxnLst/>
                <a:rect l="l" t="t" r="r" b="b"/>
                <a:pathLst>
                  <a:path w="50" h="105" extrusionOk="0">
                    <a:moveTo>
                      <a:pt x="50" y="56"/>
                    </a:moveTo>
                    <a:lnTo>
                      <a:pt x="0" y="105"/>
                    </a:lnTo>
                    <a:lnTo>
                      <a:pt x="0" y="50"/>
                    </a:lnTo>
                    <a:lnTo>
                      <a:pt x="50" y="0"/>
                    </a:lnTo>
                    <a:lnTo>
                      <a:pt x="50" y="56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4" name="Google Shape;674;p16"/>
              <p:cNvSpPr/>
              <p:nvPr/>
            </p:nvSpPr>
            <p:spPr>
              <a:xfrm>
                <a:off x="5318125" y="1714500"/>
                <a:ext cx="79375" cy="166688"/>
              </a:xfrm>
              <a:custGeom>
                <a:avLst/>
                <a:gdLst/>
                <a:ahLst/>
                <a:cxnLst/>
                <a:rect l="l" t="t" r="r" b="b"/>
                <a:pathLst>
                  <a:path w="50" h="105" extrusionOk="0">
                    <a:moveTo>
                      <a:pt x="0" y="50"/>
                    </a:moveTo>
                    <a:lnTo>
                      <a:pt x="50" y="0"/>
                    </a:lnTo>
                    <a:lnTo>
                      <a:pt x="50" y="55"/>
                    </a:lnTo>
                    <a:lnTo>
                      <a:pt x="0" y="105"/>
                    </a:lnTo>
                    <a:lnTo>
                      <a:pt x="0" y="5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5" name="Google Shape;675;p16"/>
              <p:cNvSpPr/>
              <p:nvPr/>
            </p:nvSpPr>
            <p:spPr>
              <a:xfrm>
                <a:off x="4613275" y="2943225"/>
                <a:ext cx="784225" cy="82550"/>
              </a:xfrm>
              <a:custGeom>
                <a:avLst/>
                <a:gdLst/>
                <a:ahLst/>
                <a:cxnLst/>
                <a:rect l="l" t="t" r="r" b="b"/>
                <a:pathLst>
                  <a:path w="494" h="52" extrusionOk="0">
                    <a:moveTo>
                      <a:pt x="494" y="52"/>
                    </a:moveTo>
                    <a:lnTo>
                      <a:pt x="494" y="0"/>
                    </a:lnTo>
                    <a:lnTo>
                      <a:pt x="51" y="0"/>
                    </a:lnTo>
                    <a:lnTo>
                      <a:pt x="0" y="52"/>
                    </a:lnTo>
                    <a:lnTo>
                      <a:pt x="494" y="5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6" name="Google Shape;676;p16"/>
              <p:cNvSpPr/>
              <p:nvPr/>
            </p:nvSpPr>
            <p:spPr>
              <a:xfrm>
                <a:off x="4438650" y="2943225"/>
                <a:ext cx="168275" cy="82550"/>
              </a:xfrm>
              <a:custGeom>
                <a:avLst/>
                <a:gdLst/>
                <a:ahLst/>
                <a:cxnLst/>
                <a:rect l="l" t="t" r="r" b="b"/>
                <a:pathLst>
                  <a:path w="106" h="52" extrusionOk="0">
                    <a:moveTo>
                      <a:pt x="55" y="52"/>
                    </a:moveTo>
                    <a:lnTo>
                      <a:pt x="106" y="0"/>
                    </a:lnTo>
                    <a:lnTo>
                      <a:pt x="50" y="0"/>
                    </a:lnTo>
                    <a:lnTo>
                      <a:pt x="0" y="52"/>
                    </a:lnTo>
                    <a:lnTo>
                      <a:pt x="55" y="5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7" name="Google Shape;677;p16"/>
              <p:cNvSpPr/>
              <p:nvPr/>
            </p:nvSpPr>
            <p:spPr>
              <a:xfrm>
                <a:off x="4262438" y="2943225"/>
                <a:ext cx="166688" cy="82550"/>
              </a:xfrm>
              <a:custGeom>
                <a:avLst/>
                <a:gdLst/>
                <a:ahLst/>
                <a:cxnLst/>
                <a:rect l="l" t="t" r="r" b="b"/>
                <a:pathLst>
                  <a:path w="105" h="52" extrusionOk="0">
                    <a:moveTo>
                      <a:pt x="56" y="52"/>
                    </a:moveTo>
                    <a:lnTo>
                      <a:pt x="105" y="0"/>
                    </a:lnTo>
                    <a:lnTo>
                      <a:pt x="50" y="0"/>
                    </a:lnTo>
                    <a:lnTo>
                      <a:pt x="0" y="52"/>
                    </a:lnTo>
                    <a:lnTo>
                      <a:pt x="56" y="5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8" name="Google Shape;678;p16"/>
              <p:cNvSpPr/>
              <p:nvPr/>
            </p:nvSpPr>
            <p:spPr>
              <a:xfrm>
                <a:off x="4087813" y="2943225"/>
                <a:ext cx="166688" cy="82550"/>
              </a:xfrm>
              <a:custGeom>
                <a:avLst/>
                <a:gdLst/>
                <a:ahLst/>
                <a:cxnLst/>
                <a:rect l="l" t="t" r="r" b="b"/>
                <a:pathLst>
                  <a:path w="105" h="52" extrusionOk="0">
                    <a:moveTo>
                      <a:pt x="50" y="0"/>
                    </a:moveTo>
                    <a:lnTo>
                      <a:pt x="0" y="52"/>
                    </a:lnTo>
                    <a:lnTo>
                      <a:pt x="55" y="52"/>
                    </a:lnTo>
                    <a:lnTo>
                      <a:pt x="105" y="0"/>
                    </a:lnTo>
                    <a:lnTo>
                      <a:pt x="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79" name="Google Shape;679;p16"/>
            <p:cNvGrpSpPr/>
            <p:nvPr/>
          </p:nvGrpSpPr>
          <p:grpSpPr>
            <a:xfrm>
              <a:off x="7917802" y="145611"/>
              <a:ext cx="1025928" cy="248431"/>
              <a:chOff x="4287838" y="1025525"/>
              <a:chExt cx="708025" cy="171450"/>
            </a:xfrm>
          </p:grpSpPr>
          <p:sp>
            <p:nvSpPr>
              <p:cNvPr id="680" name="Google Shape;680;p16"/>
              <p:cNvSpPr/>
              <p:nvPr/>
            </p:nvSpPr>
            <p:spPr>
              <a:xfrm>
                <a:off x="4914900" y="1025525"/>
                <a:ext cx="80963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51" h="108" extrusionOk="0">
                    <a:moveTo>
                      <a:pt x="38" y="0"/>
                    </a:moveTo>
                    <a:lnTo>
                      <a:pt x="51" y="10"/>
                    </a:lnTo>
                    <a:lnTo>
                      <a:pt x="21" y="54"/>
                    </a:lnTo>
                    <a:lnTo>
                      <a:pt x="51" y="99"/>
                    </a:lnTo>
                    <a:lnTo>
                      <a:pt x="38" y="108"/>
                    </a:lnTo>
                    <a:lnTo>
                      <a:pt x="0" y="54"/>
                    </a:lnTo>
                    <a:lnTo>
                      <a:pt x="38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1" name="Google Shape;681;p16"/>
              <p:cNvSpPr/>
              <p:nvPr/>
            </p:nvSpPr>
            <p:spPr>
              <a:xfrm>
                <a:off x="4846638" y="1025525"/>
                <a:ext cx="80963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51" h="108" extrusionOk="0">
                    <a:moveTo>
                      <a:pt x="37" y="0"/>
                    </a:moveTo>
                    <a:lnTo>
                      <a:pt x="51" y="10"/>
                    </a:lnTo>
                    <a:lnTo>
                      <a:pt x="20" y="54"/>
                    </a:lnTo>
                    <a:lnTo>
                      <a:pt x="51" y="99"/>
                    </a:lnTo>
                    <a:lnTo>
                      <a:pt x="37" y="108"/>
                    </a:lnTo>
                    <a:lnTo>
                      <a:pt x="0" y="54"/>
                    </a:lnTo>
                    <a:lnTo>
                      <a:pt x="3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2" name="Google Shape;682;p16"/>
              <p:cNvSpPr/>
              <p:nvPr/>
            </p:nvSpPr>
            <p:spPr>
              <a:xfrm>
                <a:off x="4776788" y="1025525"/>
                <a:ext cx="79375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50" h="108" extrusionOk="0">
                    <a:moveTo>
                      <a:pt x="37" y="0"/>
                    </a:moveTo>
                    <a:lnTo>
                      <a:pt x="50" y="10"/>
                    </a:lnTo>
                    <a:lnTo>
                      <a:pt x="19" y="54"/>
                    </a:lnTo>
                    <a:lnTo>
                      <a:pt x="50" y="99"/>
                    </a:lnTo>
                    <a:lnTo>
                      <a:pt x="37" y="108"/>
                    </a:lnTo>
                    <a:lnTo>
                      <a:pt x="0" y="54"/>
                    </a:lnTo>
                    <a:lnTo>
                      <a:pt x="3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3" name="Google Shape;683;p16"/>
              <p:cNvSpPr/>
              <p:nvPr/>
            </p:nvSpPr>
            <p:spPr>
              <a:xfrm>
                <a:off x="4706938" y="1025525"/>
                <a:ext cx="80963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51" h="108" extrusionOk="0">
                    <a:moveTo>
                      <a:pt x="37" y="0"/>
                    </a:moveTo>
                    <a:lnTo>
                      <a:pt x="51" y="10"/>
                    </a:lnTo>
                    <a:lnTo>
                      <a:pt x="20" y="54"/>
                    </a:lnTo>
                    <a:lnTo>
                      <a:pt x="51" y="99"/>
                    </a:lnTo>
                    <a:lnTo>
                      <a:pt x="37" y="108"/>
                    </a:lnTo>
                    <a:lnTo>
                      <a:pt x="0" y="54"/>
                    </a:lnTo>
                    <a:lnTo>
                      <a:pt x="3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4" name="Google Shape;684;p16"/>
              <p:cNvSpPr/>
              <p:nvPr/>
            </p:nvSpPr>
            <p:spPr>
              <a:xfrm>
                <a:off x="4637088" y="1025525"/>
                <a:ext cx="79375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50" h="108" extrusionOk="0">
                    <a:moveTo>
                      <a:pt x="37" y="0"/>
                    </a:moveTo>
                    <a:lnTo>
                      <a:pt x="50" y="10"/>
                    </a:lnTo>
                    <a:lnTo>
                      <a:pt x="19" y="54"/>
                    </a:lnTo>
                    <a:lnTo>
                      <a:pt x="50" y="99"/>
                    </a:lnTo>
                    <a:lnTo>
                      <a:pt x="37" y="108"/>
                    </a:lnTo>
                    <a:lnTo>
                      <a:pt x="0" y="54"/>
                    </a:lnTo>
                    <a:lnTo>
                      <a:pt x="3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5" name="Google Shape;685;p16"/>
              <p:cNvSpPr/>
              <p:nvPr/>
            </p:nvSpPr>
            <p:spPr>
              <a:xfrm>
                <a:off x="4568825" y="1025525"/>
                <a:ext cx="77788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49" h="108" extrusionOk="0">
                    <a:moveTo>
                      <a:pt x="37" y="0"/>
                    </a:moveTo>
                    <a:lnTo>
                      <a:pt x="49" y="10"/>
                    </a:lnTo>
                    <a:lnTo>
                      <a:pt x="19" y="54"/>
                    </a:lnTo>
                    <a:lnTo>
                      <a:pt x="49" y="99"/>
                    </a:lnTo>
                    <a:lnTo>
                      <a:pt x="37" y="108"/>
                    </a:lnTo>
                    <a:lnTo>
                      <a:pt x="0" y="54"/>
                    </a:lnTo>
                    <a:lnTo>
                      <a:pt x="3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6" name="Google Shape;686;p16"/>
              <p:cNvSpPr/>
              <p:nvPr/>
            </p:nvSpPr>
            <p:spPr>
              <a:xfrm>
                <a:off x="4497388" y="1025525"/>
                <a:ext cx="80963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51" h="108" extrusionOk="0">
                    <a:moveTo>
                      <a:pt x="37" y="0"/>
                    </a:moveTo>
                    <a:lnTo>
                      <a:pt x="51" y="10"/>
                    </a:lnTo>
                    <a:lnTo>
                      <a:pt x="20" y="54"/>
                    </a:lnTo>
                    <a:lnTo>
                      <a:pt x="51" y="99"/>
                    </a:lnTo>
                    <a:lnTo>
                      <a:pt x="37" y="108"/>
                    </a:lnTo>
                    <a:lnTo>
                      <a:pt x="0" y="54"/>
                    </a:lnTo>
                    <a:lnTo>
                      <a:pt x="3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7" name="Google Shape;687;p16"/>
              <p:cNvSpPr/>
              <p:nvPr/>
            </p:nvSpPr>
            <p:spPr>
              <a:xfrm>
                <a:off x="4427538" y="1025525"/>
                <a:ext cx="79375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50" h="108" extrusionOk="0">
                    <a:moveTo>
                      <a:pt x="38" y="0"/>
                    </a:moveTo>
                    <a:lnTo>
                      <a:pt x="50" y="10"/>
                    </a:lnTo>
                    <a:lnTo>
                      <a:pt x="20" y="54"/>
                    </a:lnTo>
                    <a:lnTo>
                      <a:pt x="50" y="99"/>
                    </a:lnTo>
                    <a:lnTo>
                      <a:pt x="38" y="108"/>
                    </a:lnTo>
                    <a:lnTo>
                      <a:pt x="0" y="54"/>
                    </a:lnTo>
                    <a:lnTo>
                      <a:pt x="38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8" name="Google Shape;688;p16"/>
              <p:cNvSpPr/>
              <p:nvPr/>
            </p:nvSpPr>
            <p:spPr>
              <a:xfrm>
                <a:off x="4359275" y="1025525"/>
                <a:ext cx="79375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50" h="108" extrusionOk="0">
                    <a:moveTo>
                      <a:pt x="37" y="0"/>
                    </a:moveTo>
                    <a:lnTo>
                      <a:pt x="50" y="10"/>
                    </a:lnTo>
                    <a:lnTo>
                      <a:pt x="19" y="54"/>
                    </a:lnTo>
                    <a:lnTo>
                      <a:pt x="50" y="99"/>
                    </a:lnTo>
                    <a:lnTo>
                      <a:pt x="37" y="108"/>
                    </a:lnTo>
                    <a:lnTo>
                      <a:pt x="0" y="54"/>
                    </a:lnTo>
                    <a:lnTo>
                      <a:pt x="3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9" name="Google Shape;689;p16"/>
              <p:cNvSpPr/>
              <p:nvPr/>
            </p:nvSpPr>
            <p:spPr>
              <a:xfrm>
                <a:off x="4287838" y="1025525"/>
                <a:ext cx="80963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51" h="108" extrusionOk="0">
                    <a:moveTo>
                      <a:pt x="37" y="0"/>
                    </a:moveTo>
                    <a:lnTo>
                      <a:pt x="51" y="10"/>
                    </a:lnTo>
                    <a:lnTo>
                      <a:pt x="20" y="54"/>
                    </a:lnTo>
                    <a:lnTo>
                      <a:pt x="51" y="99"/>
                    </a:lnTo>
                    <a:lnTo>
                      <a:pt x="37" y="108"/>
                    </a:lnTo>
                    <a:lnTo>
                      <a:pt x="0" y="54"/>
                    </a:lnTo>
                    <a:lnTo>
                      <a:pt x="3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p1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692" name="Google Shape;692;p17"/>
          <p:cNvSpPr txBox="1">
            <a:spLocks noGrp="1"/>
          </p:cNvSpPr>
          <p:nvPr>
            <p:ph type="subTitle" idx="1"/>
          </p:nvPr>
        </p:nvSpPr>
        <p:spPr>
          <a:xfrm>
            <a:off x="713225" y="1735625"/>
            <a:ext cx="3582000" cy="12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693" name="Google Shape;693;p17"/>
          <p:cNvSpPr txBox="1">
            <a:spLocks noGrp="1"/>
          </p:cNvSpPr>
          <p:nvPr>
            <p:ph type="subTitle" idx="2"/>
          </p:nvPr>
        </p:nvSpPr>
        <p:spPr>
          <a:xfrm>
            <a:off x="4848710" y="1735625"/>
            <a:ext cx="3582000" cy="12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694" name="Google Shape;694;p17"/>
          <p:cNvSpPr txBox="1">
            <a:spLocks noGrp="1"/>
          </p:cNvSpPr>
          <p:nvPr>
            <p:ph type="subTitle" idx="3"/>
          </p:nvPr>
        </p:nvSpPr>
        <p:spPr>
          <a:xfrm>
            <a:off x="713225" y="3396200"/>
            <a:ext cx="3582000" cy="12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695" name="Google Shape;695;p17"/>
          <p:cNvSpPr txBox="1">
            <a:spLocks noGrp="1"/>
          </p:cNvSpPr>
          <p:nvPr>
            <p:ph type="subTitle" idx="4"/>
          </p:nvPr>
        </p:nvSpPr>
        <p:spPr>
          <a:xfrm>
            <a:off x="4848710" y="3396200"/>
            <a:ext cx="3582000" cy="12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696" name="Google Shape;696;p17"/>
          <p:cNvSpPr txBox="1">
            <a:spLocks noGrp="1"/>
          </p:cNvSpPr>
          <p:nvPr>
            <p:ph type="subTitle" idx="5"/>
          </p:nvPr>
        </p:nvSpPr>
        <p:spPr>
          <a:xfrm>
            <a:off x="713227" y="1166575"/>
            <a:ext cx="3582000" cy="65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lt2"/>
                </a:solidFill>
                <a:latin typeface="Impact"/>
                <a:ea typeface="Impact"/>
                <a:cs typeface="Impact"/>
                <a:sym typeface="Impac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697" name="Google Shape;697;p17"/>
          <p:cNvSpPr txBox="1">
            <a:spLocks noGrp="1"/>
          </p:cNvSpPr>
          <p:nvPr>
            <p:ph type="subTitle" idx="6"/>
          </p:nvPr>
        </p:nvSpPr>
        <p:spPr>
          <a:xfrm>
            <a:off x="713227" y="2827275"/>
            <a:ext cx="3582000" cy="65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lt2"/>
                </a:solidFill>
                <a:latin typeface="Impact"/>
                <a:ea typeface="Impact"/>
                <a:cs typeface="Impact"/>
                <a:sym typeface="Impac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698" name="Google Shape;698;p17"/>
          <p:cNvSpPr txBox="1">
            <a:spLocks noGrp="1"/>
          </p:cNvSpPr>
          <p:nvPr>
            <p:ph type="subTitle" idx="7"/>
          </p:nvPr>
        </p:nvSpPr>
        <p:spPr>
          <a:xfrm>
            <a:off x="4848680" y="1166575"/>
            <a:ext cx="3582000" cy="65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lt2"/>
                </a:solidFill>
                <a:latin typeface="Impact"/>
                <a:ea typeface="Impact"/>
                <a:cs typeface="Impact"/>
                <a:sym typeface="Impac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699" name="Google Shape;699;p17"/>
          <p:cNvSpPr txBox="1">
            <a:spLocks noGrp="1"/>
          </p:cNvSpPr>
          <p:nvPr>
            <p:ph type="subTitle" idx="8"/>
          </p:nvPr>
        </p:nvSpPr>
        <p:spPr>
          <a:xfrm>
            <a:off x="4848680" y="2827275"/>
            <a:ext cx="3582000" cy="65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lt2"/>
                </a:solidFill>
                <a:latin typeface="Impact"/>
                <a:ea typeface="Impact"/>
                <a:cs typeface="Impact"/>
                <a:sym typeface="Impac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grpSp>
        <p:nvGrpSpPr>
          <p:cNvPr id="700" name="Google Shape;700;p17"/>
          <p:cNvGrpSpPr/>
          <p:nvPr/>
        </p:nvGrpSpPr>
        <p:grpSpPr>
          <a:xfrm>
            <a:off x="8430775" y="27525"/>
            <a:ext cx="1023938" cy="1023938"/>
            <a:chOff x="9247188" y="5834063"/>
            <a:chExt cx="1023938" cy="1023938"/>
          </a:xfrm>
        </p:grpSpPr>
        <p:sp>
          <p:nvSpPr>
            <p:cNvPr id="701" name="Google Shape;701;p17"/>
            <p:cNvSpPr/>
            <p:nvPr/>
          </p:nvSpPr>
          <p:spPr>
            <a:xfrm>
              <a:off x="9247188" y="5834063"/>
              <a:ext cx="1023938" cy="1023938"/>
            </a:xfrm>
            <a:custGeom>
              <a:avLst/>
              <a:gdLst/>
              <a:ahLst/>
              <a:cxnLst/>
              <a:rect l="l" t="t" r="r" b="b"/>
              <a:pathLst>
                <a:path w="607" h="607" extrusionOk="0">
                  <a:moveTo>
                    <a:pt x="304" y="607"/>
                  </a:moveTo>
                  <a:cubicBezTo>
                    <a:pt x="136" y="607"/>
                    <a:pt x="0" y="471"/>
                    <a:pt x="0" y="304"/>
                  </a:cubicBezTo>
                  <a:cubicBezTo>
                    <a:pt x="0" y="136"/>
                    <a:pt x="136" y="0"/>
                    <a:pt x="304" y="0"/>
                  </a:cubicBezTo>
                  <a:cubicBezTo>
                    <a:pt x="471" y="0"/>
                    <a:pt x="607" y="136"/>
                    <a:pt x="607" y="304"/>
                  </a:cubicBezTo>
                  <a:cubicBezTo>
                    <a:pt x="607" y="471"/>
                    <a:pt x="471" y="607"/>
                    <a:pt x="304" y="607"/>
                  </a:cubicBezTo>
                  <a:close/>
                  <a:moveTo>
                    <a:pt x="304" y="5"/>
                  </a:moveTo>
                  <a:cubicBezTo>
                    <a:pt x="139" y="5"/>
                    <a:pt x="5" y="139"/>
                    <a:pt x="5" y="304"/>
                  </a:cubicBezTo>
                  <a:cubicBezTo>
                    <a:pt x="5" y="468"/>
                    <a:pt x="139" y="602"/>
                    <a:pt x="304" y="602"/>
                  </a:cubicBezTo>
                  <a:cubicBezTo>
                    <a:pt x="468" y="602"/>
                    <a:pt x="602" y="468"/>
                    <a:pt x="602" y="304"/>
                  </a:cubicBezTo>
                  <a:cubicBezTo>
                    <a:pt x="602" y="139"/>
                    <a:pt x="468" y="5"/>
                    <a:pt x="304" y="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2" name="Google Shape;702;p17"/>
            <p:cNvSpPr/>
            <p:nvPr/>
          </p:nvSpPr>
          <p:spPr>
            <a:xfrm>
              <a:off x="9274175" y="5861050"/>
              <a:ext cx="969963" cy="969963"/>
            </a:xfrm>
            <a:custGeom>
              <a:avLst/>
              <a:gdLst/>
              <a:ahLst/>
              <a:cxnLst/>
              <a:rect l="l" t="t" r="r" b="b"/>
              <a:pathLst>
                <a:path w="575" h="575" extrusionOk="0">
                  <a:moveTo>
                    <a:pt x="288" y="575"/>
                  </a:moveTo>
                  <a:cubicBezTo>
                    <a:pt x="129" y="575"/>
                    <a:pt x="0" y="446"/>
                    <a:pt x="0" y="288"/>
                  </a:cubicBezTo>
                  <a:cubicBezTo>
                    <a:pt x="0" y="129"/>
                    <a:pt x="129" y="0"/>
                    <a:pt x="288" y="0"/>
                  </a:cubicBezTo>
                  <a:cubicBezTo>
                    <a:pt x="446" y="0"/>
                    <a:pt x="575" y="129"/>
                    <a:pt x="575" y="288"/>
                  </a:cubicBezTo>
                  <a:cubicBezTo>
                    <a:pt x="575" y="446"/>
                    <a:pt x="446" y="575"/>
                    <a:pt x="288" y="575"/>
                  </a:cubicBezTo>
                  <a:close/>
                  <a:moveTo>
                    <a:pt x="288" y="11"/>
                  </a:moveTo>
                  <a:cubicBezTo>
                    <a:pt x="135" y="11"/>
                    <a:pt x="11" y="135"/>
                    <a:pt x="11" y="288"/>
                  </a:cubicBezTo>
                  <a:cubicBezTo>
                    <a:pt x="11" y="440"/>
                    <a:pt x="135" y="565"/>
                    <a:pt x="288" y="565"/>
                  </a:cubicBezTo>
                  <a:cubicBezTo>
                    <a:pt x="440" y="565"/>
                    <a:pt x="565" y="440"/>
                    <a:pt x="565" y="288"/>
                  </a:cubicBezTo>
                  <a:cubicBezTo>
                    <a:pt x="565" y="135"/>
                    <a:pt x="440" y="11"/>
                    <a:pt x="288" y="1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3" name="Google Shape;703;p17"/>
            <p:cNvSpPr/>
            <p:nvPr/>
          </p:nvSpPr>
          <p:spPr>
            <a:xfrm>
              <a:off x="9377363" y="5962650"/>
              <a:ext cx="763587" cy="765175"/>
            </a:xfrm>
            <a:custGeom>
              <a:avLst/>
              <a:gdLst/>
              <a:ahLst/>
              <a:cxnLst/>
              <a:rect l="l" t="t" r="r" b="b"/>
              <a:pathLst>
                <a:path w="453" h="454" extrusionOk="0">
                  <a:moveTo>
                    <a:pt x="227" y="454"/>
                  </a:moveTo>
                  <a:cubicBezTo>
                    <a:pt x="209" y="454"/>
                    <a:pt x="191" y="452"/>
                    <a:pt x="173" y="448"/>
                  </a:cubicBezTo>
                  <a:cubicBezTo>
                    <a:pt x="184" y="405"/>
                    <a:pt x="184" y="405"/>
                    <a:pt x="184" y="405"/>
                  </a:cubicBezTo>
                  <a:cubicBezTo>
                    <a:pt x="201" y="409"/>
                    <a:pt x="219" y="411"/>
                    <a:pt x="236" y="410"/>
                  </a:cubicBezTo>
                  <a:cubicBezTo>
                    <a:pt x="239" y="454"/>
                    <a:pt x="239" y="454"/>
                    <a:pt x="239" y="454"/>
                  </a:cubicBezTo>
                  <a:cubicBezTo>
                    <a:pt x="235" y="454"/>
                    <a:pt x="231" y="454"/>
                    <a:pt x="227" y="454"/>
                  </a:cubicBezTo>
                  <a:close/>
                  <a:moveTo>
                    <a:pt x="259" y="452"/>
                  </a:moveTo>
                  <a:cubicBezTo>
                    <a:pt x="253" y="408"/>
                    <a:pt x="253" y="408"/>
                    <a:pt x="253" y="408"/>
                  </a:cubicBezTo>
                  <a:cubicBezTo>
                    <a:pt x="270" y="406"/>
                    <a:pt x="287" y="401"/>
                    <a:pt x="303" y="394"/>
                  </a:cubicBezTo>
                  <a:cubicBezTo>
                    <a:pt x="322" y="433"/>
                    <a:pt x="322" y="433"/>
                    <a:pt x="322" y="433"/>
                  </a:cubicBezTo>
                  <a:cubicBezTo>
                    <a:pt x="302" y="443"/>
                    <a:pt x="280" y="449"/>
                    <a:pt x="259" y="452"/>
                  </a:cubicBezTo>
                  <a:close/>
                  <a:moveTo>
                    <a:pt x="154" y="442"/>
                  </a:moveTo>
                  <a:cubicBezTo>
                    <a:pt x="133" y="435"/>
                    <a:pt x="114" y="425"/>
                    <a:pt x="96" y="413"/>
                  </a:cubicBezTo>
                  <a:cubicBezTo>
                    <a:pt x="121" y="377"/>
                    <a:pt x="121" y="377"/>
                    <a:pt x="121" y="377"/>
                  </a:cubicBezTo>
                  <a:cubicBezTo>
                    <a:pt x="136" y="387"/>
                    <a:pt x="151" y="395"/>
                    <a:pt x="168" y="401"/>
                  </a:cubicBezTo>
                  <a:lnTo>
                    <a:pt x="154" y="442"/>
                  </a:lnTo>
                  <a:close/>
                  <a:moveTo>
                    <a:pt x="340" y="424"/>
                  </a:moveTo>
                  <a:cubicBezTo>
                    <a:pt x="318" y="386"/>
                    <a:pt x="318" y="386"/>
                    <a:pt x="318" y="386"/>
                  </a:cubicBezTo>
                  <a:cubicBezTo>
                    <a:pt x="333" y="377"/>
                    <a:pt x="347" y="366"/>
                    <a:pt x="359" y="353"/>
                  </a:cubicBezTo>
                  <a:cubicBezTo>
                    <a:pt x="391" y="384"/>
                    <a:pt x="391" y="384"/>
                    <a:pt x="391" y="384"/>
                  </a:cubicBezTo>
                  <a:cubicBezTo>
                    <a:pt x="376" y="400"/>
                    <a:pt x="359" y="413"/>
                    <a:pt x="340" y="424"/>
                  </a:cubicBezTo>
                  <a:close/>
                  <a:moveTo>
                    <a:pt x="80" y="400"/>
                  </a:moveTo>
                  <a:cubicBezTo>
                    <a:pt x="63" y="386"/>
                    <a:pt x="48" y="369"/>
                    <a:pt x="36" y="351"/>
                  </a:cubicBezTo>
                  <a:cubicBezTo>
                    <a:pt x="73" y="327"/>
                    <a:pt x="73" y="327"/>
                    <a:pt x="73" y="327"/>
                  </a:cubicBezTo>
                  <a:cubicBezTo>
                    <a:pt x="83" y="342"/>
                    <a:pt x="95" y="355"/>
                    <a:pt x="108" y="367"/>
                  </a:cubicBezTo>
                  <a:lnTo>
                    <a:pt x="80" y="400"/>
                  </a:lnTo>
                  <a:close/>
                  <a:moveTo>
                    <a:pt x="404" y="368"/>
                  </a:moveTo>
                  <a:cubicBezTo>
                    <a:pt x="370" y="341"/>
                    <a:pt x="370" y="341"/>
                    <a:pt x="370" y="341"/>
                  </a:cubicBezTo>
                  <a:cubicBezTo>
                    <a:pt x="381" y="327"/>
                    <a:pt x="390" y="312"/>
                    <a:pt x="396" y="295"/>
                  </a:cubicBezTo>
                  <a:cubicBezTo>
                    <a:pt x="437" y="312"/>
                    <a:pt x="437" y="312"/>
                    <a:pt x="437" y="312"/>
                  </a:cubicBezTo>
                  <a:cubicBezTo>
                    <a:pt x="429" y="332"/>
                    <a:pt x="418" y="351"/>
                    <a:pt x="404" y="368"/>
                  </a:cubicBezTo>
                  <a:close/>
                  <a:moveTo>
                    <a:pt x="26" y="334"/>
                  </a:moveTo>
                  <a:cubicBezTo>
                    <a:pt x="16" y="314"/>
                    <a:pt x="9" y="293"/>
                    <a:pt x="4" y="272"/>
                  </a:cubicBezTo>
                  <a:cubicBezTo>
                    <a:pt x="47" y="263"/>
                    <a:pt x="47" y="263"/>
                    <a:pt x="47" y="263"/>
                  </a:cubicBezTo>
                  <a:cubicBezTo>
                    <a:pt x="51" y="281"/>
                    <a:pt x="57" y="297"/>
                    <a:pt x="65" y="313"/>
                  </a:cubicBezTo>
                  <a:lnTo>
                    <a:pt x="26" y="334"/>
                  </a:lnTo>
                  <a:close/>
                  <a:moveTo>
                    <a:pt x="444" y="293"/>
                  </a:moveTo>
                  <a:cubicBezTo>
                    <a:pt x="402" y="280"/>
                    <a:pt x="402" y="280"/>
                    <a:pt x="402" y="280"/>
                  </a:cubicBezTo>
                  <a:cubicBezTo>
                    <a:pt x="407" y="263"/>
                    <a:pt x="409" y="246"/>
                    <a:pt x="409" y="228"/>
                  </a:cubicBezTo>
                  <a:cubicBezTo>
                    <a:pt x="409" y="215"/>
                    <a:pt x="408" y="202"/>
                    <a:pt x="405" y="189"/>
                  </a:cubicBezTo>
                  <a:cubicBezTo>
                    <a:pt x="448" y="180"/>
                    <a:pt x="448" y="180"/>
                    <a:pt x="448" y="180"/>
                  </a:cubicBezTo>
                  <a:cubicBezTo>
                    <a:pt x="452" y="195"/>
                    <a:pt x="453" y="212"/>
                    <a:pt x="453" y="228"/>
                  </a:cubicBezTo>
                  <a:cubicBezTo>
                    <a:pt x="453" y="250"/>
                    <a:pt x="450" y="272"/>
                    <a:pt x="444" y="293"/>
                  </a:cubicBezTo>
                  <a:close/>
                  <a:moveTo>
                    <a:pt x="1" y="252"/>
                  </a:moveTo>
                  <a:cubicBezTo>
                    <a:pt x="0" y="244"/>
                    <a:pt x="0" y="236"/>
                    <a:pt x="0" y="228"/>
                  </a:cubicBezTo>
                  <a:cubicBezTo>
                    <a:pt x="0" y="214"/>
                    <a:pt x="1" y="200"/>
                    <a:pt x="4" y="186"/>
                  </a:cubicBezTo>
                  <a:cubicBezTo>
                    <a:pt x="47" y="194"/>
                    <a:pt x="47" y="194"/>
                    <a:pt x="47" y="194"/>
                  </a:cubicBezTo>
                  <a:cubicBezTo>
                    <a:pt x="45" y="205"/>
                    <a:pt x="44" y="216"/>
                    <a:pt x="44" y="228"/>
                  </a:cubicBezTo>
                  <a:cubicBezTo>
                    <a:pt x="44" y="234"/>
                    <a:pt x="44" y="241"/>
                    <a:pt x="45" y="247"/>
                  </a:cubicBezTo>
                  <a:lnTo>
                    <a:pt x="1" y="252"/>
                  </a:lnTo>
                  <a:close/>
                  <a:moveTo>
                    <a:pt x="51" y="178"/>
                  </a:moveTo>
                  <a:cubicBezTo>
                    <a:pt x="8" y="167"/>
                    <a:pt x="8" y="167"/>
                    <a:pt x="8" y="167"/>
                  </a:cubicBezTo>
                  <a:cubicBezTo>
                    <a:pt x="14" y="145"/>
                    <a:pt x="23" y="125"/>
                    <a:pt x="35" y="107"/>
                  </a:cubicBezTo>
                  <a:cubicBezTo>
                    <a:pt x="72" y="130"/>
                    <a:pt x="72" y="130"/>
                    <a:pt x="72" y="130"/>
                  </a:cubicBezTo>
                  <a:cubicBezTo>
                    <a:pt x="63" y="145"/>
                    <a:pt x="56" y="161"/>
                    <a:pt x="51" y="178"/>
                  </a:cubicBezTo>
                  <a:close/>
                  <a:moveTo>
                    <a:pt x="401" y="173"/>
                  </a:moveTo>
                  <a:cubicBezTo>
                    <a:pt x="396" y="157"/>
                    <a:pt x="388" y="140"/>
                    <a:pt x="378" y="126"/>
                  </a:cubicBezTo>
                  <a:cubicBezTo>
                    <a:pt x="415" y="101"/>
                    <a:pt x="415" y="101"/>
                    <a:pt x="415" y="101"/>
                  </a:cubicBezTo>
                  <a:cubicBezTo>
                    <a:pt x="427" y="119"/>
                    <a:pt x="437" y="139"/>
                    <a:pt x="443" y="160"/>
                  </a:cubicBezTo>
                  <a:lnTo>
                    <a:pt x="401" y="173"/>
                  </a:lnTo>
                  <a:close/>
                  <a:moveTo>
                    <a:pt x="82" y="117"/>
                  </a:moveTo>
                  <a:cubicBezTo>
                    <a:pt x="47" y="90"/>
                    <a:pt x="47" y="90"/>
                    <a:pt x="47" y="90"/>
                  </a:cubicBezTo>
                  <a:cubicBezTo>
                    <a:pt x="60" y="73"/>
                    <a:pt x="76" y="57"/>
                    <a:pt x="94" y="44"/>
                  </a:cubicBezTo>
                  <a:cubicBezTo>
                    <a:pt x="119" y="80"/>
                    <a:pt x="119" y="80"/>
                    <a:pt x="119" y="80"/>
                  </a:cubicBezTo>
                  <a:cubicBezTo>
                    <a:pt x="105" y="90"/>
                    <a:pt x="92" y="103"/>
                    <a:pt x="82" y="117"/>
                  </a:cubicBezTo>
                  <a:close/>
                  <a:moveTo>
                    <a:pt x="369" y="113"/>
                  </a:moveTo>
                  <a:cubicBezTo>
                    <a:pt x="357" y="99"/>
                    <a:pt x="344" y="87"/>
                    <a:pt x="330" y="77"/>
                  </a:cubicBezTo>
                  <a:cubicBezTo>
                    <a:pt x="354" y="41"/>
                    <a:pt x="354" y="41"/>
                    <a:pt x="354" y="41"/>
                  </a:cubicBezTo>
                  <a:cubicBezTo>
                    <a:pt x="373" y="53"/>
                    <a:pt x="389" y="68"/>
                    <a:pt x="403" y="85"/>
                  </a:cubicBezTo>
                  <a:lnTo>
                    <a:pt x="369" y="113"/>
                  </a:lnTo>
                  <a:close/>
                  <a:moveTo>
                    <a:pt x="133" y="71"/>
                  </a:moveTo>
                  <a:cubicBezTo>
                    <a:pt x="110" y="33"/>
                    <a:pt x="110" y="33"/>
                    <a:pt x="110" y="33"/>
                  </a:cubicBezTo>
                  <a:cubicBezTo>
                    <a:pt x="129" y="22"/>
                    <a:pt x="150" y="13"/>
                    <a:pt x="171" y="8"/>
                  </a:cubicBezTo>
                  <a:cubicBezTo>
                    <a:pt x="182" y="51"/>
                    <a:pt x="182" y="51"/>
                    <a:pt x="182" y="51"/>
                  </a:cubicBezTo>
                  <a:cubicBezTo>
                    <a:pt x="165" y="55"/>
                    <a:pt x="148" y="62"/>
                    <a:pt x="133" y="71"/>
                  </a:cubicBezTo>
                  <a:close/>
                  <a:moveTo>
                    <a:pt x="316" y="68"/>
                  </a:moveTo>
                  <a:cubicBezTo>
                    <a:pt x="300" y="60"/>
                    <a:pt x="284" y="53"/>
                    <a:pt x="266" y="49"/>
                  </a:cubicBezTo>
                  <a:cubicBezTo>
                    <a:pt x="276" y="6"/>
                    <a:pt x="276" y="6"/>
                    <a:pt x="276" y="6"/>
                  </a:cubicBezTo>
                  <a:cubicBezTo>
                    <a:pt x="297" y="11"/>
                    <a:pt x="318" y="19"/>
                    <a:pt x="337" y="30"/>
                  </a:cubicBezTo>
                  <a:lnTo>
                    <a:pt x="316" y="68"/>
                  </a:lnTo>
                  <a:close/>
                  <a:moveTo>
                    <a:pt x="198" y="47"/>
                  </a:moveTo>
                  <a:cubicBezTo>
                    <a:pt x="191" y="4"/>
                    <a:pt x="191" y="4"/>
                    <a:pt x="191" y="4"/>
                  </a:cubicBezTo>
                  <a:cubicBezTo>
                    <a:pt x="212" y="0"/>
                    <a:pt x="235" y="0"/>
                    <a:pt x="256" y="3"/>
                  </a:cubicBezTo>
                  <a:cubicBezTo>
                    <a:pt x="251" y="47"/>
                    <a:pt x="251" y="47"/>
                    <a:pt x="251" y="47"/>
                  </a:cubicBezTo>
                  <a:cubicBezTo>
                    <a:pt x="233" y="44"/>
                    <a:pt x="215" y="45"/>
                    <a:pt x="198" y="4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4" name="Google Shape;704;p17"/>
            <p:cNvSpPr/>
            <p:nvPr/>
          </p:nvSpPr>
          <p:spPr>
            <a:xfrm>
              <a:off x="9324975" y="5911850"/>
              <a:ext cx="868362" cy="868362"/>
            </a:xfrm>
            <a:custGeom>
              <a:avLst/>
              <a:gdLst/>
              <a:ahLst/>
              <a:cxnLst/>
              <a:rect l="l" t="t" r="r" b="b"/>
              <a:pathLst>
                <a:path w="515" h="515" extrusionOk="0">
                  <a:moveTo>
                    <a:pt x="255" y="515"/>
                  </a:moveTo>
                  <a:cubicBezTo>
                    <a:pt x="248" y="515"/>
                    <a:pt x="241" y="515"/>
                    <a:pt x="234" y="514"/>
                  </a:cubicBezTo>
                  <a:cubicBezTo>
                    <a:pt x="234" y="509"/>
                    <a:pt x="234" y="509"/>
                    <a:pt x="234" y="509"/>
                  </a:cubicBezTo>
                  <a:cubicBezTo>
                    <a:pt x="241" y="510"/>
                    <a:pt x="248" y="510"/>
                    <a:pt x="255" y="510"/>
                  </a:cubicBezTo>
                  <a:lnTo>
                    <a:pt x="255" y="515"/>
                  </a:lnTo>
                  <a:close/>
                  <a:moveTo>
                    <a:pt x="265" y="515"/>
                  </a:moveTo>
                  <a:cubicBezTo>
                    <a:pt x="265" y="510"/>
                    <a:pt x="265" y="510"/>
                    <a:pt x="265" y="510"/>
                  </a:cubicBezTo>
                  <a:cubicBezTo>
                    <a:pt x="272" y="510"/>
                    <a:pt x="279" y="509"/>
                    <a:pt x="285" y="509"/>
                  </a:cubicBezTo>
                  <a:cubicBezTo>
                    <a:pt x="286" y="514"/>
                    <a:pt x="286" y="514"/>
                    <a:pt x="286" y="514"/>
                  </a:cubicBezTo>
                  <a:cubicBezTo>
                    <a:pt x="279" y="515"/>
                    <a:pt x="272" y="515"/>
                    <a:pt x="265" y="515"/>
                  </a:cubicBezTo>
                  <a:close/>
                  <a:moveTo>
                    <a:pt x="223" y="513"/>
                  </a:moveTo>
                  <a:cubicBezTo>
                    <a:pt x="217" y="512"/>
                    <a:pt x="210" y="511"/>
                    <a:pt x="203" y="510"/>
                  </a:cubicBezTo>
                  <a:cubicBezTo>
                    <a:pt x="204" y="504"/>
                    <a:pt x="204" y="504"/>
                    <a:pt x="204" y="504"/>
                  </a:cubicBezTo>
                  <a:cubicBezTo>
                    <a:pt x="211" y="506"/>
                    <a:pt x="217" y="507"/>
                    <a:pt x="224" y="508"/>
                  </a:cubicBezTo>
                  <a:lnTo>
                    <a:pt x="223" y="513"/>
                  </a:lnTo>
                  <a:close/>
                  <a:moveTo>
                    <a:pt x="296" y="512"/>
                  </a:moveTo>
                  <a:cubicBezTo>
                    <a:pt x="296" y="507"/>
                    <a:pt x="296" y="507"/>
                    <a:pt x="296" y="507"/>
                  </a:cubicBezTo>
                  <a:cubicBezTo>
                    <a:pt x="302" y="506"/>
                    <a:pt x="309" y="505"/>
                    <a:pt x="316" y="503"/>
                  </a:cubicBezTo>
                  <a:cubicBezTo>
                    <a:pt x="317" y="509"/>
                    <a:pt x="317" y="509"/>
                    <a:pt x="317" y="509"/>
                  </a:cubicBezTo>
                  <a:cubicBezTo>
                    <a:pt x="310" y="510"/>
                    <a:pt x="303" y="511"/>
                    <a:pt x="296" y="512"/>
                  </a:cubicBezTo>
                  <a:close/>
                  <a:moveTo>
                    <a:pt x="193" y="507"/>
                  </a:moveTo>
                  <a:cubicBezTo>
                    <a:pt x="186" y="505"/>
                    <a:pt x="179" y="503"/>
                    <a:pt x="173" y="501"/>
                  </a:cubicBezTo>
                  <a:cubicBezTo>
                    <a:pt x="174" y="496"/>
                    <a:pt x="174" y="496"/>
                    <a:pt x="174" y="496"/>
                  </a:cubicBezTo>
                  <a:cubicBezTo>
                    <a:pt x="181" y="498"/>
                    <a:pt x="187" y="500"/>
                    <a:pt x="194" y="502"/>
                  </a:cubicBezTo>
                  <a:lnTo>
                    <a:pt x="193" y="507"/>
                  </a:lnTo>
                  <a:close/>
                  <a:moveTo>
                    <a:pt x="327" y="506"/>
                  </a:moveTo>
                  <a:cubicBezTo>
                    <a:pt x="326" y="501"/>
                    <a:pt x="326" y="501"/>
                    <a:pt x="326" y="501"/>
                  </a:cubicBezTo>
                  <a:cubicBezTo>
                    <a:pt x="332" y="499"/>
                    <a:pt x="339" y="497"/>
                    <a:pt x="345" y="495"/>
                  </a:cubicBezTo>
                  <a:cubicBezTo>
                    <a:pt x="347" y="499"/>
                    <a:pt x="347" y="499"/>
                    <a:pt x="347" y="499"/>
                  </a:cubicBezTo>
                  <a:cubicBezTo>
                    <a:pt x="340" y="502"/>
                    <a:pt x="334" y="504"/>
                    <a:pt x="327" y="506"/>
                  </a:cubicBezTo>
                  <a:close/>
                  <a:moveTo>
                    <a:pt x="163" y="497"/>
                  </a:moveTo>
                  <a:cubicBezTo>
                    <a:pt x="156" y="495"/>
                    <a:pt x="150" y="492"/>
                    <a:pt x="144" y="489"/>
                  </a:cubicBezTo>
                  <a:cubicBezTo>
                    <a:pt x="146" y="484"/>
                    <a:pt x="146" y="484"/>
                    <a:pt x="146" y="484"/>
                  </a:cubicBezTo>
                  <a:cubicBezTo>
                    <a:pt x="152" y="487"/>
                    <a:pt x="158" y="490"/>
                    <a:pt x="165" y="493"/>
                  </a:cubicBezTo>
                  <a:lnTo>
                    <a:pt x="163" y="497"/>
                  </a:lnTo>
                  <a:close/>
                  <a:moveTo>
                    <a:pt x="357" y="496"/>
                  </a:moveTo>
                  <a:cubicBezTo>
                    <a:pt x="355" y="491"/>
                    <a:pt x="355" y="491"/>
                    <a:pt x="355" y="491"/>
                  </a:cubicBezTo>
                  <a:cubicBezTo>
                    <a:pt x="361" y="488"/>
                    <a:pt x="367" y="485"/>
                    <a:pt x="373" y="482"/>
                  </a:cubicBezTo>
                  <a:cubicBezTo>
                    <a:pt x="376" y="487"/>
                    <a:pt x="376" y="487"/>
                    <a:pt x="376" y="487"/>
                  </a:cubicBezTo>
                  <a:cubicBezTo>
                    <a:pt x="369" y="490"/>
                    <a:pt x="363" y="493"/>
                    <a:pt x="357" y="496"/>
                  </a:cubicBezTo>
                  <a:close/>
                  <a:moveTo>
                    <a:pt x="134" y="484"/>
                  </a:moveTo>
                  <a:cubicBezTo>
                    <a:pt x="128" y="481"/>
                    <a:pt x="122" y="477"/>
                    <a:pt x="116" y="473"/>
                  </a:cubicBezTo>
                  <a:cubicBezTo>
                    <a:pt x="119" y="469"/>
                    <a:pt x="119" y="469"/>
                    <a:pt x="119" y="469"/>
                  </a:cubicBezTo>
                  <a:cubicBezTo>
                    <a:pt x="125" y="473"/>
                    <a:pt x="131" y="476"/>
                    <a:pt x="137" y="479"/>
                  </a:cubicBezTo>
                  <a:lnTo>
                    <a:pt x="134" y="484"/>
                  </a:lnTo>
                  <a:close/>
                  <a:moveTo>
                    <a:pt x="385" y="482"/>
                  </a:moveTo>
                  <a:cubicBezTo>
                    <a:pt x="382" y="477"/>
                    <a:pt x="382" y="477"/>
                    <a:pt x="382" y="477"/>
                  </a:cubicBezTo>
                  <a:cubicBezTo>
                    <a:pt x="388" y="474"/>
                    <a:pt x="394" y="470"/>
                    <a:pt x="400" y="467"/>
                  </a:cubicBezTo>
                  <a:cubicBezTo>
                    <a:pt x="402" y="471"/>
                    <a:pt x="402" y="471"/>
                    <a:pt x="402" y="471"/>
                  </a:cubicBezTo>
                  <a:cubicBezTo>
                    <a:pt x="397" y="475"/>
                    <a:pt x="391" y="478"/>
                    <a:pt x="385" y="482"/>
                  </a:cubicBezTo>
                  <a:close/>
                  <a:moveTo>
                    <a:pt x="108" y="467"/>
                  </a:moveTo>
                  <a:cubicBezTo>
                    <a:pt x="102" y="463"/>
                    <a:pt x="97" y="459"/>
                    <a:pt x="91" y="454"/>
                  </a:cubicBezTo>
                  <a:cubicBezTo>
                    <a:pt x="95" y="451"/>
                    <a:pt x="95" y="451"/>
                    <a:pt x="95" y="451"/>
                  </a:cubicBezTo>
                  <a:cubicBezTo>
                    <a:pt x="100" y="455"/>
                    <a:pt x="105" y="459"/>
                    <a:pt x="111" y="463"/>
                  </a:cubicBezTo>
                  <a:lnTo>
                    <a:pt x="108" y="467"/>
                  </a:lnTo>
                  <a:close/>
                  <a:moveTo>
                    <a:pt x="411" y="465"/>
                  </a:moveTo>
                  <a:cubicBezTo>
                    <a:pt x="408" y="461"/>
                    <a:pt x="408" y="461"/>
                    <a:pt x="408" y="461"/>
                  </a:cubicBezTo>
                  <a:cubicBezTo>
                    <a:pt x="413" y="457"/>
                    <a:pt x="419" y="452"/>
                    <a:pt x="424" y="448"/>
                  </a:cubicBezTo>
                  <a:cubicBezTo>
                    <a:pt x="427" y="452"/>
                    <a:pt x="427" y="452"/>
                    <a:pt x="427" y="452"/>
                  </a:cubicBezTo>
                  <a:cubicBezTo>
                    <a:pt x="422" y="456"/>
                    <a:pt x="417" y="461"/>
                    <a:pt x="411" y="465"/>
                  </a:cubicBezTo>
                  <a:close/>
                  <a:moveTo>
                    <a:pt x="83" y="448"/>
                  </a:moveTo>
                  <a:cubicBezTo>
                    <a:pt x="78" y="443"/>
                    <a:pt x="73" y="438"/>
                    <a:pt x="69" y="433"/>
                  </a:cubicBezTo>
                  <a:cubicBezTo>
                    <a:pt x="72" y="429"/>
                    <a:pt x="72" y="429"/>
                    <a:pt x="72" y="429"/>
                  </a:cubicBezTo>
                  <a:cubicBezTo>
                    <a:pt x="77" y="434"/>
                    <a:pt x="82" y="439"/>
                    <a:pt x="87" y="444"/>
                  </a:cubicBezTo>
                  <a:lnTo>
                    <a:pt x="83" y="448"/>
                  </a:lnTo>
                  <a:close/>
                  <a:moveTo>
                    <a:pt x="435" y="445"/>
                  </a:moveTo>
                  <a:cubicBezTo>
                    <a:pt x="431" y="441"/>
                    <a:pt x="431" y="441"/>
                    <a:pt x="431" y="441"/>
                  </a:cubicBezTo>
                  <a:cubicBezTo>
                    <a:pt x="436" y="436"/>
                    <a:pt x="441" y="431"/>
                    <a:pt x="446" y="426"/>
                  </a:cubicBezTo>
                  <a:cubicBezTo>
                    <a:pt x="450" y="430"/>
                    <a:pt x="450" y="430"/>
                    <a:pt x="450" y="430"/>
                  </a:cubicBezTo>
                  <a:cubicBezTo>
                    <a:pt x="445" y="435"/>
                    <a:pt x="440" y="440"/>
                    <a:pt x="435" y="445"/>
                  </a:cubicBezTo>
                  <a:close/>
                  <a:moveTo>
                    <a:pt x="62" y="425"/>
                  </a:moveTo>
                  <a:cubicBezTo>
                    <a:pt x="57" y="420"/>
                    <a:pt x="53" y="414"/>
                    <a:pt x="49" y="409"/>
                  </a:cubicBezTo>
                  <a:cubicBezTo>
                    <a:pt x="53" y="406"/>
                    <a:pt x="53" y="406"/>
                    <a:pt x="53" y="406"/>
                  </a:cubicBezTo>
                  <a:cubicBezTo>
                    <a:pt x="57" y="411"/>
                    <a:pt x="61" y="416"/>
                    <a:pt x="66" y="422"/>
                  </a:cubicBezTo>
                  <a:lnTo>
                    <a:pt x="62" y="425"/>
                  </a:lnTo>
                  <a:close/>
                  <a:moveTo>
                    <a:pt x="456" y="422"/>
                  </a:moveTo>
                  <a:cubicBezTo>
                    <a:pt x="452" y="418"/>
                    <a:pt x="452" y="418"/>
                    <a:pt x="452" y="418"/>
                  </a:cubicBezTo>
                  <a:cubicBezTo>
                    <a:pt x="457" y="413"/>
                    <a:pt x="461" y="408"/>
                    <a:pt x="465" y="402"/>
                  </a:cubicBezTo>
                  <a:cubicBezTo>
                    <a:pt x="469" y="405"/>
                    <a:pt x="469" y="405"/>
                    <a:pt x="469" y="405"/>
                  </a:cubicBezTo>
                  <a:cubicBezTo>
                    <a:pt x="465" y="411"/>
                    <a:pt x="461" y="416"/>
                    <a:pt x="456" y="422"/>
                  </a:cubicBezTo>
                  <a:close/>
                  <a:moveTo>
                    <a:pt x="43" y="400"/>
                  </a:moveTo>
                  <a:cubicBezTo>
                    <a:pt x="39" y="394"/>
                    <a:pt x="35" y="388"/>
                    <a:pt x="32" y="382"/>
                  </a:cubicBezTo>
                  <a:cubicBezTo>
                    <a:pt x="37" y="380"/>
                    <a:pt x="37" y="380"/>
                    <a:pt x="37" y="380"/>
                  </a:cubicBezTo>
                  <a:cubicBezTo>
                    <a:pt x="40" y="386"/>
                    <a:pt x="43" y="391"/>
                    <a:pt x="47" y="397"/>
                  </a:cubicBezTo>
                  <a:lnTo>
                    <a:pt x="43" y="400"/>
                  </a:lnTo>
                  <a:close/>
                  <a:moveTo>
                    <a:pt x="475" y="396"/>
                  </a:moveTo>
                  <a:cubicBezTo>
                    <a:pt x="471" y="394"/>
                    <a:pt x="471" y="394"/>
                    <a:pt x="471" y="394"/>
                  </a:cubicBezTo>
                  <a:cubicBezTo>
                    <a:pt x="474" y="388"/>
                    <a:pt x="478" y="382"/>
                    <a:pt x="481" y="376"/>
                  </a:cubicBezTo>
                  <a:cubicBezTo>
                    <a:pt x="485" y="378"/>
                    <a:pt x="485" y="378"/>
                    <a:pt x="485" y="378"/>
                  </a:cubicBezTo>
                  <a:cubicBezTo>
                    <a:pt x="482" y="384"/>
                    <a:pt x="479" y="391"/>
                    <a:pt x="475" y="396"/>
                  </a:cubicBezTo>
                  <a:close/>
                  <a:moveTo>
                    <a:pt x="27" y="373"/>
                  </a:moveTo>
                  <a:cubicBezTo>
                    <a:pt x="24" y="367"/>
                    <a:pt x="21" y="360"/>
                    <a:pt x="19" y="354"/>
                  </a:cubicBezTo>
                  <a:cubicBezTo>
                    <a:pt x="23" y="352"/>
                    <a:pt x="23" y="352"/>
                    <a:pt x="23" y="352"/>
                  </a:cubicBezTo>
                  <a:cubicBezTo>
                    <a:pt x="26" y="358"/>
                    <a:pt x="29" y="365"/>
                    <a:pt x="32" y="371"/>
                  </a:cubicBezTo>
                  <a:lnTo>
                    <a:pt x="27" y="373"/>
                  </a:lnTo>
                  <a:close/>
                  <a:moveTo>
                    <a:pt x="490" y="369"/>
                  </a:moveTo>
                  <a:cubicBezTo>
                    <a:pt x="485" y="367"/>
                    <a:pt x="485" y="367"/>
                    <a:pt x="485" y="367"/>
                  </a:cubicBezTo>
                  <a:cubicBezTo>
                    <a:pt x="488" y="361"/>
                    <a:pt x="491" y="354"/>
                    <a:pt x="494" y="348"/>
                  </a:cubicBezTo>
                  <a:cubicBezTo>
                    <a:pt x="498" y="350"/>
                    <a:pt x="498" y="350"/>
                    <a:pt x="498" y="350"/>
                  </a:cubicBezTo>
                  <a:cubicBezTo>
                    <a:pt x="496" y="356"/>
                    <a:pt x="493" y="363"/>
                    <a:pt x="490" y="369"/>
                  </a:cubicBezTo>
                  <a:close/>
                  <a:moveTo>
                    <a:pt x="15" y="344"/>
                  </a:moveTo>
                  <a:cubicBezTo>
                    <a:pt x="12" y="338"/>
                    <a:pt x="10" y="331"/>
                    <a:pt x="9" y="324"/>
                  </a:cubicBezTo>
                  <a:cubicBezTo>
                    <a:pt x="14" y="323"/>
                    <a:pt x="14" y="323"/>
                    <a:pt x="14" y="323"/>
                  </a:cubicBezTo>
                  <a:cubicBezTo>
                    <a:pt x="15" y="329"/>
                    <a:pt x="17" y="336"/>
                    <a:pt x="20" y="342"/>
                  </a:cubicBezTo>
                  <a:lnTo>
                    <a:pt x="15" y="344"/>
                  </a:lnTo>
                  <a:close/>
                  <a:moveTo>
                    <a:pt x="502" y="340"/>
                  </a:moveTo>
                  <a:cubicBezTo>
                    <a:pt x="497" y="338"/>
                    <a:pt x="497" y="338"/>
                    <a:pt x="497" y="338"/>
                  </a:cubicBezTo>
                  <a:cubicBezTo>
                    <a:pt x="499" y="332"/>
                    <a:pt x="501" y="325"/>
                    <a:pt x="503" y="319"/>
                  </a:cubicBezTo>
                  <a:cubicBezTo>
                    <a:pt x="508" y="320"/>
                    <a:pt x="508" y="320"/>
                    <a:pt x="508" y="320"/>
                  </a:cubicBezTo>
                  <a:cubicBezTo>
                    <a:pt x="506" y="327"/>
                    <a:pt x="504" y="333"/>
                    <a:pt x="502" y="340"/>
                  </a:cubicBezTo>
                  <a:close/>
                  <a:moveTo>
                    <a:pt x="6" y="314"/>
                  </a:moveTo>
                  <a:cubicBezTo>
                    <a:pt x="5" y="307"/>
                    <a:pt x="3" y="300"/>
                    <a:pt x="2" y="293"/>
                  </a:cubicBezTo>
                  <a:cubicBezTo>
                    <a:pt x="8" y="293"/>
                    <a:pt x="8" y="293"/>
                    <a:pt x="8" y="293"/>
                  </a:cubicBezTo>
                  <a:cubicBezTo>
                    <a:pt x="9" y="299"/>
                    <a:pt x="10" y="306"/>
                    <a:pt x="11" y="313"/>
                  </a:cubicBezTo>
                  <a:lnTo>
                    <a:pt x="6" y="314"/>
                  </a:lnTo>
                  <a:close/>
                  <a:moveTo>
                    <a:pt x="510" y="310"/>
                  </a:moveTo>
                  <a:cubicBezTo>
                    <a:pt x="505" y="309"/>
                    <a:pt x="505" y="309"/>
                    <a:pt x="505" y="309"/>
                  </a:cubicBezTo>
                  <a:cubicBezTo>
                    <a:pt x="506" y="302"/>
                    <a:pt x="507" y="295"/>
                    <a:pt x="508" y="288"/>
                  </a:cubicBezTo>
                  <a:cubicBezTo>
                    <a:pt x="513" y="289"/>
                    <a:pt x="513" y="289"/>
                    <a:pt x="513" y="289"/>
                  </a:cubicBezTo>
                  <a:cubicBezTo>
                    <a:pt x="513" y="296"/>
                    <a:pt x="511" y="303"/>
                    <a:pt x="510" y="310"/>
                  </a:cubicBezTo>
                  <a:close/>
                  <a:moveTo>
                    <a:pt x="1" y="283"/>
                  </a:moveTo>
                  <a:cubicBezTo>
                    <a:pt x="1" y="276"/>
                    <a:pt x="0" y="269"/>
                    <a:pt x="0" y="262"/>
                  </a:cubicBezTo>
                  <a:cubicBezTo>
                    <a:pt x="5" y="262"/>
                    <a:pt x="5" y="262"/>
                    <a:pt x="5" y="262"/>
                  </a:cubicBezTo>
                  <a:cubicBezTo>
                    <a:pt x="5" y="269"/>
                    <a:pt x="6" y="276"/>
                    <a:pt x="6" y="283"/>
                  </a:cubicBezTo>
                  <a:lnTo>
                    <a:pt x="1" y="283"/>
                  </a:lnTo>
                  <a:close/>
                  <a:moveTo>
                    <a:pt x="515" y="279"/>
                  </a:moveTo>
                  <a:cubicBezTo>
                    <a:pt x="509" y="278"/>
                    <a:pt x="509" y="278"/>
                    <a:pt x="509" y="278"/>
                  </a:cubicBezTo>
                  <a:cubicBezTo>
                    <a:pt x="510" y="271"/>
                    <a:pt x="510" y="265"/>
                    <a:pt x="510" y="258"/>
                  </a:cubicBezTo>
                  <a:cubicBezTo>
                    <a:pt x="510" y="251"/>
                    <a:pt x="510" y="245"/>
                    <a:pt x="509" y="239"/>
                  </a:cubicBezTo>
                  <a:cubicBezTo>
                    <a:pt x="515" y="238"/>
                    <a:pt x="515" y="238"/>
                    <a:pt x="515" y="238"/>
                  </a:cubicBezTo>
                  <a:cubicBezTo>
                    <a:pt x="515" y="245"/>
                    <a:pt x="515" y="251"/>
                    <a:pt x="515" y="258"/>
                  </a:cubicBezTo>
                  <a:cubicBezTo>
                    <a:pt x="515" y="265"/>
                    <a:pt x="515" y="272"/>
                    <a:pt x="515" y="279"/>
                  </a:cubicBezTo>
                  <a:close/>
                  <a:moveTo>
                    <a:pt x="5" y="252"/>
                  </a:moveTo>
                  <a:cubicBezTo>
                    <a:pt x="0" y="252"/>
                    <a:pt x="0" y="252"/>
                    <a:pt x="0" y="252"/>
                  </a:cubicBezTo>
                  <a:cubicBezTo>
                    <a:pt x="0" y="245"/>
                    <a:pt x="1" y="238"/>
                    <a:pt x="1" y="231"/>
                  </a:cubicBezTo>
                  <a:cubicBezTo>
                    <a:pt x="7" y="231"/>
                    <a:pt x="7" y="231"/>
                    <a:pt x="7" y="231"/>
                  </a:cubicBezTo>
                  <a:cubicBezTo>
                    <a:pt x="6" y="238"/>
                    <a:pt x="5" y="245"/>
                    <a:pt x="5" y="252"/>
                  </a:cubicBezTo>
                  <a:close/>
                  <a:moveTo>
                    <a:pt x="508" y="229"/>
                  </a:moveTo>
                  <a:cubicBezTo>
                    <a:pt x="508" y="222"/>
                    <a:pt x="507" y="215"/>
                    <a:pt x="505" y="208"/>
                  </a:cubicBezTo>
                  <a:cubicBezTo>
                    <a:pt x="510" y="207"/>
                    <a:pt x="510" y="207"/>
                    <a:pt x="510" y="207"/>
                  </a:cubicBezTo>
                  <a:cubicBezTo>
                    <a:pt x="512" y="214"/>
                    <a:pt x="513" y="221"/>
                    <a:pt x="514" y="228"/>
                  </a:cubicBezTo>
                  <a:lnTo>
                    <a:pt x="508" y="229"/>
                  </a:lnTo>
                  <a:close/>
                  <a:moveTo>
                    <a:pt x="8" y="221"/>
                  </a:moveTo>
                  <a:cubicBezTo>
                    <a:pt x="3" y="220"/>
                    <a:pt x="3" y="220"/>
                    <a:pt x="3" y="220"/>
                  </a:cubicBezTo>
                  <a:cubicBezTo>
                    <a:pt x="4" y="214"/>
                    <a:pt x="5" y="207"/>
                    <a:pt x="6" y="200"/>
                  </a:cubicBezTo>
                  <a:cubicBezTo>
                    <a:pt x="12" y="201"/>
                    <a:pt x="12" y="201"/>
                    <a:pt x="12" y="201"/>
                  </a:cubicBezTo>
                  <a:cubicBezTo>
                    <a:pt x="10" y="208"/>
                    <a:pt x="9" y="214"/>
                    <a:pt x="8" y="221"/>
                  </a:cubicBezTo>
                  <a:close/>
                  <a:moveTo>
                    <a:pt x="503" y="198"/>
                  </a:moveTo>
                  <a:cubicBezTo>
                    <a:pt x="502" y="192"/>
                    <a:pt x="500" y="185"/>
                    <a:pt x="498" y="179"/>
                  </a:cubicBezTo>
                  <a:cubicBezTo>
                    <a:pt x="502" y="177"/>
                    <a:pt x="502" y="177"/>
                    <a:pt x="502" y="177"/>
                  </a:cubicBezTo>
                  <a:cubicBezTo>
                    <a:pt x="505" y="184"/>
                    <a:pt x="507" y="190"/>
                    <a:pt x="508" y="197"/>
                  </a:cubicBezTo>
                  <a:lnTo>
                    <a:pt x="503" y="198"/>
                  </a:lnTo>
                  <a:close/>
                  <a:moveTo>
                    <a:pt x="14" y="191"/>
                  </a:moveTo>
                  <a:cubicBezTo>
                    <a:pt x="9" y="190"/>
                    <a:pt x="9" y="190"/>
                    <a:pt x="9" y="190"/>
                  </a:cubicBezTo>
                  <a:cubicBezTo>
                    <a:pt x="11" y="183"/>
                    <a:pt x="13" y="176"/>
                    <a:pt x="15" y="170"/>
                  </a:cubicBezTo>
                  <a:cubicBezTo>
                    <a:pt x="20" y="172"/>
                    <a:pt x="20" y="172"/>
                    <a:pt x="20" y="172"/>
                  </a:cubicBezTo>
                  <a:cubicBezTo>
                    <a:pt x="18" y="178"/>
                    <a:pt x="16" y="185"/>
                    <a:pt x="14" y="191"/>
                  </a:cubicBezTo>
                  <a:close/>
                  <a:moveTo>
                    <a:pt x="494" y="169"/>
                  </a:moveTo>
                  <a:cubicBezTo>
                    <a:pt x="492" y="163"/>
                    <a:pt x="489" y="156"/>
                    <a:pt x="486" y="150"/>
                  </a:cubicBezTo>
                  <a:cubicBezTo>
                    <a:pt x="491" y="148"/>
                    <a:pt x="491" y="148"/>
                    <a:pt x="491" y="148"/>
                  </a:cubicBezTo>
                  <a:cubicBezTo>
                    <a:pt x="494" y="154"/>
                    <a:pt x="497" y="161"/>
                    <a:pt x="499" y="167"/>
                  </a:cubicBezTo>
                  <a:lnTo>
                    <a:pt x="494" y="169"/>
                  </a:lnTo>
                  <a:close/>
                  <a:moveTo>
                    <a:pt x="24" y="162"/>
                  </a:moveTo>
                  <a:cubicBezTo>
                    <a:pt x="19" y="160"/>
                    <a:pt x="19" y="160"/>
                    <a:pt x="19" y="160"/>
                  </a:cubicBezTo>
                  <a:cubicBezTo>
                    <a:pt x="22" y="154"/>
                    <a:pt x="25" y="147"/>
                    <a:pt x="28" y="141"/>
                  </a:cubicBezTo>
                  <a:cubicBezTo>
                    <a:pt x="32" y="143"/>
                    <a:pt x="32" y="143"/>
                    <a:pt x="32" y="143"/>
                  </a:cubicBezTo>
                  <a:cubicBezTo>
                    <a:pt x="29" y="149"/>
                    <a:pt x="26" y="156"/>
                    <a:pt x="24" y="162"/>
                  </a:cubicBezTo>
                  <a:close/>
                  <a:moveTo>
                    <a:pt x="482" y="141"/>
                  </a:moveTo>
                  <a:cubicBezTo>
                    <a:pt x="478" y="135"/>
                    <a:pt x="475" y="129"/>
                    <a:pt x="471" y="123"/>
                  </a:cubicBezTo>
                  <a:cubicBezTo>
                    <a:pt x="476" y="120"/>
                    <a:pt x="476" y="120"/>
                    <a:pt x="476" y="120"/>
                  </a:cubicBezTo>
                  <a:cubicBezTo>
                    <a:pt x="479" y="126"/>
                    <a:pt x="483" y="132"/>
                    <a:pt x="486" y="138"/>
                  </a:cubicBezTo>
                  <a:lnTo>
                    <a:pt x="482" y="141"/>
                  </a:lnTo>
                  <a:close/>
                  <a:moveTo>
                    <a:pt x="37" y="134"/>
                  </a:moveTo>
                  <a:cubicBezTo>
                    <a:pt x="33" y="132"/>
                    <a:pt x="33" y="132"/>
                    <a:pt x="33" y="132"/>
                  </a:cubicBezTo>
                  <a:cubicBezTo>
                    <a:pt x="36" y="126"/>
                    <a:pt x="40" y="120"/>
                    <a:pt x="44" y="114"/>
                  </a:cubicBezTo>
                  <a:cubicBezTo>
                    <a:pt x="48" y="117"/>
                    <a:pt x="48" y="117"/>
                    <a:pt x="48" y="117"/>
                  </a:cubicBezTo>
                  <a:cubicBezTo>
                    <a:pt x="44" y="123"/>
                    <a:pt x="41" y="128"/>
                    <a:pt x="37" y="134"/>
                  </a:cubicBezTo>
                  <a:close/>
                  <a:moveTo>
                    <a:pt x="466" y="115"/>
                  </a:moveTo>
                  <a:cubicBezTo>
                    <a:pt x="462" y="109"/>
                    <a:pt x="458" y="104"/>
                    <a:pt x="453" y="98"/>
                  </a:cubicBezTo>
                  <a:cubicBezTo>
                    <a:pt x="457" y="95"/>
                    <a:pt x="457" y="95"/>
                    <a:pt x="457" y="95"/>
                  </a:cubicBezTo>
                  <a:cubicBezTo>
                    <a:pt x="462" y="100"/>
                    <a:pt x="466" y="106"/>
                    <a:pt x="470" y="112"/>
                  </a:cubicBezTo>
                  <a:lnTo>
                    <a:pt x="466" y="115"/>
                  </a:lnTo>
                  <a:close/>
                  <a:moveTo>
                    <a:pt x="54" y="108"/>
                  </a:moveTo>
                  <a:cubicBezTo>
                    <a:pt x="50" y="105"/>
                    <a:pt x="50" y="105"/>
                    <a:pt x="50" y="105"/>
                  </a:cubicBezTo>
                  <a:cubicBezTo>
                    <a:pt x="54" y="100"/>
                    <a:pt x="58" y="94"/>
                    <a:pt x="63" y="89"/>
                  </a:cubicBezTo>
                  <a:cubicBezTo>
                    <a:pt x="67" y="92"/>
                    <a:pt x="67" y="92"/>
                    <a:pt x="67" y="92"/>
                  </a:cubicBezTo>
                  <a:cubicBezTo>
                    <a:pt x="62" y="98"/>
                    <a:pt x="58" y="103"/>
                    <a:pt x="54" y="108"/>
                  </a:cubicBezTo>
                  <a:close/>
                  <a:moveTo>
                    <a:pt x="447" y="90"/>
                  </a:moveTo>
                  <a:cubicBezTo>
                    <a:pt x="442" y="85"/>
                    <a:pt x="438" y="80"/>
                    <a:pt x="433" y="76"/>
                  </a:cubicBezTo>
                  <a:cubicBezTo>
                    <a:pt x="436" y="72"/>
                    <a:pt x="436" y="72"/>
                    <a:pt x="436" y="72"/>
                  </a:cubicBezTo>
                  <a:cubicBezTo>
                    <a:pt x="441" y="77"/>
                    <a:pt x="446" y="82"/>
                    <a:pt x="451" y="87"/>
                  </a:cubicBezTo>
                  <a:lnTo>
                    <a:pt x="447" y="90"/>
                  </a:lnTo>
                  <a:close/>
                  <a:moveTo>
                    <a:pt x="74" y="85"/>
                  </a:moveTo>
                  <a:cubicBezTo>
                    <a:pt x="70" y="81"/>
                    <a:pt x="70" y="81"/>
                    <a:pt x="70" y="81"/>
                  </a:cubicBezTo>
                  <a:cubicBezTo>
                    <a:pt x="75" y="76"/>
                    <a:pt x="80" y="71"/>
                    <a:pt x="85" y="67"/>
                  </a:cubicBezTo>
                  <a:cubicBezTo>
                    <a:pt x="88" y="70"/>
                    <a:pt x="88" y="70"/>
                    <a:pt x="88" y="70"/>
                  </a:cubicBezTo>
                  <a:cubicBezTo>
                    <a:pt x="83" y="75"/>
                    <a:pt x="78" y="80"/>
                    <a:pt x="74" y="85"/>
                  </a:cubicBezTo>
                  <a:close/>
                  <a:moveTo>
                    <a:pt x="425" y="69"/>
                  </a:moveTo>
                  <a:cubicBezTo>
                    <a:pt x="420" y="64"/>
                    <a:pt x="415" y="60"/>
                    <a:pt x="409" y="56"/>
                  </a:cubicBezTo>
                  <a:cubicBezTo>
                    <a:pt x="412" y="52"/>
                    <a:pt x="412" y="52"/>
                    <a:pt x="412" y="52"/>
                  </a:cubicBezTo>
                  <a:cubicBezTo>
                    <a:pt x="418" y="56"/>
                    <a:pt x="423" y="60"/>
                    <a:pt x="429" y="65"/>
                  </a:cubicBezTo>
                  <a:lnTo>
                    <a:pt x="425" y="69"/>
                  </a:lnTo>
                  <a:close/>
                  <a:moveTo>
                    <a:pt x="96" y="64"/>
                  </a:moveTo>
                  <a:cubicBezTo>
                    <a:pt x="93" y="60"/>
                    <a:pt x="93" y="60"/>
                    <a:pt x="93" y="60"/>
                  </a:cubicBezTo>
                  <a:cubicBezTo>
                    <a:pt x="98" y="55"/>
                    <a:pt x="104" y="51"/>
                    <a:pt x="109" y="47"/>
                  </a:cubicBezTo>
                  <a:cubicBezTo>
                    <a:pt x="112" y="51"/>
                    <a:pt x="112" y="51"/>
                    <a:pt x="112" y="51"/>
                  </a:cubicBezTo>
                  <a:cubicBezTo>
                    <a:pt x="107" y="55"/>
                    <a:pt x="101" y="59"/>
                    <a:pt x="96" y="64"/>
                  </a:cubicBezTo>
                  <a:close/>
                  <a:moveTo>
                    <a:pt x="401" y="50"/>
                  </a:moveTo>
                  <a:cubicBezTo>
                    <a:pt x="395" y="46"/>
                    <a:pt x="389" y="42"/>
                    <a:pt x="384" y="39"/>
                  </a:cubicBezTo>
                  <a:cubicBezTo>
                    <a:pt x="386" y="34"/>
                    <a:pt x="386" y="34"/>
                    <a:pt x="386" y="34"/>
                  </a:cubicBezTo>
                  <a:cubicBezTo>
                    <a:pt x="392" y="38"/>
                    <a:pt x="398" y="42"/>
                    <a:pt x="404" y="45"/>
                  </a:cubicBezTo>
                  <a:lnTo>
                    <a:pt x="401" y="50"/>
                  </a:lnTo>
                  <a:close/>
                  <a:moveTo>
                    <a:pt x="121" y="46"/>
                  </a:moveTo>
                  <a:cubicBezTo>
                    <a:pt x="118" y="41"/>
                    <a:pt x="118" y="41"/>
                    <a:pt x="118" y="41"/>
                  </a:cubicBezTo>
                  <a:cubicBezTo>
                    <a:pt x="124" y="37"/>
                    <a:pt x="130" y="34"/>
                    <a:pt x="136" y="31"/>
                  </a:cubicBezTo>
                  <a:cubicBezTo>
                    <a:pt x="138" y="35"/>
                    <a:pt x="138" y="35"/>
                    <a:pt x="138" y="35"/>
                  </a:cubicBezTo>
                  <a:cubicBezTo>
                    <a:pt x="132" y="38"/>
                    <a:pt x="126" y="42"/>
                    <a:pt x="121" y="46"/>
                  </a:cubicBezTo>
                  <a:close/>
                  <a:moveTo>
                    <a:pt x="375" y="34"/>
                  </a:moveTo>
                  <a:cubicBezTo>
                    <a:pt x="369" y="31"/>
                    <a:pt x="362" y="28"/>
                    <a:pt x="356" y="25"/>
                  </a:cubicBezTo>
                  <a:cubicBezTo>
                    <a:pt x="358" y="20"/>
                    <a:pt x="358" y="20"/>
                    <a:pt x="358" y="20"/>
                  </a:cubicBezTo>
                  <a:cubicBezTo>
                    <a:pt x="364" y="23"/>
                    <a:pt x="371" y="26"/>
                    <a:pt x="377" y="29"/>
                  </a:cubicBezTo>
                  <a:lnTo>
                    <a:pt x="375" y="34"/>
                  </a:lnTo>
                  <a:close/>
                  <a:moveTo>
                    <a:pt x="147" y="30"/>
                  </a:moveTo>
                  <a:cubicBezTo>
                    <a:pt x="145" y="26"/>
                    <a:pt x="145" y="26"/>
                    <a:pt x="145" y="26"/>
                  </a:cubicBezTo>
                  <a:cubicBezTo>
                    <a:pt x="151" y="23"/>
                    <a:pt x="158" y="20"/>
                    <a:pt x="164" y="17"/>
                  </a:cubicBezTo>
                  <a:cubicBezTo>
                    <a:pt x="166" y="22"/>
                    <a:pt x="166" y="22"/>
                    <a:pt x="166" y="22"/>
                  </a:cubicBezTo>
                  <a:cubicBezTo>
                    <a:pt x="160" y="25"/>
                    <a:pt x="153" y="28"/>
                    <a:pt x="147" y="30"/>
                  </a:cubicBezTo>
                  <a:close/>
                  <a:moveTo>
                    <a:pt x="347" y="21"/>
                  </a:moveTo>
                  <a:cubicBezTo>
                    <a:pt x="340" y="19"/>
                    <a:pt x="334" y="17"/>
                    <a:pt x="327" y="15"/>
                  </a:cubicBezTo>
                  <a:cubicBezTo>
                    <a:pt x="328" y="10"/>
                    <a:pt x="328" y="10"/>
                    <a:pt x="328" y="10"/>
                  </a:cubicBezTo>
                  <a:cubicBezTo>
                    <a:pt x="335" y="12"/>
                    <a:pt x="342" y="14"/>
                    <a:pt x="348" y="16"/>
                  </a:cubicBezTo>
                  <a:lnTo>
                    <a:pt x="347" y="21"/>
                  </a:lnTo>
                  <a:close/>
                  <a:moveTo>
                    <a:pt x="176" y="19"/>
                  </a:moveTo>
                  <a:cubicBezTo>
                    <a:pt x="174" y="14"/>
                    <a:pt x="174" y="14"/>
                    <a:pt x="174" y="14"/>
                  </a:cubicBezTo>
                  <a:cubicBezTo>
                    <a:pt x="181" y="12"/>
                    <a:pt x="187" y="10"/>
                    <a:pt x="194" y="8"/>
                  </a:cubicBezTo>
                  <a:cubicBezTo>
                    <a:pt x="195" y="13"/>
                    <a:pt x="195" y="13"/>
                    <a:pt x="195" y="13"/>
                  </a:cubicBezTo>
                  <a:cubicBezTo>
                    <a:pt x="189" y="15"/>
                    <a:pt x="182" y="17"/>
                    <a:pt x="176" y="19"/>
                  </a:cubicBezTo>
                  <a:close/>
                  <a:moveTo>
                    <a:pt x="317" y="12"/>
                  </a:moveTo>
                  <a:cubicBezTo>
                    <a:pt x="311" y="11"/>
                    <a:pt x="304" y="9"/>
                    <a:pt x="297" y="8"/>
                  </a:cubicBezTo>
                  <a:cubicBezTo>
                    <a:pt x="298" y="3"/>
                    <a:pt x="298" y="3"/>
                    <a:pt x="298" y="3"/>
                  </a:cubicBezTo>
                  <a:cubicBezTo>
                    <a:pt x="305" y="4"/>
                    <a:pt x="312" y="6"/>
                    <a:pt x="318" y="7"/>
                  </a:cubicBezTo>
                  <a:lnTo>
                    <a:pt x="317" y="12"/>
                  </a:lnTo>
                  <a:close/>
                  <a:moveTo>
                    <a:pt x="205" y="11"/>
                  </a:moveTo>
                  <a:cubicBezTo>
                    <a:pt x="204" y="6"/>
                    <a:pt x="204" y="6"/>
                    <a:pt x="204" y="6"/>
                  </a:cubicBezTo>
                  <a:cubicBezTo>
                    <a:pt x="211" y="4"/>
                    <a:pt x="218" y="3"/>
                    <a:pt x="225" y="2"/>
                  </a:cubicBezTo>
                  <a:cubicBezTo>
                    <a:pt x="226" y="7"/>
                    <a:pt x="226" y="7"/>
                    <a:pt x="226" y="7"/>
                  </a:cubicBezTo>
                  <a:cubicBezTo>
                    <a:pt x="219" y="8"/>
                    <a:pt x="212" y="9"/>
                    <a:pt x="205" y="11"/>
                  </a:cubicBezTo>
                  <a:close/>
                  <a:moveTo>
                    <a:pt x="287" y="7"/>
                  </a:moveTo>
                  <a:cubicBezTo>
                    <a:pt x="280" y="6"/>
                    <a:pt x="273" y="6"/>
                    <a:pt x="266" y="5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274" y="0"/>
                    <a:pt x="281" y="1"/>
                    <a:pt x="288" y="2"/>
                  </a:cubicBezTo>
                  <a:lnTo>
                    <a:pt x="287" y="7"/>
                  </a:lnTo>
                  <a:close/>
                  <a:moveTo>
                    <a:pt x="236" y="6"/>
                  </a:moveTo>
                  <a:cubicBezTo>
                    <a:pt x="235" y="1"/>
                    <a:pt x="235" y="1"/>
                    <a:pt x="235" y="1"/>
                  </a:cubicBezTo>
                  <a:cubicBezTo>
                    <a:pt x="242" y="0"/>
                    <a:pt x="249" y="0"/>
                    <a:pt x="256" y="0"/>
                  </a:cubicBezTo>
                  <a:cubicBezTo>
                    <a:pt x="256" y="5"/>
                    <a:pt x="256" y="5"/>
                    <a:pt x="256" y="5"/>
                  </a:cubicBezTo>
                  <a:cubicBezTo>
                    <a:pt x="249" y="5"/>
                    <a:pt x="243" y="6"/>
                    <a:pt x="236" y="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5" name="Google Shape;705;p17"/>
            <p:cNvSpPr/>
            <p:nvPr/>
          </p:nvSpPr>
          <p:spPr>
            <a:xfrm>
              <a:off x="9486900" y="6073775"/>
              <a:ext cx="546100" cy="546100"/>
            </a:xfrm>
            <a:custGeom>
              <a:avLst/>
              <a:gdLst/>
              <a:ahLst/>
              <a:cxnLst/>
              <a:rect l="l" t="t" r="r" b="b"/>
              <a:pathLst>
                <a:path w="324" h="324" extrusionOk="0">
                  <a:moveTo>
                    <a:pt x="162" y="324"/>
                  </a:moveTo>
                  <a:cubicBezTo>
                    <a:pt x="72" y="324"/>
                    <a:pt x="0" y="251"/>
                    <a:pt x="0" y="162"/>
                  </a:cubicBezTo>
                  <a:cubicBezTo>
                    <a:pt x="0" y="72"/>
                    <a:pt x="72" y="0"/>
                    <a:pt x="162" y="0"/>
                  </a:cubicBezTo>
                  <a:cubicBezTo>
                    <a:pt x="251" y="0"/>
                    <a:pt x="324" y="72"/>
                    <a:pt x="324" y="162"/>
                  </a:cubicBezTo>
                  <a:cubicBezTo>
                    <a:pt x="324" y="251"/>
                    <a:pt x="251" y="324"/>
                    <a:pt x="162" y="324"/>
                  </a:cubicBezTo>
                  <a:close/>
                  <a:moveTo>
                    <a:pt x="162" y="31"/>
                  </a:moveTo>
                  <a:cubicBezTo>
                    <a:pt x="90" y="31"/>
                    <a:pt x="31" y="90"/>
                    <a:pt x="31" y="162"/>
                  </a:cubicBezTo>
                  <a:cubicBezTo>
                    <a:pt x="31" y="234"/>
                    <a:pt x="90" y="292"/>
                    <a:pt x="162" y="292"/>
                  </a:cubicBezTo>
                  <a:cubicBezTo>
                    <a:pt x="234" y="292"/>
                    <a:pt x="292" y="234"/>
                    <a:pt x="292" y="162"/>
                  </a:cubicBezTo>
                  <a:cubicBezTo>
                    <a:pt x="292" y="90"/>
                    <a:pt x="234" y="31"/>
                    <a:pt x="162" y="3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6" name="Google Shape;706;p17"/>
            <p:cNvSpPr/>
            <p:nvPr/>
          </p:nvSpPr>
          <p:spPr>
            <a:xfrm>
              <a:off x="9564688" y="6151563"/>
              <a:ext cx="390525" cy="390525"/>
            </a:xfrm>
            <a:custGeom>
              <a:avLst/>
              <a:gdLst/>
              <a:ahLst/>
              <a:cxnLst/>
              <a:rect l="l" t="t" r="r" b="b"/>
              <a:pathLst>
                <a:path w="231" h="232" extrusionOk="0">
                  <a:moveTo>
                    <a:pt x="116" y="232"/>
                  </a:moveTo>
                  <a:cubicBezTo>
                    <a:pt x="52" y="232"/>
                    <a:pt x="0" y="180"/>
                    <a:pt x="0" y="116"/>
                  </a:cubicBezTo>
                  <a:cubicBezTo>
                    <a:pt x="0" y="52"/>
                    <a:pt x="52" y="0"/>
                    <a:pt x="116" y="0"/>
                  </a:cubicBezTo>
                  <a:cubicBezTo>
                    <a:pt x="180" y="0"/>
                    <a:pt x="231" y="52"/>
                    <a:pt x="231" y="116"/>
                  </a:cubicBezTo>
                  <a:cubicBezTo>
                    <a:pt x="231" y="180"/>
                    <a:pt x="180" y="232"/>
                    <a:pt x="116" y="232"/>
                  </a:cubicBezTo>
                  <a:close/>
                  <a:moveTo>
                    <a:pt x="116" y="9"/>
                  </a:moveTo>
                  <a:cubicBezTo>
                    <a:pt x="57" y="9"/>
                    <a:pt x="9" y="57"/>
                    <a:pt x="9" y="116"/>
                  </a:cubicBezTo>
                  <a:cubicBezTo>
                    <a:pt x="9" y="175"/>
                    <a:pt x="57" y="223"/>
                    <a:pt x="116" y="223"/>
                  </a:cubicBezTo>
                  <a:cubicBezTo>
                    <a:pt x="175" y="223"/>
                    <a:pt x="223" y="175"/>
                    <a:pt x="223" y="116"/>
                  </a:cubicBezTo>
                  <a:cubicBezTo>
                    <a:pt x="223" y="57"/>
                    <a:pt x="175" y="9"/>
                    <a:pt x="116" y="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07" name="Google Shape;707;p17"/>
          <p:cNvGrpSpPr/>
          <p:nvPr/>
        </p:nvGrpSpPr>
        <p:grpSpPr>
          <a:xfrm>
            <a:off x="200264" y="4749486"/>
            <a:ext cx="8230511" cy="248431"/>
            <a:chOff x="200264" y="4749486"/>
            <a:chExt cx="8230511" cy="248431"/>
          </a:xfrm>
        </p:grpSpPr>
        <p:grpSp>
          <p:nvGrpSpPr>
            <p:cNvPr id="708" name="Google Shape;708;p17"/>
            <p:cNvGrpSpPr/>
            <p:nvPr/>
          </p:nvGrpSpPr>
          <p:grpSpPr>
            <a:xfrm>
              <a:off x="200264" y="4749486"/>
              <a:ext cx="1025928" cy="248431"/>
              <a:chOff x="4287838" y="1025525"/>
              <a:chExt cx="708025" cy="171450"/>
            </a:xfrm>
          </p:grpSpPr>
          <p:sp>
            <p:nvSpPr>
              <p:cNvPr id="709" name="Google Shape;709;p17"/>
              <p:cNvSpPr/>
              <p:nvPr/>
            </p:nvSpPr>
            <p:spPr>
              <a:xfrm>
                <a:off x="4914900" y="1025525"/>
                <a:ext cx="80963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51" h="108" extrusionOk="0">
                    <a:moveTo>
                      <a:pt x="38" y="0"/>
                    </a:moveTo>
                    <a:lnTo>
                      <a:pt x="51" y="10"/>
                    </a:lnTo>
                    <a:lnTo>
                      <a:pt x="21" y="54"/>
                    </a:lnTo>
                    <a:lnTo>
                      <a:pt x="51" y="99"/>
                    </a:lnTo>
                    <a:lnTo>
                      <a:pt x="38" y="108"/>
                    </a:lnTo>
                    <a:lnTo>
                      <a:pt x="0" y="54"/>
                    </a:lnTo>
                    <a:lnTo>
                      <a:pt x="38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0" name="Google Shape;710;p17"/>
              <p:cNvSpPr/>
              <p:nvPr/>
            </p:nvSpPr>
            <p:spPr>
              <a:xfrm>
                <a:off x="4846638" y="1025525"/>
                <a:ext cx="80963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51" h="108" extrusionOk="0">
                    <a:moveTo>
                      <a:pt x="37" y="0"/>
                    </a:moveTo>
                    <a:lnTo>
                      <a:pt x="51" y="10"/>
                    </a:lnTo>
                    <a:lnTo>
                      <a:pt x="20" y="54"/>
                    </a:lnTo>
                    <a:lnTo>
                      <a:pt x="51" y="99"/>
                    </a:lnTo>
                    <a:lnTo>
                      <a:pt x="37" y="108"/>
                    </a:lnTo>
                    <a:lnTo>
                      <a:pt x="0" y="54"/>
                    </a:lnTo>
                    <a:lnTo>
                      <a:pt x="3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1" name="Google Shape;711;p17"/>
              <p:cNvSpPr/>
              <p:nvPr/>
            </p:nvSpPr>
            <p:spPr>
              <a:xfrm>
                <a:off x="4776788" y="1025525"/>
                <a:ext cx="79375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50" h="108" extrusionOk="0">
                    <a:moveTo>
                      <a:pt x="37" y="0"/>
                    </a:moveTo>
                    <a:lnTo>
                      <a:pt x="50" y="10"/>
                    </a:lnTo>
                    <a:lnTo>
                      <a:pt x="19" y="54"/>
                    </a:lnTo>
                    <a:lnTo>
                      <a:pt x="50" y="99"/>
                    </a:lnTo>
                    <a:lnTo>
                      <a:pt x="37" y="108"/>
                    </a:lnTo>
                    <a:lnTo>
                      <a:pt x="0" y="54"/>
                    </a:lnTo>
                    <a:lnTo>
                      <a:pt x="3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2" name="Google Shape;712;p17"/>
              <p:cNvSpPr/>
              <p:nvPr/>
            </p:nvSpPr>
            <p:spPr>
              <a:xfrm>
                <a:off x="4706938" y="1025525"/>
                <a:ext cx="80963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51" h="108" extrusionOk="0">
                    <a:moveTo>
                      <a:pt x="37" y="0"/>
                    </a:moveTo>
                    <a:lnTo>
                      <a:pt x="51" y="10"/>
                    </a:lnTo>
                    <a:lnTo>
                      <a:pt x="20" y="54"/>
                    </a:lnTo>
                    <a:lnTo>
                      <a:pt x="51" y="99"/>
                    </a:lnTo>
                    <a:lnTo>
                      <a:pt x="37" y="108"/>
                    </a:lnTo>
                    <a:lnTo>
                      <a:pt x="0" y="54"/>
                    </a:lnTo>
                    <a:lnTo>
                      <a:pt x="3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3" name="Google Shape;713;p17"/>
              <p:cNvSpPr/>
              <p:nvPr/>
            </p:nvSpPr>
            <p:spPr>
              <a:xfrm>
                <a:off x="4637088" y="1025525"/>
                <a:ext cx="79375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50" h="108" extrusionOk="0">
                    <a:moveTo>
                      <a:pt x="37" y="0"/>
                    </a:moveTo>
                    <a:lnTo>
                      <a:pt x="50" y="10"/>
                    </a:lnTo>
                    <a:lnTo>
                      <a:pt x="19" y="54"/>
                    </a:lnTo>
                    <a:lnTo>
                      <a:pt x="50" y="99"/>
                    </a:lnTo>
                    <a:lnTo>
                      <a:pt x="37" y="108"/>
                    </a:lnTo>
                    <a:lnTo>
                      <a:pt x="0" y="54"/>
                    </a:lnTo>
                    <a:lnTo>
                      <a:pt x="3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4" name="Google Shape;714;p17"/>
              <p:cNvSpPr/>
              <p:nvPr/>
            </p:nvSpPr>
            <p:spPr>
              <a:xfrm>
                <a:off x="4568825" y="1025525"/>
                <a:ext cx="77788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49" h="108" extrusionOk="0">
                    <a:moveTo>
                      <a:pt x="37" y="0"/>
                    </a:moveTo>
                    <a:lnTo>
                      <a:pt x="49" y="10"/>
                    </a:lnTo>
                    <a:lnTo>
                      <a:pt x="19" y="54"/>
                    </a:lnTo>
                    <a:lnTo>
                      <a:pt x="49" y="99"/>
                    </a:lnTo>
                    <a:lnTo>
                      <a:pt x="37" y="108"/>
                    </a:lnTo>
                    <a:lnTo>
                      <a:pt x="0" y="54"/>
                    </a:lnTo>
                    <a:lnTo>
                      <a:pt x="3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5" name="Google Shape;715;p17"/>
              <p:cNvSpPr/>
              <p:nvPr/>
            </p:nvSpPr>
            <p:spPr>
              <a:xfrm>
                <a:off x="4497388" y="1025525"/>
                <a:ext cx="80963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51" h="108" extrusionOk="0">
                    <a:moveTo>
                      <a:pt x="37" y="0"/>
                    </a:moveTo>
                    <a:lnTo>
                      <a:pt x="51" y="10"/>
                    </a:lnTo>
                    <a:lnTo>
                      <a:pt x="20" y="54"/>
                    </a:lnTo>
                    <a:lnTo>
                      <a:pt x="51" y="99"/>
                    </a:lnTo>
                    <a:lnTo>
                      <a:pt x="37" y="108"/>
                    </a:lnTo>
                    <a:lnTo>
                      <a:pt x="0" y="54"/>
                    </a:lnTo>
                    <a:lnTo>
                      <a:pt x="3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6" name="Google Shape;716;p17"/>
              <p:cNvSpPr/>
              <p:nvPr/>
            </p:nvSpPr>
            <p:spPr>
              <a:xfrm>
                <a:off x="4427538" y="1025525"/>
                <a:ext cx="79375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50" h="108" extrusionOk="0">
                    <a:moveTo>
                      <a:pt x="38" y="0"/>
                    </a:moveTo>
                    <a:lnTo>
                      <a:pt x="50" y="10"/>
                    </a:lnTo>
                    <a:lnTo>
                      <a:pt x="20" y="54"/>
                    </a:lnTo>
                    <a:lnTo>
                      <a:pt x="50" y="99"/>
                    </a:lnTo>
                    <a:lnTo>
                      <a:pt x="38" y="108"/>
                    </a:lnTo>
                    <a:lnTo>
                      <a:pt x="0" y="54"/>
                    </a:lnTo>
                    <a:lnTo>
                      <a:pt x="38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7" name="Google Shape;717;p17"/>
              <p:cNvSpPr/>
              <p:nvPr/>
            </p:nvSpPr>
            <p:spPr>
              <a:xfrm>
                <a:off x="4359275" y="1025525"/>
                <a:ext cx="79375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50" h="108" extrusionOk="0">
                    <a:moveTo>
                      <a:pt x="37" y="0"/>
                    </a:moveTo>
                    <a:lnTo>
                      <a:pt x="50" y="10"/>
                    </a:lnTo>
                    <a:lnTo>
                      <a:pt x="19" y="54"/>
                    </a:lnTo>
                    <a:lnTo>
                      <a:pt x="50" y="99"/>
                    </a:lnTo>
                    <a:lnTo>
                      <a:pt x="37" y="108"/>
                    </a:lnTo>
                    <a:lnTo>
                      <a:pt x="0" y="54"/>
                    </a:lnTo>
                    <a:lnTo>
                      <a:pt x="3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8" name="Google Shape;718;p17"/>
              <p:cNvSpPr/>
              <p:nvPr/>
            </p:nvSpPr>
            <p:spPr>
              <a:xfrm>
                <a:off x="4287838" y="1025525"/>
                <a:ext cx="80963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51" h="108" extrusionOk="0">
                    <a:moveTo>
                      <a:pt x="37" y="0"/>
                    </a:moveTo>
                    <a:lnTo>
                      <a:pt x="51" y="10"/>
                    </a:lnTo>
                    <a:lnTo>
                      <a:pt x="20" y="54"/>
                    </a:lnTo>
                    <a:lnTo>
                      <a:pt x="51" y="99"/>
                    </a:lnTo>
                    <a:lnTo>
                      <a:pt x="37" y="108"/>
                    </a:lnTo>
                    <a:lnTo>
                      <a:pt x="0" y="54"/>
                    </a:lnTo>
                    <a:lnTo>
                      <a:pt x="3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719" name="Google Shape;719;p17"/>
            <p:cNvCxnSpPr/>
            <p:nvPr/>
          </p:nvCxnSpPr>
          <p:spPr>
            <a:xfrm>
              <a:off x="5647675" y="4873700"/>
              <a:ext cx="2783100" cy="0"/>
            </a:xfrm>
            <a:prstGeom prst="straightConnector1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">
    <p:spTree>
      <p:nvGrpSpPr>
        <p:cNvPr id="1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p1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22" name="Google Shape;722;p18"/>
          <p:cNvSpPr txBox="1">
            <a:spLocks noGrp="1"/>
          </p:cNvSpPr>
          <p:nvPr>
            <p:ph type="subTitle" idx="1"/>
          </p:nvPr>
        </p:nvSpPr>
        <p:spPr>
          <a:xfrm>
            <a:off x="713225" y="1710160"/>
            <a:ext cx="2097600" cy="116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723" name="Google Shape;723;p18"/>
          <p:cNvSpPr txBox="1">
            <a:spLocks noGrp="1"/>
          </p:cNvSpPr>
          <p:nvPr>
            <p:ph type="subTitle" idx="2"/>
          </p:nvPr>
        </p:nvSpPr>
        <p:spPr>
          <a:xfrm>
            <a:off x="3519805" y="1710160"/>
            <a:ext cx="2097600" cy="116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724" name="Google Shape;724;p18"/>
          <p:cNvSpPr txBox="1">
            <a:spLocks noGrp="1"/>
          </p:cNvSpPr>
          <p:nvPr>
            <p:ph type="subTitle" idx="3"/>
          </p:nvPr>
        </p:nvSpPr>
        <p:spPr>
          <a:xfrm>
            <a:off x="713225" y="3440452"/>
            <a:ext cx="2097600" cy="116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725" name="Google Shape;725;p18"/>
          <p:cNvSpPr txBox="1">
            <a:spLocks noGrp="1"/>
          </p:cNvSpPr>
          <p:nvPr>
            <p:ph type="subTitle" idx="4"/>
          </p:nvPr>
        </p:nvSpPr>
        <p:spPr>
          <a:xfrm>
            <a:off x="3519805" y="3440452"/>
            <a:ext cx="2097600" cy="116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726" name="Google Shape;726;p18"/>
          <p:cNvSpPr txBox="1">
            <a:spLocks noGrp="1"/>
          </p:cNvSpPr>
          <p:nvPr>
            <p:ph type="subTitle" idx="5"/>
          </p:nvPr>
        </p:nvSpPr>
        <p:spPr>
          <a:xfrm>
            <a:off x="6326410" y="1710160"/>
            <a:ext cx="2097600" cy="116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727" name="Google Shape;727;p18"/>
          <p:cNvSpPr txBox="1">
            <a:spLocks noGrp="1"/>
          </p:cNvSpPr>
          <p:nvPr>
            <p:ph type="subTitle" idx="6"/>
          </p:nvPr>
        </p:nvSpPr>
        <p:spPr>
          <a:xfrm>
            <a:off x="6326410" y="3440452"/>
            <a:ext cx="2097600" cy="116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728" name="Google Shape;728;p18"/>
          <p:cNvSpPr txBox="1">
            <a:spLocks noGrp="1"/>
          </p:cNvSpPr>
          <p:nvPr>
            <p:ph type="subTitle" idx="7"/>
          </p:nvPr>
        </p:nvSpPr>
        <p:spPr>
          <a:xfrm>
            <a:off x="713225" y="1412475"/>
            <a:ext cx="20976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lt2"/>
                </a:solidFill>
                <a:latin typeface="Impact"/>
                <a:ea typeface="Impact"/>
                <a:cs typeface="Impact"/>
                <a:sym typeface="Impac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29" name="Google Shape;729;p18"/>
          <p:cNvSpPr txBox="1">
            <a:spLocks noGrp="1"/>
          </p:cNvSpPr>
          <p:nvPr>
            <p:ph type="subTitle" idx="8"/>
          </p:nvPr>
        </p:nvSpPr>
        <p:spPr>
          <a:xfrm>
            <a:off x="3519805" y="1412475"/>
            <a:ext cx="20955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lt2"/>
                </a:solidFill>
                <a:latin typeface="Impact"/>
                <a:ea typeface="Impact"/>
                <a:cs typeface="Impact"/>
                <a:sym typeface="Impac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30" name="Google Shape;730;p18"/>
          <p:cNvSpPr txBox="1">
            <a:spLocks noGrp="1"/>
          </p:cNvSpPr>
          <p:nvPr>
            <p:ph type="subTitle" idx="9"/>
          </p:nvPr>
        </p:nvSpPr>
        <p:spPr>
          <a:xfrm>
            <a:off x="6326410" y="1412475"/>
            <a:ext cx="20955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lt2"/>
                </a:solidFill>
                <a:latin typeface="Impact"/>
                <a:ea typeface="Impact"/>
                <a:cs typeface="Impact"/>
                <a:sym typeface="Impac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31" name="Google Shape;731;p18"/>
          <p:cNvSpPr txBox="1">
            <a:spLocks noGrp="1"/>
          </p:cNvSpPr>
          <p:nvPr>
            <p:ph type="subTitle" idx="13"/>
          </p:nvPr>
        </p:nvSpPr>
        <p:spPr>
          <a:xfrm>
            <a:off x="713225" y="3139549"/>
            <a:ext cx="20976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lt2"/>
                </a:solidFill>
                <a:latin typeface="Impact"/>
                <a:ea typeface="Impact"/>
                <a:cs typeface="Impact"/>
                <a:sym typeface="Impac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32" name="Google Shape;732;p18"/>
          <p:cNvSpPr txBox="1">
            <a:spLocks noGrp="1"/>
          </p:cNvSpPr>
          <p:nvPr>
            <p:ph type="subTitle" idx="14"/>
          </p:nvPr>
        </p:nvSpPr>
        <p:spPr>
          <a:xfrm>
            <a:off x="3519805" y="3139553"/>
            <a:ext cx="20955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lt2"/>
                </a:solidFill>
                <a:latin typeface="Impact"/>
                <a:ea typeface="Impact"/>
                <a:cs typeface="Impact"/>
                <a:sym typeface="Impac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33" name="Google Shape;733;p18"/>
          <p:cNvSpPr txBox="1">
            <a:spLocks noGrp="1"/>
          </p:cNvSpPr>
          <p:nvPr>
            <p:ph type="subTitle" idx="15"/>
          </p:nvPr>
        </p:nvSpPr>
        <p:spPr>
          <a:xfrm>
            <a:off x="6326410" y="3139553"/>
            <a:ext cx="20955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lt2"/>
                </a:solidFill>
                <a:latin typeface="Impact"/>
                <a:ea typeface="Impact"/>
                <a:cs typeface="Impact"/>
                <a:sym typeface="Impac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grpSp>
        <p:nvGrpSpPr>
          <p:cNvPr id="734" name="Google Shape;734;p18"/>
          <p:cNvGrpSpPr/>
          <p:nvPr/>
        </p:nvGrpSpPr>
        <p:grpSpPr>
          <a:xfrm>
            <a:off x="-413392" y="90338"/>
            <a:ext cx="9744318" cy="5076432"/>
            <a:chOff x="-413392" y="90338"/>
            <a:chExt cx="9744318" cy="5076432"/>
          </a:xfrm>
        </p:grpSpPr>
        <p:grpSp>
          <p:nvGrpSpPr>
            <p:cNvPr id="735" name="Google Shape;735;p18"/>
            <p:cNvGrpSpPr/>
            <p:nvPr/>
          </p:nvGrpSpPr>
          <p:grpSpPr>
            <a:xfrm>
              <a:off x="8430781" y="90338"/>
              <a:ext cx="900146" cy="898301"/>
              <a:chOff x="1120775" y="368300"/>
              <a:chExt cx="744538" cy="742950"/>
            </a:xfrm>
          </p:grpSpPr>
          <p:sp>
            <p:nvSpPr>
              <p:cNvPr id="736" name="Google Shape;736;p18"/>
              <p:cNvSpPr/>
              <p:nvPr/>
            </p:nvSpPr>
            <p:spPr>
              <a:xfrm>
                <a:off x="1120775" y="739775"/>
                <a:ext cx="60325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36" h="94" extrusionOk="0">
                    <a:moveTo>
                      <a:pt x="21" y="94"/>
                    </a:moveTo>
                    <a:cubicBezTo>
                      <a:pt x="7" y="64"/>
                      <a:pt x="0" y="33"/>
                      <a:pt x="0" y="0"/>
                    </a:cubicBezTo>
                    <a:cubicBezTo>
                      <a:pt x="17" y="0"/>
                      <a:pt x="17" y="0"/>
                      <a:pt x="17" y="0"/>
                    </a:cubicBezTo>
                    <a:cubicBezTo>
                      <a:pt x="17" y="30"/>
                      <a:pt x="23" y="59"/>
                      <a:pt x="36" y="87"/>
                    </a:cubicBezTo>
                    <a:lnTo>
                      <a:pt x="21" y="94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7" name="Google Shape;737;p18"/>
              <p:cNvSpPr/>
              <p:nvPr/>
            </p:nvSpPr>
            <p:spPr>
              <a:xfrm>
                <a:off x="1184275" y="930275"/>
                <a:ext cx="127000" cy="125413"/>
              </a:xfrm>
              <a:custGeom>
                <a:avLst/>
                <a:gdLst/>
                <a:ahLst/>
                <a:cxnLst/>
                <a:rect l="l" t="t" r="r" b="b"/>
                <a:pathLst>
                  <a:path w="76" h="75" extrusionOk="0">
                    <a:moveTo>
                      <a:pt x="67" y="75"/>
                    </a:moveTo>
                    <a:cubicBezTo>
                      <a:pt x="41" y="58"/>
                      <a:pt x="17" y="35"/>
                      <a:pt x="0" y="9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30" y="24"/>
                      <a:pt x="51" y="45"/>
                      <a:pt x="76" y="61"/>
                    </a:cubicBezTo>
                    <a:lnTo>
                      <a:pt x="67" y="75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8" name="Google Shape;738;p18"/>
              <p:cNvSpPr/>
              <p:nvPr/>
            </p:nvSpPr>
            <p:spPr>
              <a:xfrm>
                <a:off x="1341438" y="1054100"/>
                <a:ext cx="69850" cy="46037"/>
              </a:xfrm>
              <a:custGeom>
                <a:avLst/>
                <a:gdLst/>
                <a:ahLst/>
                <a:cxnLst/>
                <a:rect l="l" t="t" r="r" b="b"/>
                <a:pathLst>
                  <a:path w="41" h="27" extrusionOk="0">
                    <a:moveTo>
                      <a:pt x="37" y="27"/>
                    </a:moveTo>
                    <a:cubicBezTo>
                      <a:pt x="25" y="24"/>
                      <a:pt x="12" y="20"/>
                      <a:pt x="0" y="15"/>
                    </a:cubicBezTo>
                    <a:cubicBezTo>
                      <a:pt x="7" y="0"/>
                      <a:pt x="7" y="0"/>
                      <a:pt x="7" y="0"/>
                    </a:cubicBezTo>
                    <a:cubicBezTo>
                      <a:pt x="18" y="5"/>
                      <a:pt x="30" y="9"/>
                      <a:pt x="41" y="11"/>
                    </a:cubicBezTo>
                    <a:lnTo>
                      <a:pt x="37" y="27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9" name="Google Shape;739;p18"/>
              <p:cNvSpPr/>
              <p:nvPr/>
            </p:nvSpPr>
            <p:spPr>
              <a:xfrm>
                <a:off x="1447800" y="1057275"/>
                <a:ext cx="18732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111" h="32" extrusionOk="0">
                    <a:moveTo>
                      <a:pt x="27" y="32"/>
                    </a:moveTo>
                    <a:cubicBezTo>
                      <a:pt x="18" y="32"/>
                      <a:pt x="9" y="31"/>
                      <a:pt x="0" y="30"/>
                    </a:cubicBezTo>
                    <a:cubicBezTo>
                      <a:pt x="2" y="14"/>
                      <a:pt x="2" y="14"/>
                      <a:pt x="2" y="14"/>
                    </a:cubicBezTo>
                    <a:cubicBezTo>
                      <a:pt x="10" y="15"/>
                      <a:pt x="18" y="15"/>
                      <a:pt x="27" y="15"/>
                    </a:cubicBezTo>
                    <a:cubicBezTo>
                      <a:pt x="54" y="15"/>
                      <a:pt x="80" y="10"/>
                      <a:pt x="104" y="0"/>
                    </a:cubicBezTo>
                    <a:cubicBezTo>
                      <a:pt x="111" y="15"/>
                      <a:pt x="111" y="15"/>
                      <a:pt x="111" y="15"/>
                    </a:cubicBezTo>
                    <a:cubicBezTo>
                      <a:pt x="84" y="26"/>
                      <a:pt x="56" y="32"/>
                      <a:pt x="27" y="32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0" name="Google Shape;740;p18"/>
              <p:cNvSpPr/>
              <p:nvPr/>
            </p:nvSpPr>
            <p:spPr>
              <a:xfrm>
                <a:off x="1681163" y="923925"/>
                <a:ext cx="127000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75" h="75" extrusionOk="0">
                    <a:moveTo>
                      <a:pt x="9" y="75"/>
                    </a:moveTo>
                    <a:cubicBezTo>
                      <a:pt x="0" y="61"/>
                      <a:pt x="0" y="61"/>
                      <a:pt x="0" y="61"/>
                    </a:cubicBezTo>
                    <a:cubicBezTo>
                      <a:pt x="24" y="46"/>
                      <a:pt x="45" y="24"/>
                      <a:pt x="61" y="0"/>
                    </a:cubicBezTo>
                    <a:cubicBezTo>
                      <a:pt x="75" y="9"/>
                      <a:pt x="75" y="9"/>
                      <a:pt x="75" y="9"/>
                    </a:cubicBezTo>
                    <a:cubicBezTo>
                      <a:pt x="58" y="35"/>
                      <a:pt x="35" y="58"/>
                      <a:pt x="9" y="75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1" name="Google Shape;741;p18"/>
              <p:cNvSpPr/>
              <p:nvPr/>
            </p:nvSpPr>
            <p:spPr>
              <a:xfrm>
                <a:off x="1830388" y="668338"/>
                <a:ext cx="34925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20" h="85" extrusionOk="0">
                    <a:moveTo>
                      <a:pt x="16" y="85"/>
                    </a:moveTo>
                    <a:cubicBezTo>
                      <a:pt x="0" y="82"/>
                      <a:pt x="0" y="82"/>
                      <a:pt x="0" y="82"/>
                    </a:cubicBezTo>
                    <a:cubicBezTo>
                      <a:pt x="2" y="69"/>
                      <a:pt x="4" y="56"/>
                      <a:pt x="4" y="42"/>
                    </a:cubicBezTo>
                    <a:cubicBezTo>
                      <a:pt x="4" y="29"/>
                      <a:pt x="2" y="16"/>
                      <a:pt x="0" y="3"/>
                    </a:cubicBezTo>
                    <a:cubicBezTo>
                      <a:pt x="16" y="0"/>
                      <a:pt x="16" y="0"/>
                      <a:pt x="16" y="0"/>
                    </a:cubicBezTo>
                    <a:cubicBezTo>
                      <a:pt x="19" y="14"/>
                      <a:pt x="20" y="28"/>
                      <a:pt x="20" y="42"/>
                    </a:cubicBezTo>
                    <a:cubicBezTo>
                      <a:pt x="20" y="57"/>
                      <a:pt x="19" y="71"/>
                      <a:pt x="16" y="85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2" name="Google Shape;742;p18"/>
              <p:cNvSpPr/>
              <p:nvPr/>
            </p:nvSpPr>
            <p:spPr>
              <a:xfrm>
                <a:off x="1695450" y="438150"/>
                <a:ext cx="144463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85" h="103" extrusionOk="0">
                    <a:moveTo>
                      <a:pt x="70" y="103"/>
                    </a:moveTo>
                    <a:cubicBezTo>
                      <a:pt x="55" y="67"/>
                      <a:pt x="31" y="36"/>
                      <a:pt x="0" y="13"/>
                    </a:cubicBezTo>
                    <a:cubicBezTo>
                      <a:pt x="10" y="0"/>
                      <a:pt x="10" y="0"/>
                      <a:pt x="10" y="0"/>
                    </a:cubicBezTo>
                    <a:cubicBezTo>
                      <a:pt x="44" y="25"/>
                      <a:pt x="70" y="58"/>
                      <a:pt x="85" y="97"/>
                    </a:cubicBezTo>
                    <a:lnTo>
                      <a:pt x="70" y="103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3" name="Google Shape;743;p18"/>
              <p:cNvSpPr/>
              <p:nvPr/>
            </p:nvSpPr>
            <p:spPr>
              <a:xfrm>
                <a:off x="1449388" y="368300"/>
                <a:ext cx="228600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135" h="43" extrusionOk="0">
                    <a:moveTo>
                      <a:pt x="127" y="43"/>
                    </a:moveTo>
                    <a:cubicBezTo>
                      <a:pt x="96" y="26"/>
                      <a:pt x="61" y="16"/>
                      <a:pt x="26" y="16"/>
                    </a:cubicBezTo>
                    <a:cubicBezTo>
                      <a:pt x="18" y="16"/>
                      <a:pt x="10" y="17"/>
                      <a:pt x="2" y="18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9" y="0"/>
                      <a:pt x="17" y="0"/>
                      <a:pt x="26" y="0"/>
                    </a:cubicBezTo>
                    <a:cubicBezTo>
                      <a:pt x="64" y="0"/>
                      <a:pt x="102" y="10"/>
                      <a:pt x="135" y="29"/>
                    </a:cubicBezTo>
                    <a:lnTo>
                      <a:pt x="127" y="43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4" name="Google Shape;744;p18"/>
              <p:cNvSpPr/>
              <p:nvPr/>
            </p:nvSpPr>
            <p:spPr>
              <a:xfrm>
                <a:off x="1296988" y="377825"/>
                <a:ext cx="114300" cy="69850"/>
              </a:xfrm>
              <a:custGeom>
                <a:avLst/>
                <a:gdLst/>
                <a:ahLst/>
                <a:cxnLst/>
                <a:rect l="l" t="t" r="r" b="b"/>
                <a:pathLst>
                  <a:path w="68" h="41" extrusionOk="0">
                    <a:moveTo>
                      <a:pt x="9" y="41"/>
                    </a:moveTo>
                    <a:cubicBezTo>
                      <a:pt x="0" y="27"/>
                      <a:pt x="0" y="27"/>
                      <a:pt x="0" y="27"/>
                    </a:cubicBezTo>
                    <a:cubicBezTo>
                      <a:pt x="20" y="15"/>
                      <a:pt x="42" y="6"/>
                      <a:pt x="64" y="0"/>
                    </a:cubicBezTo>
                    <a:cubicBezTo>
                      <a:pt x="68" y="16"/>
                      <a:pt x="68" y="16"/>
                      <a:pt x="68" y="16"/>
                    </a:cubicBezTo>
                    <a:cubicBezTo>
                      <a:pt x="47" y="21"/>
                      <a:pt x="28" y="30"/>
                      <a:pt x="9" y="4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5" name="Google Shape;745;p18"/>
              <p:cNvSpPr/>
              <p:nvPr/>
            </p:nvSpPr>
            <p:spPr>
              <a:xfrm>
                <a:off x="1127125" y="468313"/>
                <a:ext cx="130175" cy="206375"/>
              </a:xfrm>
              <a:custGeom>
                <a:avLst/>
                <a:gdLst/>
                <a:ahLst/>
                <a:cxnLst/>
                <a:rect l="l" t="t" r="r" b="b"/>
                <a:pathLst>
                  <a:path w="77" h="122" extrusionOk="0">
                    <a:moveTo>
                      <a:pt x="16" y="122"/>
                    </a:moveTo>
                    <a:cubicBezTo>
                      <a:pt x="0" y="119"/>
                      <a:pt x="0" y="119"/>
                      <a:pt x="0" y="119"/>
                    </a:cubicBezTo>
                    <a:cubicBezTo>
                      <a:pt x="9" y="73"/>
                      <a:pt x="31" y="32"/>
                      <a:pt x="65" y="0"/>
                    </a:cubicBezTo>
                    <a:cubicBezTo>
                      <a:pt x="77" y="12"/>
                      <a:pt x="77" y="12"/>
                      <a:pt x="77" y="12"/>
                    </a:cubicBezTo>
                    <a:cubicBezTo>
                      <a:pt x="45" y="42"/>
                      <a:pt x="24" y="80"/>
                      <a:pt x="16" y="122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6" name="Google Shape;746;p18"/>
              <p:cNvSpPr/>
              <p:nvPr/>
            </p:nvSpPr>
            <p:spPr>
              <a:xfrm>
                <a:off x="1192213" y="847725"/>
                <a:ext cx="80963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48" h="65" extrusionOk="0">
                    <a:moveTo>
                      <a:pt x="38" y="65"/>
                    </a:moveTo>
                    <a:cubicBezTo>
                      <a:pt x="21" y="47"/>
                      <a:pt x="9" y="27"/>
                      <a:pt x="0" y="5"/>
                    </a:cubicBezTo>
                    <a:cubicBezTo>
                      <a:pt x="13" y="0"/>
                      <a:pt x="13" y="0"/>
                      <a:pt x="13" y="0"/>
                    </a:cubicBezTo>
                    <a:cubicBezTo>
                      <a:pt x="21" y="21"/>
                      <a:pt x="33" y="39"/>
                      <a:pt x="48" y="56"/>
                    </a:cubicBezTo>
                    <a:lnTo>
                      <a:pt x="38" y="65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7" name="Google Shape;747;p18"/>
              <p:cNvSpPr/>
              <p:nvPr/>
            </p:nvSpPr>
            <p:spPr>
              <a:xfrm>
                <a:off x="1284288" y="966788"/>
                <a:ext cx="209550" cy="93663"/>
              </a:xfrm>
              <a:custGeom>
                <a:avLst/>
                <a:gdLst/>
                <a:ahLst/>
                <a:cxnLst/>
                <a:rect l="l" t="t" r="r" b="b"/>
                <a:pathLst>
                  <a:path w="124" h="56" extrusionOk="0">
                    <a:moveTo>
                      <a:pt x="124" y="56"/>
                    </a:moveTo>
                    <a:cubicBezTo>
                      <a:pt x="78" y="56"/>
                      <a:pt x="34" y="40"/>
                      <a:pt x="0" y="11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41" y="28"/>
                      <a:pt x="82" y="43"/>
                      <a:pt x="124" y="43"/>
                    </a:cubicBezTo>
                    <a:lnTo>
                      <a:pt x="124" y="5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8" name="Google Shape;748;p18"/>
              <p:cNvSpPr/>
              <p:nvPr/>
            </p:nvSpPr>
            <p:spPr>
              <a:xfrm>
                <a:off x="1555750" y="963613"/>
                <a:ext cx="150813" cy="90488"/>
              </a:xfrm>
              <a:custGeom>
                <a:avLst/>
                <a:gdLst/>
                <a:ahLst/>
                <a:cxnLst/>
                <a:rect l="l" t="t" r="r" b="b"/>
                <a:pathLst>
                  <a:path w="89" h="54" extrusionOk="0">
                    <a:moveTo>
                      <a:pt x="3" y="54"/>
                    </a:moveTo>
                    <a:cubicBezTo>
                      <a:pt x="0" y="41"/>
                      <a:pt x="0" y="41"/>
                      <a:pt x="0" y="41"/>
                    </a:cubicBezTo>
                    <a:cubicBezTo>
                      <a:pt x="30" y="34"/>
                      <a:pt x="57" y="20"/>
                      <a:pt x="80" y="0"/>
                    </a:cubicBezTo>
                    <a:cubicBezTo>
                      <a:pt x="89" y="10"/>
                      <a:pt x="89" y="10"/>
                      <a:pt x="89" y="10"/>
                    </a:cubicBezTo>
                    <a:cubicBezTo>
                      <a:pt x="65" y="32"/>
                      <a:pt x="35" y="47"/>
                      <a:pt x="3" y="5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9" name="Google Shape;749;p18"/>
              <p:cNvSpPr/>
              <p:nvPr/>
            </p:nvSpPr>
            <p:spPr>
              <a:xfrm>
                <a:off x="1714500" y="839788"/>
                <a:ext cx="82550" cy="117475"/>
              </a:xfrm>
              <a:custGeom>
                <a:avLst/>
                <a:gdLst/>
                <a:ahLst/>
                <a:cxnLst/>
                <a:rect l="l" t="t" r="r" b="b"/>
                <a:pathLst>
                  <a:path w="49" h="69" extrusionOk="0">
                    <a:moveTo>
                      <a:pt x="10" y="69"/>
                    </a:moveTo>
                    <a:cubicBezTo>
                      <a:pt x="0" y="60"/>
                      <a:pt x="0" y="60"/>
                      <a:pt x="0" y="60"/>
                    </a:cubicBezTo>
                    <a:cubicBezTo>
                      <a:pt x="16" y="42"/>
                      <a:pt x="28" y="22"/>
                      <a:pt x="36" y="0"/>
                    </a:cubicBezTo>
                    <a:cubicBezTo>
                      <a:pt x="49" y="5"/>
                      <a:pt x="49" y="5"/>
                      <a:pt x="49" y="5"/>
                    </a:cubicBezTo>
                    <a:cubicBezTo>
                      <a:pt x="40" y="29"/>
                      <a:pt x="27" y="50"/>
                      <a:pt x="10" y="6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0" name="Google Shape;750;p18"/>
              <p:cNvSpPr/>
              <p:nvPr/>
            </p:nvSpPr>
            <p:spPr>
              <a:xfrm>
                <a:off x="1784350" y="663575"/>
                <a:ext cx="31750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19" h="79" extrusionOk="0">
                    <a:moveTo>
                      <a:pt x="16" y="79"/>
                    </a:moveTo>
                    <a:cubicBezTo>
                      <a:pt x="2" y="77"/>
                      <a:pt x="2" y="77"/>
                      <a:pt x="2" y="77"/>
                    </a:cubicBezTo>
                    <a:cubicBezTo>
                      <a:pt x="4" y="66"/>
                      <a:pt x="5" y="56"/>
                      <a:pt x="5" y="45"/>
                    </a:cubicBezTo>
                    <a:cubicBezTo>
                      <a:pt x="5" y="31"/>
                      <a:pt x="4" y="17"/>
                      <a:pt x="0" y="3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17" y="15"/>
                      <a:pt x="19" y="30"/>
                      <a:pt x="19" y="45"/>
                    </a:cubicBezTo>
                    <a:cubicBezTo>
                      <a:pt x="19" y="57"/>
                      <a:pt x="18" y="68"/>
                      <a:pt x="16" y="7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1" name="Google Shape;751;p18"/>
              <p:cNvSpPr/>
              <p:nvPr/>
            </p:nvSpPr>
            <p:spPr>
              <a:xfrm>
                <a:off x="1714500" y="520700"/>
                <a:ext cx="80963" cy="112712"/>
              </a:xfrm>
              <a:custGeom>
                <a:avLst/>
                <a:gdLst/>
                <a:ahLst/>
                <a:cxnLst/>
                <a:rect l="l" t="t" r="r" b="b"/>
                <a:pathLst>
                  <a:path w="48" h="66" extrusionOk="0">
                    <a:moveTo>
                      <a:pt x="35" y="66"/>
                    </a:moveTo>
                    <a:cubicBezTo>
                      <a:pt x="27" y="45"/>
                      <a:pt x="15" y="26"/>
                      <a:pt x="0" y="9"/>
                    </a:cubicBezTo>
                    <a:cubicBezTo>
                      <a:pt x="10" y="0"/>
                      <a:pt x="10" y="0"/>
                      <a:pt x="10" y="0"/>
                    </a:cubicBezTo>
                    <a:cubicBezTo>
                      <a:pt x="26" y="18"/>
                      <a:pt x="39" y="39"/>
                      <a:pt x="48" y="61"/>
                    </a:cubicBezTo>
                    <a:lnTo>
                      <a:pt x="35" y="6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2" name="Google Shape;752;p18"/>
              <p:cNvSpPr/>
              <p:nvPr/>
            </p:nvSpPr>
            <p:spPr>
              <a:xfrm>
                <a:off x="1558925" y="425450"/>
                <a:ext cx="139700" cy="82550"/>
              </a:xfrm>
              <a:custGeom>
                <a:avLst/>
                <a:gdLst/>
                <a:ahLst/>
                <a:cxnLst/>
                <a:rect l="l" t="t" r="r" b="b"/>
                <a:pathLst>
                  <a:path w="82" h="49" extrusionOk="0">
                    <a:moveTo>
                      <a:pt x="73" y="49"/>
                    </a:moveTo>
                    <a:cubicBezTo>
                      <a:pt x="52" y="32"/>
                      <a:pt x="27" y="19"/>
                      <a:pt x="0" y="13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32" y="6"/>
                      <a:pt x="59" y="20"/>
                      <a:pt x="82" y="38"/>
                    </a:cubicBezTo>
                    <a:lnTo>
                      <a:pt x="73" y="49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3" name="Google Shape;753;p18"/>
              <p:cNvSpPr/>
              <p:nvPr/>
            </p:nvSpPr>
            <p:spPr>
              <a:xfrm>
                <a:off x="1327150" y="417513"/>
                <a:ext cx="198437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118" h="40" extrusionOk="0">
                    <a:moveTo>
                      <a:pt x="7" y="40"/>
                    </a:moveTo>
                    <a:cubicBezTo>
                      <a:pt x="0" y="28"/>
                      <a:pt x="0" y="28"/>
                      <a:pt x="0" y="28"/>
                    </a:cubicBezTo>
                    <a:cubicBezTo>
                      <a:pt x="30" y="10"/>
                      <a:pt x="64" y="0"/>
                      <a:pt x="99" y="0"/>
                    </a:cubicBezTo>
                    <a:cubicBezTo>
                      <a:pt x="105" y="0"/>
                      <a:pt x="111" y="0"/>
                      <a:pt x="118" y="1"/>
                    </a:cubicBezTo>
                    <a:cubicBezTo>
                      <a:pt x="116" y="15"/>
                      <a:pt x="116" y="15"/>
                      <a:pt x="116" y="15"/>
                    </a:cubicBezTo>
                    <a:cubicBezTo>
                      <a:pt x="111" y="14"/>
                      <a:pt x="105" y="14"/>
                      <a:pt x="99" y="14"/>
                    </a:cubicBezTo>
                    <a:cubicBezTo>
                      <a:pt x="66" y="14"/>
                      <a:pt x="35" y="23"/>
                      <a:pt x="7" y="4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4" name="Google Shape;754;p18"/>
              <p:cNvSpPr/>
              <p:nvPr/>
            </p:nvSpPr>
            <p:spPr>
              <a:xfrm>
                <a:off x="1195388" y="487363"/>
                <a:ext cx="111125" cy="138113"/>
              </a:xfrm>
              <a:custGeom>
                <a:avLst/>
                <a:gdLst/>
                <a:ahLst/>
                <a:cxnLst/>
                <a:rect l="l" t="t" r="r" b="b"/>
                <a:pathLst>
                  <a:path w="66" h="82" extrusionOk="0">
                    <a:moveTo>
                      <a:pt x="12" y="82"/>
                    </a:moveTo>
                    <a:cubicBezTo>
                      <a:pt x="0" y="77"/>
                      <a:pt x="0" y="77"/>
                      <a:pt x="0" y="77"/>
                    </a:cubicBezTo>
                    <a:cubicBezTo>
                      <a:pt x="12" y="47"/>
                      <a:pt x="32" y="20"/>
                      <a:pt x="58" y="0"/>
                    </a:cubicBezTo>
                    <a:cubicBezTo>
                      <a:pt x="66" y="11"/>
                      <a:pt x="66" y="11"/>
                      <a:pt x="66" y="11"/>
                    </a:cubicBezTo>
                    <a:cubicBezTo>
                      <a:pt x="43" y="29"/>
                      <a:pt x="24" y="54"/>
                      <a:pt x="12" y="8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5" name="Google Shape;755;p18"/>
              <p:cNvSpPr/>
              <p:nvPr/>
            </p:nvSpPr>
            <p:spPr>
              <a:xfrm>
                <a:off x="1171575" y="661988"/>
                <a:ext cx="3175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19" h="91" extrusionOk="0">
                    <a:moveTo>
                      <a:pt x="5" y="91"/>
                    </a:moveTo>
                    <a:cubicBezTo>
                      <a:pt x="1" y="76"/>
                      <a:pt x="0" y="61"/>
                      <a:pt x="0" y="46"/>
                    </a:cubicBezTo>
                    <a:cubicBezTo>
                      <a:pt x="0" y="31"/>
                      <a:pt x="2" y="15"/>
                      <a:pt x="5" y="0"/>
                    </a:cubicBezTo>
                    <a:cubicBezTo>
                      <a:pt x="19" y="4"/>
                      <a:pt x="19" y="4"/>
                      <a:pt x="19" y="4"/>
                    </a:cubicBezTo>
                    <a:cubicBezTo>
                      <a:pt x="15" y="17"/>
                      <a:pt x="13" y="32"/>
                      <a:pt x="13" y="46"/>
                    </a:cubicBezTo>
                    <a:cubicBezTo>
                      <a:pt x="13" y="60"/>
                      <a:pt x="15" y="74"/>
                      <a:pt x="18" y="87"/>
                    </a:cubicBezTo>
                    <a:lnTo>
                      <a:pt x="5" y="9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6" name="Google Shape;756;p18"/>
              <p:cNvSpPr/>
              <p:nvPr/>
            </p:nvSpPr>
            <p:spPr>
              <a:xfrm>
                <a:off x="1493838" y="806450"/>
                <a:ext cx="265113" cy="207963"/>
              </a:xfrm>
              <a:custGeom>
                <a:avLst/>
                <a:gdLst/>
                <a:ahLst/>
                <a:cxnLst/>
                <a:rect l="l" t="t" r="r" b="b"/>
                <a:pathLst>
                  <a:path w="157" h="123" extrusionOk="0">
                    <a:moveTo>
                      <a:pt x="0" y="123"/>
                    </a:moveTo>
                    <a:cubicBezTo>
                      <a:pt x="0" y="116"/>
                      <a:pt x="0" y="116"/>
                      <a:pt x="0" y="116"/>
                    </a:cubicBezTo>
                    <a:cubicBezTo>
                      <a:pt x="70" y="116"/>
                      <a:pt x="132" y="68"/>
                      <a:pt x="150" y="0"/>
                    </a:cubicBezTo>
                    <a:cubicBezTo>
                      <a:pt x="157" y="2"/>
                      <a:pt x="157" y="2"/>
                      <a:pt x="157" y="2"/>
                    </a:cubicBezTo>
                    <a:cubicBezTo>
                      <a:pt x="138" y="73"/>
                      <a:pt x="73" y="123"/>
                      <a:pt x="0" y="12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7" name="Google Shape;757;p18"/>
              <p:cNvSpPr/>
              <p:nvPr/>
            </p:nvSpPr>
            <p:spPr>
              <a:xfrm>
                <a:off x="1752600" y="693738"/>
                <a:ext cx="14288" cy="46037"/>
              </a:xfrm>
              <a:custGeom>
                <a:avLst/>
                <a:gdLst/>
                <a:ahLst/>
                <a:cxnLst/>
                <a:rect l="l" t="t" r="r" b="b"/>
                <a:pathLst>
                  <a:path w="9" h="27" extrusionOk="0">
                    <a:moveTo>
                      <a:pt x="9" y="27"/>
                    </a:moveTo>
                    <a:cubicBezTo>
                      <a:pt x="3" y="27"/>
                      <a:pt x="3" y="27"/>
                      <a:pt x="3" y="27"/>
                    </a:cubicBezTo>
                    <a:cubicBezTo>
                      <a:pt x="3" y="19"/>
                      <a:pt x="2" y="10"/>
                      <a:pt x="0" y="1"/>
                    </a:cubicBezTo>
                    <a:cubicBezTo>
                      <a:pt x="7" y="0"/>
                      <a:pt x="7" y="0"/>
                      <a:pt x="7" y="0"/>
                    </a:cubicBezTo>
                    <a:cubicBezTo>
                      <a:pt x="9" y="9"/>
                      <a:pt x="9" y="18"/>
                      <a:pt x="9" y="2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8" name="Google Shape;758;p18"/>
              <p:cNvSpPr/>
              <p:nvPr/>
            </p:nvSpPr>
            <p:spPr>
              <a:xfrm>
                <a:off x="1658938" y="527050"/>
                <a:ext cx="46037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7" h="27" extrusionOk="0">
                    <a:moveTo>
                      <a:pt x="21" y="27"/>
                    </a:moveTo>
                    <a:cubicBezTo>
                      <a:pt x="15" y="19"/>
                      <a:pt x="8" y="12"/>
                      <a:pt x="0" y="6"/>
                    </a:cubicBezTo>
                    <a:cubicBezTo>
                      <a:pt x="5" y="0"/>
                      <a:pt x="5" y="0"/>
                      <a:pt x="5" y="0"/>
                    </a:cubicBezTo>
                    <a:cubicBezTo>
                      <a:pt x="13" y="7"/>
                      <a:pt x="20" y="14"/>
                      <a:pt x="27" y="22"/>
                    </a:cubicBezTo>
                    <a:lnTo>
                      <a:pt x="21" y="2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9" name="Google Shape;759;p18"/>
              <p:cNvSpPr/>
              <p:nvPr/>
            </p:nvSpPr>
            <p:spPr>
              <a:xfrm>
                <a:off x="1524000" y="466725"/>
                <a:ext cx="123825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73" h="33" extrusionOk="0">
                    <a:moveTo>
                      <a:pt x="70" y="33"/>
                    </a:moveTo>
                    <a:cubicBezTo>
                      <a:pt x="49" y="18"/>
                      <a:pt x="25" y="9"/>
                      <a:pt x="0" y="7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26" y="3"/>
                      <a:pt x="52" y="12"/>
                      <a:pt x="73" y="27"/>
                    </a:cubicBezTo>
                    <a:lnTo>
                      <a:pt x="70" y="33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0" name="Google Shape;760;p18"/>
              <p:cNvSpPr/>
              <p:nvPr/>
            </p:nvSpPr>
            <p:spPr>
              <a:xfrm>
                <a:off x="1436688" y="465138"/>
                <a:ext cx="57150" cy="17463"/>
              </a:xfrm>
              <a:custGeom>
                <a:avLst/>
                <a:gdLst/>
                <a:ahLst/>
                <a:cxnLst/>
                <a:rect l="l" t="t" r="r" b="b"/>
                <a:pathLst>
                  <a:path w="34" h="10" extrusionOk="0">
                    <a:moveTo>
                      <a:pt x="1" y="10"/>
                    </a:moveTo>
                    <a:cubicBezTo>
                      <a:pt x="0" y="3"/>
                      <a:pt x="0" y="3"/>
                      <a:pt x="0" y="3"/>
                    </a:cubicBezTo>
                    <a:cubicBezTo>
                      <a:pt x="11" y="1"/>
                      <a:pt x="22" y="0"/>
                      <a:pt x="34" y="0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23" y="7"/>
                      <a:pt x="12" y="8"/>
                      <a:pt x="1" y="1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1" name="Google Shape;761;p18"/>
              <p:cNvSpPr/>
              <p:nvPr/>
            </p:nvSpPr>
            <p:spPr>
              <a:xfrm>
                <a:off x="1231900" y="487363"/>
                <a:ext cx="158750" cy="173037"/>
              </a:xfrm>
              <a:custGeom>
                <a:avLst/>
                <a:gdLst/>
                <a:ahLst/>
                <a:cxnLst/>
                <a:rect l="l" t="t" r="r" b="b"/>
                <a:pathLst>
                  <a:path w="94" h="102" extrusionOk="0">
                    <a:moveTo>
                      <a:pt x="6" y="102"/>
                    </a:moveTo>
                    <a:cubicBezTo>
                      <a:pt x="0" y="100"/>
                      <a:pt x="0" y="100"/>
                      <a:pt x="0" y="100"/>
                    </a:cubicBezTo>
                    <a:cubicBezTo>
                      <a:pt x="14" y="55"/>
                      <a:pt x="47" y="18"/>
                      <a:pt x="91" y="0"/>
                    </a:cubicBezTo>
                    <a:cubicBezTo>
                      <a:pt x="94" y="6"/>
                      <a:pt x="94" y="6"/>
                      <a:pt x="94" y="6"/>
                    </a:cubicBezTo>
                    <a:cubicBezTo>
                      <a:pt x="52" y="24"/>
                      <a:pt x="20" y="59"/>
                      <a:pt x="6" y="10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2" name="Google Shape;762;p18"/>
              <p:cNvSpPr/>
              <p:nvPr/>
            </p:nvSpPr>
            <p:spPr>
              <a:xfrm>
                <a:off x="1219200" y="685800"/>
                <a:ext cx="158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10" h="32" extrusionOk="0">
                    <a:moveTo>
                      <a:pt x="7" y="32"/>
                    </a:moveTo>
                    <a:cubicBezTo>
                      <a:pt x="0" y="32"/>
                      <a:pt x="0" y="32"/>
                      <a:pt x="0" y="32"/>
                    </a:cubicBezTo>
                    <a:cubicBezTo>
                      <a:pt x="0" y="21"/>
                      <a:pt x="1" y="10"/>
                      <a:pt x="4" y="0"/>
                    </a:cubicBezTo>
                    <a:cubicBezTo>
                      <a:pt x="10" y="1"/>
                      <a:pt x="10" y="1"/>
                      <a:pt x="10" y="1"/>
                    </a:cubicBezTo>
                    <a:cubicBezTo>
                      <a:pt x="8" y="11"/>
                      <a:pt x="7" y="22"/>
                      <a:pt x="7" y="3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3" name="Google Shape;763;p18"/>
              <p:cNvSpPr/>
              <p:nvPr/>
            </p:nvSpPr>
            <p:spPr>
              <a:xfrm>
                <a:off x="1231900" y="820738"/>
                <a:ext cx="111125" cy="144463"/>
              </a:xfrm>
              <a:custGeom>
                <a:avLst/>
                <a:gdLst/>
                <a:ahLst/>
                <a:cxnLst/>
                <a:rect l="l" t="t" r="r" b="b"/>
                <a:pathLst>
                  <a:path w="66" h="86" extrusionOk="0">
                    <a:moveTo>
                      <a:pt x="62" y="86"/>
                    </a:moveTo>
                    <a:cubicBezTo>
                      <a:pt x="33" y="66"/>
                      <a:pt x="11" y="36"/>
                      <a:pt x="0" y="2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17" y="32"/>
                      <a:pt x="38" y="61"/>
                      <a:pt x="66" y="80"/>
                    </a:cubicBezTo>
                    <a:lnTo>
                      <a:pt x="62" y="86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4" name="Google Shape;764;p18"/>
              <p:cNvSpPr/>
              <p:nvPr/>
            </p:nvSpPr>
            <p:spPr>
              <a:xfrm>
                <a:off x="1377950" y="976313"/>
                <a:ext cx="381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3" h="15" extrusionOk="0">
                    <a:moveTo>
                      <a:pt x="21" y="15"/>
                    </a:moveTo>
                    <a:cubicBezTo>
                      <a:pt x="14" y="12"/>
                      <a:pt x="7" y="10"/>
                      <a:pt x="0" y="7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9" y="3"/>
                      <a:pt x="16" y="6"/>
                      <a:pt x="23" y="8"/>
                    </a:cubicBezTo>
                    <a:lnTo>
                      <a:pt x="21" y="1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5" name="Google Shape;765;p18"/>
              <p:cNvSpPr/>
              <p:nvPr/>
            </p:nvSpPr>
            <p:spPr>
              <a:xfrm>
                <a:off x="1325563" y="739775"/>
                <a:ext cx="26988" cy="69850"/>
              </a:xfrm>
              <a:custGeom>
                <a:avLst/>
                <a:gdLst/>
                <a:ahLst/>
                <a:cxnLst/>
                <a:rect l="l" t="t" r="r" b="b"/>
                <a:pathLst>
                  <a:path w="16" h="42" extrusionOk="0">
                    <a:moveTo>
                      <a:pt x="9" y="42"/>
                    </a:moveTo>
                    <a:cubicBezTo>
                      <a:pt x="3" y="29"/>
                      <a:pt x="0" y="15"/>
                      <a:pt x="0" y="0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8" y="14"/>
                      <a:pt x="11" y="27"/>
                      <a:pt x="16" y="39"/>
                    </a:cubicBezTo>
                    <a:lnTo>
                      <a:pt x="9" y="42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6" name="Google Shape;766;p18"/>
              <p:cNvSpPr/>
              <p:nvPr/>
            </p:nvSpPr>
            <p:spPr>
              <a:xfrm>
                <a:off x="1354138" y="825500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34" h="34" extrusionOk="0">
                    <a:moveTo>
                      <a:pt x="30" y="34"/>
                    </a:moveTo>
                    <a:cubicBezTo>
                      <a:pt x="18" y="26"/>
                      <a:pt x="8" y="16"/>
                      <a:pt x="0" y="4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13" y="11"/>
                      <a:pt x="23" y="21"/>
                      <a:pt x="34" y="28"/>
                    </a:cubicBezTo>
                    <a:lnTo>
                      <a:pt x="30" y="34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7" name="Google Shape;767;p18"/>
              <p:cNvSpPr/>
              <p:nvPr/>
            </p:nvSpPr>
            <p:spPr>
              <a:xfrm>
                <a:off x="1423988" y="882650"/>
                <a:ext cx="33337" cy="20638"/>
              </a:xfrm>
              <a:custGeom>
                <a:avLst/>
                <a:gdLst/>
                <a:ahLst/>
                <a:cxnLst/>
                <a:rect l="l" t="t" r="r" b="b"/>
                <a:pathLst>
                  <a:path w="19" h="12" extrusionOk="0">
                    <a:moveTo>
                      <a:pt x="17" y="12"/>
                    </a:moveTo>
                    <a:cubicBezTo>
                      <a:pt x="11" y="11"/>
                      <a:pt x="6" y="9"/>
                      <a:pt x="0" y="6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8" y="2"/>
                      <a:pt x="14" y="4"/>
                      <a:pt x="19" y="5"/>
                    </a:cubicBezTo>
                    <a:lnTo>
                      <a:pt x="17" y="12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8" name="Google Shape;768;p18"/>
              <p:cNvSpPr/>
              <p:nvPr/>
            </p:nvSpPr>
            <p:spPr>
              <a:xfrm>
                <a:off x="1473200" y="884238"/>
                <a:ext cx="84138" cy="23812"/>
              </a:xfrm>
              <a:custGeom>
                <a:avLst/>
                <a:gdLst/>
                <a:ahLst/>
                <a:cxnLst/>
                <a:rect l="l" t="t" r="r" b="b"/>
                <a:pathLst>
                  <a:path w="50" h="14" extrusionOk="0">
                    <a:moveTo>
                      <a:pt x="12" y="14"/>
                    </a:moveTo>
                    <a:cubicBezTo>
                      <a:pt x="8" y="14"/>
                      <a:pt x="4" y="14"/>
                      <a:pt x="0" y="13"/>
                    </a:cubicBezTo>
                    <a:cubicBezTo>
                      <a:pt x="1" y="6"/>
                      <a:pt x="1" y="6"/>
                      <a:pt x="1" y="6"/>
                    </a:cubicBezTo>
                    <a:cubicBezTo>
                      <a:pt x="4" y="6"/>
                      <a:pt x="8" y="6"/>
                      <a:pt x="12" y="6"/>
                    </a:cubicBezTo>
                    <a:cubicBezTo>
                      <a:pt x="24" y="6"/>
                      <a:pt x="36" y="4"/>
                      <a:pt x="47" y="0"/>
                    </a:cubicBezTo>
                    <a:cubicBezTo>
                      <a:pt x="50" y="7"/>
                      <a:pt x="50" y="7"/>
                      <a:pt x="50" y="7"/>
                    </a:cubicBezTo>
                    <a:cubicBezTo>
                      <a:pt x="38" y="11"/>
                      <a:pt x="25" y="14"/>
                      <a:pt x="12" y="14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9" name="Google Shape;769;p18"/>
              <p:cNvSpPr/>
              <p:nvPr/>
            </p:nvSpPr>
            <p:spPr>
              <a:xfrm>
                <a:off x="1577975" y="823913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34" h="34" extrusionOk="0">
                    <a:moveTo>
                      <a:pt x="4" y="34"/>
                    </a:moveTo>
                    <a:cubicBezTo>
                      <a:pt x="0" y="28"/>
                      <a:pt x="0" y="28"/>
                      <a:pt x="0" y="28"/>
                    </a:cubicBezTo>
                    <a:cubicBezTo>
                      <a:pt x="11" y="21"/>
                      <a:pt x="20" y="11"/>
                      <a:pt x="28" y="0"/>
                    </a:cubicBezTo>
                    <a:cubicBezTo>
                      <a:pt x="34" y="4"/>
                      <a:pt x="34" y="4"/>
                      <a:pt x="34" y="4"/>
                    </a:cubicBezTo>
                    <a:cubicBezTo>
                      <a:pt x="26" y="16"/>
                      <a:pt x="16" y="26"/>
                      <a:pt x="4" y="34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0" name="Google Shape;770;p18"/>
              <p:cNvSpPr/>
              <p:nvPr/>
            </p:nvSpPr>
            <p:spPr>
              <a:xfrm>
                <a:off x="1646238" y="706438"/>
                <a:ext cx="14288" cy="65088"/>
              </a:xfrm>
              <a:custGeom>
                <a:avLst/>
                <a:gdLst/>
                <a:ahLst/>
                <a:cxnLst/>
                <a:rect l="l" t="t" r="r" b="b"/>
                <a:pathLst>
                  <a:path w="9" h="38" extrusionOk="0">
                    <a:moveTo>
                      <a:pt x="8" y="38"/>
                    </a:moveTo>
                    <a:cubicBezTo>
                      <a:pt x="0" y="37"/>
                      <a:pt x="0" y="37"/>
                      <a:pt x="0" y="37"/>
                    </a:cubicBezTo>
                    <a:cubicBezTo>
                      <a:pt x="1" y="31"/>
                      <a:pt x="2" y="25"/>
                      <a:pt x="2" y="19"/>
                    </a:cubicBezTo>
                    <a:cubicBezTo>
                      <a:pt x="2" y="13"/>
                      <a:pt x="1" y="7"/>
                      <a:pt x="0" y="2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9" y="6"/>
                      <a:pt x="9" y="13"/>
                      <a:pt x="9" y="19"/>
                    </a:cubicBezTo>
                    <a:cubicBezTo>
                      <a:pt x="9" y="26"/>
                      <a:pt x="9" y="32"/>
                      <a:pt x="8" y="38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1" name="Google Shape;771;p18"/>
              <p:cNvSpPr/>
              <p:nvPr/>
            </p:nvSpPr>
            <p:spPr>
              <a:xfrm>
                <a:off x="1584325" y="603250"/>
                <a:ext cx="66675" cy="77787"/>
              </a:xfrm>
              <a:custGeom>
                <a:avLst/>
                <a:gdLst/>
                <a:ahLst/>
                <a:cxnLst/>
                <a:rect l="l" t="t" r="r" b="b"/>
                <a:pathLst>
                  <a:path w="39" h="46" extrusionOk="0">
                    <a:moveTo>
                      <a:pt x="32" y="46"/>
                    </a:moveTo>
                    <a:cubicBezTo>
                      <a:pt x="25" y="30"/>
                      <a:pt x="14" y="16"/>
                      <a:pt x="0" y="6"/>
                    </a:cubicBezTo>
                    <a:cubicBezTo>
                      <a:pt x="5" y="0"/>
                      <a:pt x="5" y="0"/>
                      <a:pt x="5" y="0"/>
                    </a:cubicBezTo>
                    <a:cubicBezTo>
                      <a:pt x="20" y="11"/>
                      <a:pt x="32" y="26"/>
                      <a:pt x="39" y="44"/>
                    </a:cubicBezTo>
                    <a:lnTo>
                      <a:pt x="32" y="4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2" name="Google Shape;772;p18"/>
              <p:cNvSpPr/>
              <p:nvPr/>
            </p:nvSpPr>
            <p:spPr>
              <a:xfrm>
                <a:off x="1473200" y="571500"/>
                <a:ext cx="103187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61" h="19" extrusionOk="0">
                    <a:moveTo>
                      <a:pt x="58" y="19"/>
                    </a:moveTo>
                    <a:cubicBezTo>
                      <a:pt x="44" y="11"/>
                      <a:pt x="28" y="7"/>
                      <a:pt x="12" y="7"/>
                    </a:cubicBezTo>
                    <a:cubicBezTo>
                      <a:pt x="8" y="7"/>
                      <a:pt x="5" y="7"/>
                      <a:pt x="1" y="8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4" y="0"/>
                      <a:pt x="8" y="0"/>
                      <a:pt x="12" y="0"/>
                    </a:cubicBezTo>
                    <a:cubicBezTo>
                      <a:pt x="29" y="0"/>
                      <a:pt x="46" y="4"/>
                      <a:pt x="61" y="13"/>
                    </a:cubicBezTo>
                    <a:lnTo>
                      <a:pt x="58" y="19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3" name="Google Shape;773;p18"/>
              <p:cNvSpPr/>
              <p:nvPr/>
            </p:nvSpPr>
            <p:spPr>
              <a:xfrm>
                <a:off x="1404938" y="574675"/>
                <a:ext cx="52388" cy="33337"/>
              </a:xfrm>
              <a:custGeom>
                <a:avLst/>
                <a:gdLst/>
                <a:ahLst/>
                <a:cxnLst/>
                <a:rect l="l" t="t" r="r" b="b"/>
                <a:pathLst>
                  <a:path w="31" h="19" extrusionOk="0">
                    <a:moveTo>
                      <a:pt x="4" y="19"/>
                    </a:moveTo>
                    <a:cubicBezTo>
                      <a:pt x="0" y="13"/>
                      <a:pt x="0" y="13"/>
                      <a:pt x="0" y="13"/>
                    </a:cubicBezTo>
                    <a:cubicBezTo>
                      <a:pt x="9" y="7"/>
                      <a:pt x="19" y="3"/>
                      <a:pt x="29" y="0"/>
                    </a:cubicBezTo>
                    <a:cubicBezTo>
                      <a:pt x="31" y="8"/>
                      <a:pt x="31" y="8"/>
                      <a:pt x="31" y="8"/>
                    </a:cubicBezTo>
                    <a:cubicBezTo>
                      <a:pt x="21" y="10"/>
                      <a:pt x="12" y="14"/>
                      <a:pt x="4" y="19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4" name="Google Shape;774;p18"/>
              <p:cNvSpPr/>
              <p:nvPr/>
            </p:nvSpPr>
            <p:spPr>
              <a:xfrm>
                <a:off x="1328738" y="617538"/>
                <a:ext cx="57150" cy="92075"/>
              </a:xfrm>
              <a:custGeom>
                <a:avLst/>
                <a:gdLst/>
                <a:ahLst/>
                <a:cxnLst/>
                <a:rect l="l" t="t" r="r" b="b"/>
                <a:pathLst>
                  <a:path w="34" h="55" extrusionOk="0">
                    <a:moveTo>
                      <a:pt x="7" y="55"/>
                    </a:moveTo>
                    <a:cubicBezTo>
                      <a:pt x="0" y="54"/>
                      <a:pt x="0" y="54"/>
                      <a:pt x="0" y="54"/>
                    </a:cubicBezTo>
                    <a:cubicBezTo>
                      <a:pt x="4" y="33"/>
                      <a:pt x="14" y="14"/>
                      <a:pt x="29" y="0"/>
                    </a:cubicBezTo>
                    <a:cubicBezTo>
                      <a:pt x="34" y="5"/>
                      <a:pt x="34" y="5"/>
                      <a:pt x="34" y="5"/>
                    </a:cubicBezTo>
                    <a:cubicBezTo>
                      <a:pt x="20" y="19"/>
                      <a:pt x="11" y="36"/>
                      <a:pt x="7" y="55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5" name="Google Shape;775;p18"/>
              <p:cNvSpPr/>
              <p:nvPr/>
            </p:nvSpPr>
            <p:spPr>
              <a:xfrm>
                <a:off x="1357313" y="787400"/>
                <a:ext cx="36513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22" h="30" extrusionOk="0">
                    <a:moveTo>
                      <a:pt x="17" y="30"/>
                    </a:moveTo>
                    <a:cubicBezTo>
                      <a:pt x="10" y="21"/>
                      <a:pt x="4" y="12"/>
                      <a:pt x="0" y="2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10" y="9"/>
                      <a:pt x="15" y="18"/>
                      <a:pt x="22" y="25"/>
                    </a:cubicBezTo>
                    <a:lnTo>
                      <a:pt x="17" y="3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6" name="Google Shape;776;p18"/>
              <p:cNvSpPr/>
              <p:nvPr/>
            </p:nvSpPr>
            <p:spPr>
              <a:xfrm>
                <a:off x="1400175" y="841375"/>
                <a:ext cx="93663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56" h="26" extrusionOk="0">
                    <a:moveTo>
                      <a:pt x="56" y="26"/>
                    </a:moveTo>
                    <a:cubicBezTo>
                      <a:pt x="35" y="26"/>
                      <a:pt x="15" y="18"/>
                      <a:pt x="0" y="5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18" y="13"/>
                      <a:pt x="37" y="19"/>
                      <a:pt x="56" y="19"/>
                    </a:cubicBezTo>
                    <a:lnTo>
                      <a:pt x="56" y="26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7" name="Google Shape;777;p18"/>
              <p:cNvSpPr/>
              <p:nvPr/>
            </p:nvSpPr>
            <p:spPr>
              <a:xfrm>
                <a:off x="1522413" y="839788"/>
                <a:ext cx="68263" cy="42863"/>
              </a:xfrm>
              <a:custGeom>
                <a:avLst/>
                <a:gdLst/>
                <a:ahLst/>
                <a:cxnLst/>
                <a:rect l="l" t="t" r="r" b="b"/>
                <a:pathLst>
                  <a:path w="40" h="25" extrusionOk="0">
                    <a:moveTo>
                      <a:pt x="1" y="25"/>
                    </a:moveTo>
                    <a:cubicBezTo>
                      <a:pt x="0" y="19"/>
                      <a:pt x="0" y="19"/>
                      <a:pt x="0" y="19"/>
                    </a:cubicBezTo>
                    <a:cubicBezTo>
                      <a:pt x="13" y="16"/>
                      <a:pt x="26" y="10"/>
                      <a:pt x="36" y="0"/>
                    </a:cubicBezTo>
                    <a:cubicBezTo>
                      <a:pt x="40" y="5"/>
                      <a:pt x="40" y="5"/>
                      <a:pt x="40" y="5"/>
                    </a:cubicBezTo>
                    <a:cubicBezTo>
                      <a:pt x="29" y="15"/>
                      <a:pt x="15" y="22"/>
                      <a:pt x="1" y="2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8" name="Google Shape;778;p18"/>
              <p:cNvSpPr/>
              <p:nvPr/>
            </p:nvSpPr>
            <p:spPr>
              <a:xfrm>
                <a:off x="1593850" y="784225"/>
                <a:ext cx="36513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22" h="32" extrusionOk="0">
                    <a:moveTo>
                      <a:pt x="5" y="32"/>
                    </a:moveTo>
                    <a:cubicBezTo>
                      <a:pt x="0" y="27"/>
                      <a:pt x="0" y="27"/>
                      <a:pt x="0" y="27"/>
                    </a:cubicBezTo>
                    <a:cubicBezTo>
                      <a:pt x="7" y="19"/>
                      <a:pt x="13" y="10"/>
                      <a:pt x="16" y="0"/>
                    </a:cubicBezTo>
                    <a:cubicBezTo>
                      <a:pt x="22" y="3"/>
                      <a:pt x="22" y="3"/>
                      <a:pt x="22" y="3"/>
                    </a:cubicBezTo>
                    <a:cubicBezTo>
                      <a:pt x="18" y="13"/>
                      <a:pt x="12" y="23"/>
                      <a:pt x="5" y="3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9" name="Google Shape;779;p18"/>
              <p:cNvSpPr/>
              <p:nvPr/>
            </p:nvSpPr>
            <p:spPr>
              <a:xfrm>
                <a:off x="1625600" y="704850"/>
                <a:ext cx="12700" cy="61913"/>
              </a:xfrm>
              <a:custGeom>
                <a:avLst/>
                <a:gdLst/>
                <a:ahLst/>
                <a:cxnLst/>
                <a:rect l="l" t="t" r="r" b="b"/>
                <a:pathLst>
                  <a:path w="8" h="36" extrusionOk="0">
                    <a:moveTo>
                      <a:pt x="7" y="36"/>
                    </a:moveTo>
                    <a:cubicBezTo>
                      <a:pt x="1" y="34"/>
                      <a:pt x="1" y="34"/>
                      <a:pt x="1" y="34"/>
                    </a:cubicBezTo>
                    <a:cubicBezTo>
                      <a:pt x="2" y="30"/>
                      <a:pt x="2" y="25"/>
                      <a:pt x="2" y="20"/>
                    </a:cubicBezTo>
                    <a:cubicBezTo>
                      <a:pt x="2" y="14"/>
                      <a:pt x="1" y="7"/>
                      <a:pt x="0" y="1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7" y="6"/>
                      <a:pt x="8" y="13"/>
                      <a:pt x="8" y="20"/>
                    </a:cubicBezTo>
                    <a:cubicBezTo>
                      <a:pt x="8" y="25"/>
                      <a:pt x="8" y="31"/>
                      <a:pt x="7" y="3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0" name="Google Shape;780;p18"/>
              <p:cNvSpPr/>
              <p:nvPr/>
            </p:nvSpPr>
            <p:spPr>
              <a:xfrm>
                <a:off x="1593850" y="641350"/>
                <a:ext cx="36513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22" h="30" extrusionOk="0">
                    <a:moveTo>
                      <a:pt x="16" y="30"/>
                    </a:moveTo>
                    <a:cubicBezTo>
                      <a:pt x="12" y="20"/>
                      <a:pt x="7" y="12"/>
                      <a:pt x="0" y="4"/>
                    </a:cubicBezTo>
                    <a:cubicBezTo>
                      <a:pt x="5" y="0"/>
                      <a:pt x="5" y="0"/>
                      <a:pt x="5" y="0"/>
                    </a:cubicBezTo>
                    <a:cubicBezTo>
                      <a:pt x="12" y="8"/>
                      <a:pt x="18" y="17"/>
                      <a:pt x="22" y="28"/>
                    </a:cubicBezTo>
                    <a:lnTo>
                      <a:pt x="16" y="3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1" name="Google Shape;781;p18"/>
              <p:cNvSpPr/>
              <p:nvPr/>
            </p:nvSpPr>
            <p:spPr>
              <a:xfrm>
                <a:off x="1524000" y="596900"/>
                <a:ext cx="61912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7" h="22" extrusionOk="0">
                    <a:moveTo>
                      <a:pt x="33" y="22"/>
                    </a:moveTo>
                    <a:cubicBezTo>
                      <a:pt x="23" y="14"/>
                      <a:pt x="12" y="9"/>
                      <a:pt x="0" y="6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14" y="3"/>
                      <a:pt x="26" y="9"/>
                      <a:pt x="37" y="17"/>
                    </a:cubicBezTo>
                    <a:lnTo>
                      <a:pt x="33" y="2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2" name="Google Shape;782;p18"/>
              <p:cNvSpPr/>
              <p:nvPr/>
            </p:nvSpPr>
            <p:spPr>
              <a:xfrm>
                <a:off x="1417638" y="593725"/>
                <a:ext cx="90488" cy="30163"/>
              </a:xfrm>
              <a:custGeom>
                <a:avLst/>
                <a:gdLst/>
                <a:ahLst/>
                <a:cxnLst/>
                <a:rect l="l" t="t" r="r" b="b"/>
                <a:pathLst>
                  <a:path w="53" h="18" extrusionOk="0">
                    <a:moveTo>
                      <a:pt x="3" y="18"/>
                    </a:moveTo>
                    <a:cubicBezTo>
                      <a:pt x="0" y="12"/>
                      <a:pt x="0" y="12"/>
                      <a:pt x="0" y="12"/>
                    </a:cubicBezTo>
                    <a:cubicBezTo>
                      <a:pt x="14" y="4"/>
                      <a:pt x="29" y="0"/>
                      <a:pt x="45" y="0"/>
                    </a:cubicBezTo>
                    <a:cubicBezTo>
                      <a:pt x="48" y="0"/>
                      <a:pt x="51" y="0"/>
                      <a:pt x="53" y="0"/>
                    </a:cubicBezTo>
                    <a:cubicBezTo>
                      <a:pt x="53" y="6"/>
                      <a:pt x="53" y="6"/>
                      <a:pt x="53" y="6"/>
                    </a:cubicBezTo>
                    <a:cubicBezTo>
                      <a:pt x="50" y="6"/>
                      <a:pt x="47" y="6"/>
                      <a:pt x="45" y="6"/>
                    </a:cubicBezTo>
                    <a:cubicBezTo>
                      <a:pt x="30" y="6"/>
                      <a:pt x="16" y="10"/>
                      <a:pt x="3" y="18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3" name="Google Shape;783;p18"/>
              <p:cNvSpPr/>
              <p:nvPr/>
            </p:nvSpPr>
            <p:spPr>
              <a:xfrm>
                <a:off x="1358900" y="625475"/>
                <a:ext cx="508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30" h="37" extrusionOk="0">
                    <a:moveTo>
                      <a:pt x="6" y="37"/>
                    </a:moveTo>
                    <a:cubicBezTo>
                      <a:pt x="0" y="35"/>
                      <a:pt x="0" y="35"/>
                      <a:pt x="0" y="35"/>
                    </a:cubicBezTo>
                    <a:cubicBezTo>
                      <a:pt x="5" y="21"/>
                      <a:pt x="14" y="9"/>
                      <a:pt x="26" y="0"/>
                    </a:cubicBezTo>
                    <a:cubicBezTo>
                      <a:pt x="30" y="5"/>
                      <a:pt x="30" y="5"/>
                      <a:pt x="30" y="5"/>
                    </a:cubicBezTo>
                    <a:cubicBezTo>
                      <a:pt x="19" y="13"/>
                      <a:pt x="11" y="24"/>
                      <a:pt x="6" y="3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4" name="Google Shape;784;p18"/>
              <p:cNvSpPr/>
              <p:nvPr/>
            </p:nvSpPr>
            <p:spPr>
              <a:xfrm>
                <a:off x="1347788" y="703263"/>
                <a:ext cx="14288" cy="69850"/>
              </a:xfrm>
              <a:custGeom>
                <a:avLst/>
                <a:gdLst/>
                <a:ahLst/>
                <a:cxnLst/>
                <a:rect l="l" t="t" r="r" b="b"/>
                <a:pathLst>
                  <a:path w="9" h="41" extrusionOk="0">
                    <a:moveTo>
                      <a:pt x="3" y="41"/>
                    </a:moveTo>
                    <a:cubicBezTo>
                      <a:pt x="1" y="35"/>
                      <a:pt x="0" y="28"/>
                      <a:pt x="0" y="21"/>
                    </a:cubicBezTo>
                    <a:cubicBezTo>
                      <a:pt x="0" y="14"/>
                      <a:pt x="1" y="7"/>
                      <a:pt x="3" y="0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7" y="8"/>
                      <a:pt x="7" y="15"/>
                      <a:pt x="7" y="21"/>
                    </a:cubicBezTo>
                    <a:cubicBezTo>
                      <a:pt x="7" y="28"/>
                      <a:pt x="7" y="34"/>
                      <a:pt x="9" y="40"/>
                    </a:cubicBezTo>
                    <a:lnTo>
                      <a:pt x="3" y="4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5" name="Google Shape;785;p18"/>
              <p:cNvSpPr/>
              <p:nvPr/>
            </p:nvSpPr>
            <p:spPr>
              <a:xfrm>
                <a:off x="1493838" y="769938"/>
                <a:ext cx="119063" cy="93663"/>
              </a:xfrm>
              <a:custGeom>
                <a:avLst/>
                <a:gdLst/>
                <a:ahLst/>
                <a:cxnLst/>
                <a:rect l="l" t="t" r="r" b="b"/>
                <a:pathLst>
                  <a:path w="71" h="56" extrusionOk="0">
                    <a:moveTo>
                      <a:pt x="0" y="56"/>
                    </a:moveTo>
                    <a:cubicBezTo>
                      <a:pt x="0" y="53"/>
                      <a:pt x="0" y="53"/>
                      <a:pt x="0" y="53"/>
                    </a:cubicBezTo>
                    <a:cubicBezTo>
                      <a:pt x="32" y="53"/>
                      <a:pt x="60" y="31"/>
                      <a:pt x="68" y="0"/>
                    </a:cubicBezTo>
                    <a:cubicBezTo>
                      <a:pt x="71" y="1"/>
                      <a:pt x="71" y="1"/>
                      <a:pt x="71" y="1"/>
                    </a:cubicBezTo>
                    <a:cubicBezTo>
                      <a:pt x="62" y="33"/>
                      <a:pt x="33" y="56"/>
                      <a:pt x="0" y="5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6" name="Google Shape;786;p18"/>
              <p:cNvSpPr/>
              <p:nvPr/>
            </p:nvSpPr>
            <p:spPr>
              <a:xfrm>
                <a:off x="1609725" y="719138"/>
                <a:ext cx="7938" cy="20638"/>
              </a:xfrm>
              <a:custGeom>
                <a:avLst/>
                <a:gdLst/>
                <a:ahLst/>
                <a:cxnLst/>
                <a:rect l="l" t="t" r="r" b="b"/>
                <a:pathLst>
                  <a:path w="4" h="12" extrusionOk="0">
                    <a:moveTo>
                      <a:pt x="4" y="12"/>
                    </a:moveTo>
                    <a:cubicBezTo>
                      <a:pt x="1" y="12"/>
                      <a:pt x="1" y="12"/>
                      <a:pt x="1" y="12"/>
                    </a:cubicBezTo>
                    <a:cubicBezTo>
                      <a:pt x="1" y="8"/>
                      <a:pt x="1" y="4"/>
                      <a:pt x="0" y="1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4" y="4"/>
                      <a:pt x="4" y="8"/>
                      <a:pt x="4" y="1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7" name="Google Shape;787;p18"/>
              <p:cNvSpPr/>
              <p:nvPr/>
            </p:nvSpPr>
            <p:spPr>
              <a:xfrm>
                <a:off x="1568450" y="642938"/>
                <a:ext cx="20638" cy="20638"/>
              </a:xfrm>
              <a:custGeom>
                <a:avLst/>
                <a:gdLst/>
                <a:ahLst/>
                <a:cxnLst/>
                <a:rect l="l" t="t" r="r" b="b"/>
                <a:pathLst>
                  <a:path w="12" h="12" extrusionOk="0">
                    <a:moveTo>
                      <a:pt x="10" y="12"/>
                    </a:moveTo>
                    <a:cubicBezTo>
                      <a:pt x="7" y="9"/>
                      <a:pt x="4" y="6"/>
                      <a:pt x="0" y="3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6" y="3"/>
                      <a:pt x="9" y="7"/>
                      <a:pt x="12" y="10"/>
                    </a:cubicBezTo>
                    <a:lnTo>
                      <a:pt x="10" y="1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8" name="Google Shape;788;p18"/>
              <p:cNvSpPr/>
              <p:nvPr/>
            </p:nvSpPr>
            <p:spPr>
              <a:xfrm>
                <a:off x="1508125" y="615950"/>
                <a:ext cx="55563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33" h="15" extrusionOk="0">
                    <a:moveTo>
                      <a:pt x="31" y="15"/>
                    </a:moveTo>
                    <a:cubicBezTo>
                      <a:pt x="22" y="9"/>
                      <a:pt x="11" y="5"/>
                      <a:pt x="0" y="3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2" y="2"/>
                      <a:pt x="23" y="6"/>
                      <a:pt x="33" y="13"/>
                    </a:cubicBezTo>
                    <a:lnTo>
                      <a:pt x="31" y="1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9" name="Google Shape;789;p18"/>
              <p:cNvSpPr/>
              <p:nvPr/>
            </p:nvSpPr>
            <p:spPr>
              <a:xfrm>
                <a:off x="1466850" y="615950"/>
                <a:ext cx="26988" cy="6350"/>
              </a:xfrm>
              <a:custGeom>
                <a:avLst/>
                <a:gdLst/>
                <a:ahLst/>
                <a:cxnLst/>
                <a:rect l="l" t="t" r="r" b="b"/>
                <a:pathLst>
                  <a:path w="16" h="4" extrusionOk="0">
                    <a:moveTo>
                      <a:pt x="1" y="4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5" y="0"/>
                      <a:pt x="11" y="0"/>
                      <a:pt x="16" y="0"/>
                    </a:cubicBezTo>
                    <a:cubicBezTo>
                      <a:pt x="16" y="3"/>
                      <a:pt x="16" y="3"/>
                      <a:pt x="16" y="3"/>
                    </a:cubicBezTo>
                    <a:cubicBezTo>
                      <a:pt x="11" y="3"/>
                      <a:pt x="6" y="3"/>
                      <a:pt x="1" y="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0" name="Google Shape;790;p18"/>
              <p:cNvSpPr/>
              <p:nvPr/>
            </p:nvSpPr>
            <p:spPr>
              <a:xfrm>
                <a:off x="1376363" y="625475"/>
                <a:ext cx="69850" cy="77787"/>
              </a:xfrm>
              <a:custGeom>
                <a:avLst/>
                <a:gdLst/>
                <a:ahLst/>
                <a:cxnLst/>
                <a:rect l="l" t="t" r="r" b="b"/>
                <a:pathLst>
                  <a:path w="42" h="46" extrusionOk="0">
                    <a:moveTo>
                      <a:pt x="3" y="46"/>
                    </a:moveTo>
                    <a:cubicBezTo>
                      <a:pt x="0" y="45"/>
                      <a:pt x="0" y="45"/>
                      <a:pt x="0" y="45"/>
                    </a:cubicBezTo>
                    <a:cubicBezTo>
                      <a:pt x="6" y="25"/>
                      <a:pt x="21" y="8"/>
                      <a:pt x="41" y="0"/>
                    </a:cubicBezTo>
                    <a:cubicBezTo>
                      <a:pt x="42" y="3"/>
                      <a:pt x="42" y="3"/>
                      <a:pt x="42" y="3"/>
                    </a:cubicBezTo>
                    <a:cubicBezTo>
                      <a:pt x="23" y="11"/>
                      <a:pt x="9" y="26"/>
                      <a:pt x="3" y="4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1" name="Google Shape;791;p18"/>
              <p:cNvSpPr/>
              <p:nvPr/>
            </p:nvSpPr>
            <p:spPr>
              <a:xfrm>
                <a:off x="1368425" y="714375"/>
                <a:ext cx="9525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" h="15" extrusionOk="0">
                    <a:moveTo>
                      <a:pt x="3" y="15"/>
                    </a:moveTo>
                    <a:cubicBezTo>
                      <a:pt x="0" y="15"/>
                      <a:pt x="0" y="15"/>
                      <a:pt x="0" y="15"/>
                    </a:cubicBezTo>
                    <a:cubicBezTo>
                      <a:pt x="0" y="10"/>
                      <a:pt x="1" y="5"/>
                      <a:pt x="2" y="0"/>
                    </a:cubicBezTo>
                    <a:cubicBezTo>
                      <a:pt x="5" y="1"/>
                      <a:pt x="5" y="1"/>
                      <a:pt x="5" y="1"/>
                    </a:cubicBezTo>
                    <a:cubicBezTo>
                      <a:pt x="4" y="6"/>
                      <a:pt x="3" y="11"/>
                      <a:pt x="3" y="1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2" name="Google Shape;792;p18"/>
              <p:cNvSpPr/>
              <p:nvPr/>
            </p:nvSpPr>
            <p:spPr>
              <a:xfrm>
                <a:off x="1376363" y="776288"/>
                <a:ext cx="50800" cy="65087"/>
              </a:xfrm>
              <a:custGeom>
                <a:avLst/>
                <a:gdLst/>
                <a:ahLst/>
                <a:cxnLst/>
                <a:rect l="l" t="t" r="r" b="b"/>
                <a:pathLst>
                  <a:path w="30" h="39" extrusionOk="0">
                    <a:moveTo>
                      <a:pt x="28" y="39"/>
                    </a:moveTo>
                    <a:cubicBezTo>
                      <a:pt x="15" y="30"/>
                      <a:pt x="5" y="16"/>
                      <a:pt x="0" y="1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7" y="14"/>
                      <a:pt x="17" y="27"/>
                      <a:pt x="30" y="36"/>
                    </a:cubicBezTo>
                    <a:lnTo>
                      <a:pt x="28" y="39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3" name="Google Shape;793;p18"/>
              <p:cNvSpPr/>
              <p:nvPr/>
            </p:nvSpPr>
            <p:spPr>
              <a:xfrm>
                <a:off x="1441450" y="847725"/>
                <a:ext cx="17463" cy="11113"/>
              </a:xfrm>
              <a:custGeom>
                <a:avLst/>
                <a:gdLst/>
                <a:ahLst/>
                <a:cxnLst/>
                <a:rect l="l" t="t" r="r" b="b"/>
                <a:pathLst>
                  <a:path w="10" h="7" extrusionOk="0">
                    <a:moveTo>
                      <a:pt x="9" y="7"/>
                    </a:moveTo>
                    <a:cubicBezTo>
                      <a:pt x="6" y="6"/>
                      <a:pt x="3" y="4"/>
                      <a:pt x="0" y="3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4" y="1"/>
                      <a:pt x="7" y="3"/>
                      <a:pt x="10" y="4"/>
                    </a:cubicBezTo>
                    <a:lnTo>
                      <a:pt x="9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94" name="Google Shape;794;p18"/>
            <p:cNvGrpSpPr/>
            <p:nvPr/>
          </p:nvGrpSpPr>
          <p:grpSpPr>
            <a:xfrm>
              <a:off x="-413392" y="4041395"/>
              <a:ext cx="1126610" cy="1125375"/>
              <a:chOff x="5502275" y="4098925"/>
              <a:chExt cx="1449389" cy="1447800"/>
            </a:xfrm>
          </p:grpSpPr>
          <p:sp>
            <p:nvSpPr>
              <p:cNvPr id="795" name="Google Shape;795;p18"/>
              <p:cNvSpPr/>
              <p:nvPr/>
            </p:nvSpPr>
            <p:spPr>
              <a:xfrm>
                <a:off x="5502275" y="4098925"/>
                <a:ext cx="1449389" cy="1447800"/>
              </a:xfrm>
              <a:custGeom>
                <a:avLst/>
                <a:gdLst/>
                <a:ahLst/>
                <a:cxnLst/>
                <a:rect l="l" t="t" r="r" b="b"/>
                <a:pathLst>
                  <a:path w="859" h="858" extrusionOk="0">
                    <a:moveTo>
                      <a:pt x="430" y="858"/>
                    </a:moveTo>
                    <a:cubicBezTo>
                      <a:pt x="193" y="858"/>
                      <a:pt x="0" y="665"/>
                      <a:pt x="0" y="429"/>
                    </a:cubicBezTo>
                    <a:cubicBezTo>
                      <a:pt x="0" y="192"/>
                      <a:pt x="193" y="0"/>
                      <a:pt x="430" y="0"/>
                    </a:cubicBezTo>
                    <a:cubicBezTo>
                      <a:pt x="666" y="0"/>
                      <a:pt x="859" y="192"/>
                      <a:pt x="859" y="429"/>
                    </a:cubicBezTo>
                    <a:cubicBezTo>
                      <a:pt x="859" y="665"/>
                      <a:pt x="666" y="858"/>
                      <a:pt x="430" y="858"/>
                    </a:cubicBezTo>
                    <a:close/>
                    <a:moveTo>
                      <a:pt x="430" y="10"/>
                    </a:moveTo>
                    <a:cubicBezTo>
                      <a:pt x="199" y="10"/>
                      <a:pt x="11" y="198"/>
                      <a:pt x="11" y="429"/>
                    </a:cubicBezTo>
                    <a:cubicBezTo>
                      <a:pt x="11" y="659"/>
                      <a:pt x="199" y="847"/>
                      <a:pt x="430" y="847"/>
                    </a:cubicBezTo>
                    <a:cubicBezTo>
                      <a:pt x="660" y="847"/>
                      <a:pt x="848" y="659"/>
                      <a:pt x="848" y="429"/>
                    </a:cubicBezTo>
                    <a:cubicBezTo>
                      <a:pt x="848" y="198"/>
                      <a:pt x="660" y="10"/>
                      <a:pt x="430" y="1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6" name="Google Shape;796;p18"/>
              <p:cNvSpPr/>
              <p:nvPr/>
            </p:nvSpPr>
            <p:spPr>
              <a:xfrm>
                <a:off x="5548313" y="4143375"/>
                <a:ext cx="1357313" cy="1358900"/>
              </a:xfrm>
              <a:custGeom>
                <a:avLst/>
                <a:gdLst/>
                <a:ahLst/>
                <a:cxnLst/>
                <a:rect l="l" t="t" r="r" b="b"/>
                <a:pathLst>
                  <a:path w="805" h="805" extrusionOk="0">
                    <a:moveTo>
                      <a:pt x="403" y="805"/>
                    </a:moveTo>
                    <a:cubicBezTo>
                      <a:pt x="180" y="805"/>
                      <a:pt x="0" y="625"/>
                      <a:pt x="0" y="403"/>
                    </a:cubicBezTo>
                    <a:cubicBezTo>
                      <a:pt x="0" y="181"/>
                      <a:pt x="180" y="0"/>
                      <a:pt x="403" y="0"/>
                    </a:cubicBezTo>
                    <a:cubicBezTo>
                      <a:pt x="625" y="0"/>
                      <a:pt x="805" y="181"/>
                      <a:pt x="805" y="403"/>
                    </a:cubicBezTo>
                    <a:cubicBezTo>
                      <a:pt x="805" y="625"/>
                      <a:pt x="625" y="805"/>
                      <a:pt x="403" y="805"/>
                    </a:cubicBezTo>
                    <a:close/>
                    <a:moveTo>
                      <a:pt x="403" y="7"/>
                    </a:moveTo>
                    <a:cubicBezTo>
                      <a:pt x="184" y="7"/>
                      <a:pt x="7" y="185"/>
                      <a:pt x="7" y="403"/>
                    </a:cubicBezTo>
                    <a:cubicBezTo>
                      <a:pt x="7" y="621"/>
                      <a:pt x="184" y="798"/>
                      <a:pt x="403" y="798"/>
                    </a:cubicBezTo>
                    <a:cubicBezTo>
                      <a:pt x="621" y="798"/>
                      <a:pt x="798" y="621"/>
                      <a:pt x="798" y="403"/>
                    </a:cubicBezTo>
                    <a:cubicBezTo>
                      <a:pt x="798" y="185"/>
                      <a:pt x="621" y="7"/>
                      <a:pt x="403" y="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7" name="Google Shape;797;p18"/>
              <p:cNvSpPr/>
              <p:nvPr/>
            </p:nvSpPr>
            <p:spPr>
              <a:xfrm>
                <a:off x="5595938" y="4192588"/>
                <a:ext cx="1262063" cy="1262063"/>
              </a:xfrm>
              <a:custGeom>
                <a:avLst/>
                <a:gdLst/>
                <a:ahLst/>
                <a:cxnLst/>
                <a:rect l="l" t="t" r="r" b="b"/>
                <a:pathLst>
                  <a:path w="749" h="748" extrusionOk="0">
                    <a:moveTo>
                      <a:pt x="375" y="748"/>
                    </a:moveTo>
                    <a:cubicBezTo>
                      <a:pt x="375" y="748"/>
                      <a:pt x="375" y="748"/>
                      <a:pt x="375" y="748"/>
                    </a:cubicBezTo>
                    <a:cubicBezTo>
                      <a:pt x="372" y="748"/>
                      <a:pt x="369" y="748"/>
                      <a:pt x="366" y="748"/>
                    </a:cubicBezTo>
                    <a:cubicBezTo>
                      <a:pt x="367" y="689"/>
                      <a:pt x="367" y="689"/>
                      <a:pt x="367" y="689"/>
                    </a:cubicBezTo>
                    <a:cubicBezTo>
                      <a:pt x="370" y="689"/>
                      <a:pt x="372" y="689"/>
                      <a:pt x="375" y="689"/>
                    </a:cubicBezTo>
                    <a:lnTo>
                      <a:pt x="375" y="748"/>
                    </a:lnTo>
                    <a:close/>
                    <a:moveTo>
                      <a:pt x="382" y="748"/>
                    </a:moveTo>
                    <a:cubicBezTo>
                      <a:pt x="381" y="689"/>
                      <a:pt x="381" y="689"/>
                      <a:pt x="381" y="689"/>
                    </a:cubicBezTo>
                    <a:cubicBezTo>
                      <a:pt x="383" y="689"/>
                      <a:pt x="386" y="689"/>
                      <a:pt x="388" y="689"/>
                    </a:cubicBezTo>
                    <a:cubicBezTo>
                      <a:pt x="390" y="747"/>
                      <a:pt x="390" y="747"/>
                      <a:pt x="390" y="747"/>
                    </a:cubicBezTo>
                    <a:cubicBezTo>
                      <a:pt x="388" y="747"/>
                      <a:pt x="385" y="748"/>
                      <a:pt x="382" y="748"/>
                    </a:cubicBezTo>
                    <a:close/>
                    <a:moveTo>
                      <a:pt x="359" y="747"/>
                    </a:moveTo>
                    <a:cubicBezTo>
                      <a:pt x="356" y="747"/>
                      <a:pt x="353" y="747"/>
                      <a:pt x="350" y="747"/>
                    </a:cubicBezTo>
                    <a:cubicBezTo>
                      <a:pt x="354" y="689"/>
                      <a:pt x="354" y="689"/>
                      <a:pt x="354" y="689"/>
                    </a:cubicBezTo>
                    <a:cubicBezTo>
                      <a:pt x="356" y="689"/>
                      <a:pt x="359" y="689"/>
                      <a:pt x="361" y="689"/>
                    </a:cubicBezTo>
                    <a:lnTo>
                      <a:pt x="359" y="747"/>
                    </a:lnTo>
                    <a:close/>
                    <a:moveTo>
                      <a:pt x="398" y="747"/>
                    </a:moveTo>
                    <a:cubicBezTo>
                      <a:pt x="394" y="689"/>
                      <a:pt x="394" y="689"/>
                      <a:pt x="394" y="689"/>
                    </a:cubicBezTo>
                    <a:cubicBezTo>
                      <a:pt x="397" y="688"/>
                      <a:pt x="399" y="688"/>
                      <a:pt x="401" y="688"/>
                    </a:cubicBezTo>
                    <a:cubicBezTo>
                      <a:pt x="406" y="746"/>
                      <a:pt x="406" y="746"/>
                      <a:pt x="406" y="746"/>
                    </a:cubicBezTo>
                    <a:cubicBezTo>
                      <a:pt x="403" y="747"/>
                      <a:pt x="401" y="747"/>
                      <a:pt x="398" y="747"/>
                    </a:cubicBezTo>
                    <a:close/>
                    <a:moveTo>
                      <a:pt x="343" y="746"/>
                    </a:moveTo>
                    <a:cubicBezTo>
                      <a:pt x="340" y="746"/>
                      <a:pt x="337" y="746"/>
                      <a:pt x="334" y="746"/>
                    </a:cubicBezTo>
                    <a:cubicBezTo>
                      <a:pt x="341" y="687"/>
                      <a:pt x="341" y="687"/>
                      <a:pt x="341" y="687"/>
                    </a:cubicBezTo>
                    <a:cubicBezTo>
                      <a:pt x="343" y="688"/>
                      <a:pt x="345" y="688"/>
                      <a:pt x="348" y="688"/>
                    </a:cubicBezTo>
                    <a:lnTo>
                      <a:pt x="343" y="746"/>
                    </a:lnTo>
                    <a:close/>
                    <a:moveTo>
                      <a:pt x="414" y="746"/>
                    </a:moveTo>
                    <a:cubicBezTo>
                      <a:pt x="407" y="688"/>
                      <a:pt x="407" y="688"/>
                      <a:pt x="407" y="688"/>
                    </a:cubicBezTo>
                    <a:cubicBezTo>
                      <a:pt x="410" y="687"/>
                      <a:pt x="412" y="687"/>
                      <a:pt x="415" y="687"/>
                    </a:cubicBezTo>
                    <a:cubicBezTo>
                      <a:pt x="422" y="745"/>
                      <a:pt x="422" y="745"/>
                      <a:pt x="422" y="745"/>
                    </a:cubicBezTo>
                    <a:cubicBezTo>
                      <a:pt x="419" y="745"/>
                      <a:pt x="416" y="745"/>
                      <a:pt x="414" y="746"/>
                    </a:cubicBezTo>
                    <a:close/>
                    <a:moveTo>
                      <a:pt x="327" y="745"/>
                    </a:moveTo>
                    <a:cubicBezTo>
                      <a:pt x="324" y="744"/>
                      <a:pt x="321" y="744"/>
                      <a:pt x="319" y="744"/>
                    </a:cubicBezTo>
                    <a:cubicBezTo>
                      <a:pt x="327" y="686"/>
                      <a:pt x="327" y="686"/>
                      <a:pt x="327" y="686"/>
                    </a:cubicBezTo>
                    <a:cubicBezTo>
                      <a:pt x="330" y="686"/>
                      <a:pt x="332" y="686"/>
                      <a:pt x="334" y="687"/>
                    </a:cubicBezTo>
                    <a:lnTo>
                      <a:pt x="327" y="745"/>
                    </a:lnTo>
                    <a:close/>
                    <a:moveTo>
                      <a:pt x="429" y="744"/>
                    </a:moveTo>
                    <a:cubicBezTo>
                      <a:pt x="421" y="686"/>
                      <a:pt x="421" y="686"/>
                      <a:pt x="421" y="686"/>
                    </a:cubicBezTo>
                    <a:cubicBezTo>
                      <a:pt x="423" y="686"/>
                      <a:pt x="426" y="685"/>
                      <a:pt x="428" y="685"/>
                    </a:cubicBezTo>
                    <a:cubicBezTo>
                      <a:pt x="438" y="742"/>
                      <a:pt x="438" y="742"/>
                      <a:pt x="438" y="742"/>
                    </a:cubicBezTo>
                    <a:cubicBezTo>
                      <a:pt x="435" y="743"/>
                      <a:pt x="432" y="743"/>
                      <a:pt x="429" y="744"/>
                    </a:cubicBezTo>
                    <a:close/>
                    <a:moveTo>
                      <a:pt x="311" y="742"/>
                    </a:moveTo>
                    <a:cubicBezTo>
                      <a:pt x="309" y="742"/>
                      <a:pt x="306" y="741"/>
                      <a:pt x="303" y="741"/>
                    </a:cubicBezTo>
                    <a:cubicBezTo>
                      <a:pt x="314" y="683"/>
                      <a:pt x="314" y="683"/>
                      <a:pt x="314" y="683"/>
                    </a:cubicBezTo>
                    <a:cubicBezTo>
                      <a:pt x="316" y="684"/>
                      <a:pt x="319" y="684"/>
                      <a:pt x="321" y="685"/>
                    </a:cubicBezTo>
                    <a:lnTo>
                      <a:pt x="311" y="742"/>
                    </a:lnTo>
                    <a:close/>
                    <a:moveTo>
                      <a:pt x="445" y="741"/>
                    </a:moveTo>
                    <a:cubicBezTo>
                      <a:pt x="434" y="684"/>
                      <a:pt x="434" y="684"/>
                      <a:pt x="434" y="684"/>
                    </a:cubicBezTo>
                    <a:cubicBezTo>
                      <a:pt x="436" y="683"/>
                      <a:pt x="439" y="683"/>
                      <a:pt x="441" y="682"/>
                    </a:cubicBezTo>
                    <a:cubicBezTo>
                      <a:pt x="453" y="739"/>
                      <a:pt x="453" y="739"/>
                      <a:pt x="453" y="739"/>
                    </a:cubicBezTo>
                    <a:cubicBezTo>
                      <a:pt x="451" y="740"/>
                      <a:pt x="448" y="741"/>
                      <a:pt x="445" y="741"/>
                    </a:cubicBezTo>
                    <a:close/>
                    <a:moveTo>
                      <a:pt x="296" y="739"/>
                    </a:moveTo>
                    <a:cubicBezTo>
                      <a:pt x="293" y="739"/>
                      <a:pt x="290" y="738"/>
                      <a:pt x="287" y="737"/>
                    </a:cubicBezTo>
                    <a:cubicBezTo>
                      <a:pt x="301" y="681"/>
                      <a:pt x="301" y="681"/>
                      <a:pt x="301" y="681"/>
                    </a:cubicBezTo>
                    <a:cubicBezTo>
                      <a:pt x="303" y="681"/>
                      <a:pt x="306" y="682"/>
                      <a:pt x="308" y="682"/>
                    </a:cubicBezTo>
                    <a:lnTo>
                      <a:pt x="296" y="739"/>
                    </a:lnTo>
                    <a:close/>
                    <a:moveTo>
                      <a:pt x="460" y="738"/>
                    </a:moveTo>
                    <a:cubicBezTo>
                      <a:pt x="447" y="681"/>
                      <a:pt x="447" y="681"/>
                      <a:pt x="447" y="681"/>
                    </a:cubicBezTo>
                    <a:cubicBezTo>
                      <a:pt x="449" y="680"/>
                      <a:pt x="452" y="680"/>
                      <a:pt x="454" y="679"/>
                    </a:cubicBezTo>
                    <a:cubicBezTo>
                      <a:pt x="469" y="736"/>
                      <a:pt x="469" y="736"/>
                      <a:pt x="469" y="736"/>
                    </a:cubicBezTo>
                    <a:cubicBezTo>
                      <a:pt x="466" y="736"/>
                      <a:pt x="463" y="737"/>
                      <a:pt x="460" y="738"/>
                    </a:cubicBezTo>
                    <a:close/>
                    <a:moveTo>
                      <a:pt x="280" y="736"/>
                    </a:moveTo>
                    <a:cubicBezTo>
                      <a:pt x="278" y="735"/>
                      <a:pt x="275" y="734"/>
                      <a:pt x="272" y="733"/>
                    </a:cubicBezTo>
                    <a:cubicBezTo>
                      <a:pt x="288" y="677"/>
                      <a:pt x="288" y="677"/>
                      <a:pt x="288" y="677"/>
                    </a:cubicBezTo>
                    <a:cubicBezTo>
                      <a:pt x="290" y="678"/>
                      <a:pt x="293" y="679"/>
                      <a:pt x="295" y="679"/>
                    </a:cubicBezTo>
                    <a:lnTo>
                      <a:pt x="280" y="736"/>
                    </a:lnTo>
                    <a:close/>
                    <a:moveTo>
                      <a:pt x="476" y="734"/>
                    </a:moveTo>
                    <a:cubicBezTo>
                      <a:pt x="460" y="678"/>
                      <a:pt x="460" y="678"/>
                      <a:pt x="460" y="678"/>
                    </a:cubicBezTo>
                    <a:cubicBezTo>
                      <a:pt x="462" y="677"/>
                      <a:pt x="465" y="676"/>
                      <a:pt x="467" y="675"/>
                    </a:cubicBezTo>
                    <a:cubicBezTo>
                      <a:pt x="484" y="731"/>
                      <a:pt x="484" y="731"/>
                      <a:pt x="484" y="731"/>
                    </a:cubicBezTo>
                    <a:cubicBezTo>
                      <a:pt x="481" y="732"/>
                      <a:pt x="479" y="733"/>
                      <a:pt x="476" y="734"/>
                    </a:cubicBezTo>
                    <a:close/>
                    <a:moveTo>
                      <a:pt x="265" y="731"/>
                    </a:moveTo>
                    <a:cubicBezTo>
                      <a:pt x="262" y="731"/>
                      <a:pt x="260" y="730"/>
                      <a:pt x="257" y="729"/>
                    </a:cubicBezTo>
                    <a:cubicBezTo>
                      <a:pt x="275" y="673"/>
                      <a:pt x="275" y="673"/>
                      <a:pt x="275" y="673"/>
                    </a:cubicBezTo>
                    <a:cubicBezTo>
                      <a:pt x="278" y="674"/>
                      <a:pt x="280" y="675"/>
                      <a:pt x="282" y="676"/>
                    </a:cubicBezTo>
                    <a:lnTo>
                      <a:pt x="265" y="731"/>
                    </a:lnTo>
                    <a:close/>
                    <a:moveTo>
                      <a:pt x="491" y="729"/>
                    </a:moveTo>
                    <a:cubicBezTo>
                      <a:pt x="473" y="674"/>
                      <a:pt x="473" y="674"/>
                      <a:pt x="473" y="674"/>
                    </a:cubicBezTo>
                    <a:cubicBezTo>
                      <a:pt x="475" y="673"/>
                      <a:pt x="477" y="672"/>
                      <a:pt x="480" y="671"/>
                    </a:cubicBezTo>
                    <a:cubicBezTo>
                      <a:pt x="499" y="726"/>
                      <a:pt x="499" y="726"/>
                      <a:pt x="499" y="726"/>
                    </a:cubicBezTo>
                    <a:cubicBezTo>
                      <a:pt x="496" y="727"/>
                      <a:pt x="494" y="728"/>
                      <a:pt x="491" y="729"/>
                    </a:cubicBezTo>
                    <a:close/>
                    <a:moveTo>
                      <a:pt x="250" y="726"/>
                    </a:moveTo>
                    <a:cubicBezTo>
                      <a:pt x="247" y="725"/>
                      <a:pt x="244" y="724"/>
                      <a:pt x="242" y="723"/>
                    </a:cubicBezTo>
                    <a:cubicBezTo>
                      <a:pt x="263" y="669"/>
                      <a:pt x="263" y="669"/>
                      <a:pt x="263" y="669"/>
                    </a:cubicBezTo>
                    <a:cubicBezTo>
                      <a:pt x="265" y="670"/>
                      <a:pt x="267" y="671"/>
                      <a:pt x="269" y="671"/>
                    </a:cubicBezTo>
                    <a:lnTo>
                      <a:pt x="250" y="726"/>
                    </a:lnTo>
                    <a:close/>
                    <a:moveTo>
                      <a:pt x="506" y="724"/>
                    </a:moveTo>
                    <a:cubicBezTo>
                      <a:pt x="485" y="669"/>
                      <a:pt x="485" y="669"/>
                      <a:pt x="485" y="669"/>
                    </a:cubicBezTo>
                    <a:cubicBezTo>
                      <a:pt x="488" y="668"/>
                      <a:pt x="490" y="667"/>
                      <a:pt x="492" y="667"/>
                    </a:cubicBezTo>
                    <a:cubicBezTo>
                      <a:pt x="514" y="721"/>
                      <a:pt x="514" y="721"/>
                      <a:pt x="514" y="721"/>
                    </a:cubicBezTo>
                    <a:cubicBezTo>
                      <a:pt x="511" y="722"/>
                      <a:pt x="509" y="723"/>
                      <a:pt x="506" y="724"/>
                    </a:cubicBezTo>
                    <a:close/>
                    <a:moveTo>
                      <a:pt x="235" y="721"/>
                    </a:moveTo>
                    <a:cubicBezTo>
                      <a:pt x="232" y="720"/>
                      <a:pt x="230" y="719"/>
                      <a:pt x="227" y="718"/>
                    </a:cubicBezTo>
                    <a:cubicBezTo>
                      <a:pt x="250" y="664"/>
                      <a:pt x="250" y="664"/>
                      <a:pt x="250" y="664"/>
                    </a:cubicBezTo>
                    <a:cubicBezTo>
                      <a:pt x="252" y="665"/>
                      <a:pt x="255" y="666"/>
                      <a:pt x="257" y="667"/>
                    </a:cubicBezTo>
                    <a:lnTo>
                      <a:pt x="235" y="721"/>
                    </a:lnTo>
                    <a:close/>
                    <a:moveTo>
                      <a:pt x="521" y="718"/>
                    </a:moveTo>
                    <a:cubicBezTo>
                      <a:pt x="498" y="664"/>
                      <a:pt x="498" y="664"/>
                      <a:pt x="498" y="664"/>
                    </a:cubicBezTo>
                    <a:cubicBezTo>
                      <a:pt x="500" y="663"/>
                      <a:pt x="502" y="662"/>
                      <a:pt x="504" y="661"/>
                    </a:cubicBezTo>
                    <a:cubicBezTo>
                      <a:pt x="529" y="715"/>
                      <a:pt x="529" y="715"/>
                      <a:pt x="529" y="715"/>
                    </a:cubicBezTo>
                    <a:cubicBezTo>
                      <a:pt x="526" y="716"/>
                      <a:pt x="523" y="717"/>
                      <a:pt x="521" y="718"/>
                    </a:cubicBezTo>
                    <a:close/>
                    <a:moveTo>
                      <a:pt x="220" y="715"/>
                    </a:moveTo>
                    <a:cubicBezTo>
                      <a:pt x="218" y="713"/>
                      <a:pt x="215" y="712"/>
                      <a:pt x="213" y="711"/>
                    </a:cubicBezTo>
                    <a:cubicBezTo>
                      <a:pt x="238" y="658"/>
                      <a:pt x="238" y="658"/>
                      <a:pt x="238" y="658"/>
                    </a:cubicBezTo>
                    <a:cubicBezTo>
                      <a:pt x="240" y="659"/>
                      <a:pt x="242" y="660"/>
                      <a:pt x="245" y="661"/>
                    </a:cubicBezTo>
                    <a:lnTo>
                      <a:pt x="220" y="715"/>
                    </a:lnTo>
                    <a:close/>
                    <a:moveTo>
                      <a:pt x="535" y="712"/>
                    </a:moveTo>
                    <a:cubicBezTo>
                      <a:pt x="510" y="659"/>
                      <a:pt x="510" y="659"/>
                      <a:pt x="510" y="659"/>
                    </a:cubicBezTo>
                    <a:cubicBezTo>
                      <a:pt x="512" y="658"/>
                      <a:pt x="514" y="657"/>
                      <a:pt x="517" y="656"/>
                    </a:cubicBezTo>
                    <a:cubicBezTo>
                      <a:pt x="543" y="708"/>
                      <a:pt x="543" y="708"/>
                      <a:pt x="543" y="708"/>
                    </a:cubicBezTo>
                    <a:cubicBezTo>
                      <a:pt x="540" y="709"/>
                      <a:pt x="538" y="710"/>
                      <a:pt x="535" y="712"/>
                    </a:cubicBezTo>
                    <a:close/>
                    <a:moveTo>
                      <a:pt x="206" y="708"/>
                    </a:moveTo>
                    <a:cubicBezTo>
                      <a:pt x="203" y="706"/>
                      <a:pt x="201" y="705"/>
                      <a:pt x="198" y="704"/>
                    </a:cubicBezTo>
                    <a:cubicBezTo>
                      <a:pt x="226" y="652"/>
                      <a:pt x="226" y="652"/>
                      <a:pt x="226" y="652"/>
                    </a:cubicBezTo>
                    <a:cubicBezTo>
                      <a:pt x="228" y="653"/>
                      <a:pt x="230" y="654"/>
                      <a:pt x="232" y="656"/>
                    </a:cubicBezTo>
                    <a:lnTo>
                      <a:pt x="206" y="708"/>
                    </a:lnTo>
                    <a:close/>
                    <a:moveTo>
                      <a:pt x="549" y="704"/>
                    </a:moveTo>
                    <a:cubicBezTo>
                      <a:pt x="522" y="653"/>
                      <a:pt x="522" y="653"/>
                      <a:pt x="522" y="653"/>
                    </a:cubicBezTo>
                    <a:cubicBezTo>
                      <a:pt x="524" y="652"/>
                      <a:pt x="526" y="650"/>
                      <a:pt x="528" y="649"/>
                    </a:cubicBezTo>
                    <a:cubicBezTo>
                      <a:pt x="557" y="700"/>
                      <a:pt x="557" y="700"/>
                      <a:pt x="557" y="700"/>
                    </a:cubicBezTo>
                    <a:cubicBezTo>
                      <a:pt x="554" y="702"/>
                      <a:pt x="552" y="703"/>
                      <a:pt x="549" y="704"/>
                    </a:cubicBezTo>
                    <a:close/>
                    <a:moveTo>
                      <a:pt x="192" y="700"/>
                    </a:moveTo>
                    <a:cubicBezTo>
                      <a:pt x="189" y="699"/>
                      <a:pt x="187" y="697"/>
                      <a:pt x="184" y="696"/>
                    </a:cubicBezTo>
                    <a:cubicBezTo>
                      <a:pt x="214" y="646"/>
                      <a:pt x="214" y="646"/>
                      <a:pt x="214" y="646"/>
                    </a:cubicBezTo>
                    <a:cubicBezTo>
                      <a:pt x="216" y="647"/>
                      <a:pt x="218" y="648"/>
                      <a:pt x="221" y="649"/>
                    </a:cubicBezTo>
                    <a:lnTo>
                      <a:pt x="192" y="700"/>
                    </a:lnTo>
                    <a:close/>
                    <a:moveTo>
                      <a:pt x="563" y="697"/>
                    </a:moveTo>
                    <a:cubicBezTo>
                      <a:pt x="534" y="646"/>
                      <a:pt x="534" y="646"/>
                      <a:pt x="534" y="646"/>
                    </a:cubicBezTo>
                    <a:cubicBezTo>
                      <a:pt x="536" y="645"/>
                      <a:pt x="538" y="644"/>
                      <a:pt x="540" y="642"/>
                    </a:cubicBezTo>
                    <a:cubicBezTo>
                      <a:pt x="571" y="692"/>
                      <a:pt x="571" y="692"/>
                      <a:pt x="571" y="692"/>
                    </a:cubicBezTo>
                    <a:cubicBezTo>
                      <a:pt x="568" y="694"/>
                      <a:pt x="566" y="695"/>
                      <a:pt x="563" y="697"/>
                    </a:cubicBezTo>
                    <a:close/>
                    <a:moveTo>
                      <a:pt x="178" y="692"/>
                    </a:moveTo>
                    <a:cubicBezTo>
                      <a:pt x="176" y="691"/>
                      <a:pt x="173" y="689"/>
                      <a:pt x="171" y="688"/>
                    </a:cubicBezTo>
                    <a:cubicBezTo>
                      <a:pt x="203" y="638"/>
                      <a:pt x="203" y="638"/>
                      <a:pt x="203" y="638"/>
                    </a:cubicBezTo>
                    <a:cubicBezTo>
                      <a:pt x="205" y="640"/>
                      <a:pt x="207" y="641"/>
                      <a:pt x="209" y="642"/>
                    </a:cubicBezTo>
                    <a:lnTo>
                      <a:pt x="178" y="692"/>
                    </a:lnTo>
                    <a:close/>
                    <a:moveTo>
                      <a:pt x="577" y="688"/>
                    </a:moveTo>
                    <a:cubicBezTo>
                      <a:pt x="545" y="639"/>
                      <a:pt x="545" y="639"/>
                      <a:pt x="545" y="639"/>
                    </a:cubicBezTo>
                    <a:cubicBezTo>
                      <a:pt x="547" y="638"/>
                      <a:pt x="549" y="637"/>
                      <a:pt x="551" y="635"/>
                    </a:cubicBezTo>
                    <a:cubicBezTo>
                      <a:pt x="584" y="684"/>
                      <a:pt x="584" y="684"/>
                      <a:pt x="584" y="684"/>
                    </a:cubicBezTo>
                    <a:cubicBezTo>
                      <a:pt x="581" y="685"/>
                      <a:pt x="579" y="687"/>
                      <a:pt x="577" y="688"/>
                    </a:cubicBezTo>
                    <a:close/>
                    <a:moveTo>
                      <a:pt x="165" y="684"/>
                    </a:moveTo>
                    <a:cubicBezTo>
                      <a:pt x="163" y="682"/>
                      <a:pt x="160" y="680"/>
                      <a:pt x="158" y="679"/>
                    </a:cubicBezTo>
                    <a:cubicBezTo>
                      <a:pt x="192" y="631"/>
                      <a:pt x="192" y="631"/>
                      <a:pt x="192" y="631"/>
                    </a:cubicBezTo>
                    <a:cubicBezTo>
                      <a:pt x="194" y="632"/>
                      <a:pt x="196" y="634"/>
                      <a:pt x="198" y="635"/>
                    </a:cubicBezTo>
                    <a:lnTo>
                      <a:pt x="165" y="684"/>
                    </a:lnTo>
                    <a:close/>
                    <a:moveTo>
                      <a:pt x="590" y="680"/>
                    </a:moveTo>
                    <a:cubicBezTo>
                      <a:pt x="556" y="632"/>
                      <a:pt x="556" y="632"/>
                      <a:pt x="556" y="632"/>
                    </a:cubicBezTo>
                    <a:cubicBezTo>
                      <a:pt x="558" y="630"/>
                      <a:pt x="560" y="629"/>
                      <a:pt x="562" y="628"/>
                    </a:cubicBezTo>
                    <a:cubicBezTo>
                      <a:pt x="597" y="675"/>
                      <a:pt x="597" y="675"/>
                      <a:pt x="597" y="675"/>
                    </a:cubicBezTo>
                    <a:cubicBezTo>
                      <a:pt x="594" y="676"/>
                      <a:pt x="592" y="678"/>
                      <a:pt x="590" y="680"/>
                    </a:cubicBezTo>
                    <a:close/>
                    <a:moveTo>
                      <a:pt x="152" y="674"/>
                    </a:moveTo>
                    <a:cubicBezTo>
                      <a:pt x="150" y="673"/>
                      <a:pt x="147" y="671"/>
                      <a:pt x="145" y="669"/>
                    </a:cubicBezTo>
                    <a:cubicBezTo>
                      <a:pt x="181" y="623"/>
                      <a:pt x="181" y="623"/>
                      <a:pt x="181" y="623"/>
                    </a:cubicBezTo>
                    <a:cubicBezTo>
                      <a:pt x="183" y="624"/>
                      <a:pt x="185" y="626"/>
                      <a:pt x="187" y="627"/>
                    </a:cubicBezTo>
                    <a:lnTo>
                      <a:pt x="152" y="674"/>
                    </a:lnTo>
                    <a:close/>
                    <a:moveTo>
                      <a:pt x="603" y="670"/>
                    </a:moveTo>
                    <a:cubicBezTo>
                      <a:pt x="567" y="624"/>
                      <a:pt x="567" y="624"/>
                      <a:pt x="567" y="624"/>
                    </a:cubicBezTo>
                    <a:cubicBezTo>
                      <a:pt x="569" y="622"/>
                      <a:pt x="571" y="621"/>
                      <a:pt x="573" y="619"/>
                    </a:cubicBezTo>
                    <a:cubicBezTo>
                      <a:pt x="609" y="665"/>
                      <a:pt x="609" y="665"/>
                      <a:pt x="609" y="665"/>
                    </a:cubicBezTo>
                    <a:cubicBezTo>
                      <a:pt x="607" y="667"/>
                      <a:pt x="605" y="668"/>
                      <a:pt x="603" y="670"/>
                    </a:cubicBezTo>
                    <a:close/>
                    <a:moveTo>
                      <a:pt x="139" y="665"/>
                    </a:moveTo>
                    <a:cubicBezTo>
                      <a:pt x="137" y="663"/>
                      <a:pt x="135" y="661"/>
                      <a:pt x="133" y="659"/>
                    </a:cubicBezTo>
                    <a:cubicBezTo>
                      <a:pt x="171" y="614"/>
                      <a:pt x="171" y="614"/>
                      <a:pt x="171" y="614"/>
                    </a:cubicBezTo>
                    <a:cubicBezTo>
                      <a:pt x="172" y="616"/>
                      <a:pt x="174" y="618"/>
                      <a:pt x="176" y="619"/>
                    </a:cubicBezTo>
                    <a:lnTo>
                      <a:pt x="139" y="665"/>
                    </a:lnTo>
                    <a:close/>
                    <a:moveTo>
                      <a:pt x="615" y="660"/>
                    </a:moveTo>
                    <a:cubicBezTo>
                      <a:pt x="577" y="615"/>
                      <a:pt x="577" y="615"/>
                      <a:pt x="577" y="615"/>
                    </a:cubicBezTo>
                    <a:cubicBezTo>
                      <a:pt x="579" y="614"/>
                      <a:pt x="581" y="612"/>
                      <a:pt x="583" y="611"/>
                    </a:cubicBezTo>
                    <a:cubicBezTo>
                      <a:pt x="621" y="655"/>
                      <a:pt x="621" y="655"/>
                      <a:pt x="621" y="655"/>
                    </a:cubicBezTo>
                    <a:cubicBezTo>
                      <a:pt x="619" y="656"/>
                      <a:pt x="617" y="658"/>
                      <a:pt x="615" y="660"/>
                    </a:cubicBezTo>
                    <a:close/>
                    <a:moveTo>
                      <a:pt x="127" y="654"/>
                    </a:moveTo>
                    <a:cubicBezTo>
                      <a:pt x="125" y="652"/>
                      <a:pt x="123" y="651"/>
                      <a:pt x="121" y="649"/>
                    </a:cubicBezTo>
                    <a:cubicBezTo>
                      <a:pt x="161" y="606"/>
                      <a:pt x="161" y="606"/>
                      <a:pt x="161" y="606"/>
                    </a:cubicBezTo>
                    <a:cubicBezTo>
                      <a:pt x="162" y="607"/>
                      <a:pt x="164" y="609"/>
                      <a:pt x="166" y="610"/>
                    </a:cubicBezTo>
                    <a:lnTo>
                      <a:pt x="127" y="654"/>
                    </a:lnTo>
                    <a:close/>
                    <a:moveTo>
                      <a:pt x="627" y="650"/>
                    </a:moveTo>
                    <a:cubicBezTo>
                      <a:pt x="587" y="607"/>
                      <a:pt x="587" y="607"/>
                      <a:pt x="587" y="607"/>
                    </a:cubicBezTo>
                    <a:cubicBezTo>
                      <a:pt x="589" y="605"/>
                      <a:pt x="591" y="603"/>
                      <a:pt x="593" y="602"/>
                    </a:cubicBezTo>
                    <a:cubicBezTo>
                      <a:pt x="633" y="644"/>
                      <a:pt x="633" y="644"/>
                      <a:pt x="633" y="644"/>
                    </a:cubicBezTo>
                    <a:cubicBezTo>
                      <a:pt x="631" y="646"/>
                      <a:pt x="629" y="648"/>
                      <a:pt x="627" y="650"/>
                    </a:cubicBezTo>
                    <a:close/>
                    <a:moveTo>
                      <a:pt x="116" y="644"/>
                    </a:moveTo>
                    <a:cubicBezTo>
                      <a:pt x="114" y="642"/>
                      <a:pt x="111" y="640"/>
                      <a:pt x="109" y="638"/>
                    </a:cubicBezTo>
                    <a:cubicBezTo>
                      <a:pt x="151" y="596"/>
                      <a:pt x="151" y="596"/>
                      <a:pt x="151" y="596"/>
                    </a:cubicBezTo>
                    <a:cubicBezTo>
                      <a:pt x="153" y="598"/>
                      <a:pt x="154" y="600"/>
                      <a:pt x="156" y="601"/>
                    </a:cubicBezTo>
                    <a:lnTo>
                      <a:pt x="116" y="644"/>
                    </a:lnTo>
                    <a:close/>
                    <a:moveTo>
                      <a:pt x="638" y="639"/>
                    </a:moveTo>
                    <a:cubicBezTo>
                      <a:pt x="597" y="597"/>
                      <a:pt x="597" y="597"/>
                      <a:pt x="597" y="597"/>
                    </a:cubicBezTo>
                    <a:cubicBezTo>
                      <a:pt x="599" y="596"/>
                      <a:pt x="601" y="594"/>
                      <a:pt x="602" y="592"/>
                    </a:cubicBezTo>
                    <a:cubicBezTo>
                      <a:pt x="644" y="633"/>
                      <a:pt x="644" y="633"/>
                      <a:pt x="644" y="633"/>
                    </a:cubicBezTo>
                    <a:cubicBezTo>
                      <a:pt x="642" y="635"/>
                      <a:pt x="640" y="637"/>
                      <a:pt x="638" y="639"/>
                    </a:cubicBezTo>
                    <a:close/>
                    <a:moveTo>
                      <a:pt x="104" y="632"/>
                    </a:moveTo>
                    <a:cubicBezTo>
                      <a:pt x="102" y="630"/>
                      <a:pt x="100" y="628"/>
                      <a:pt x="98" y="626"/>
                    </a:cubicBezTo>
                    <a:cubicBezTo>
                      <a:pt x="142" y="587"/>
                      <a:pt x="142" y="587"/>
                      <a:pt x="142" y="587"/>
                    </a:cubicBezTo>
                    <a:cubicBezTo>
                      <a:pt x="143" y="588"/>
                      <a:pt x="145" y="590"/>
                      <a:pt x="147" y="592"/>
                    </a:cubicBezTo>
                    <a:lnTo>
                      <a:pt x="104" y="632"/>
                    </a:lnTo>
                    <a:close/>
                    <a:moveTo>
                      <a:pt x="649" y="627"/>
                    </a:moveTo>
                    <a:cubicBezTo>
                      <a:pt x="606" y="588"/>
                      <a:pt x="606" y="588"/>
                      <a:pt x="606" y="588"/>
                    </a:cubicBezTo>
                    <a:cubicBezTo>
                      <a:pt x="608" y="586"/>
                      <a:pt x="610" y="584"/>
                      <a:pt x="611" y="582"/>
                    </a:cubicBezTo>
                    <a:cubicBezTo>
                      <a:pt x="655" y="621"/>
                      <a:pt x="655" y="621"/>
                      <a:pt x="655" y="621"/>
                    </a:cubicBezTo>
                    <a:cubicBezTo>
                      <a:pt x="653" y="623"/>
                      <a:pt x="651" y="625"/>
                      <a:pt x="649" y="627"/>
                    </a:cubicBezTo>
                    <a:close/>
                    <a:moveTo>
                      <a:pt x="94" y="621"/>
                    </a:moveTo>
                    <a:cubicBezTo>
                      <a:pt x="92" y="619"/>
                      <a:pt x="90" y="616"/>
                      <a:pt x="88" y="614"/>
                    </a:cubicBezTo>
                    <a:cubicBezTo>
                      <a:pt x="133" y="577"/>
                      <a:pt x="133" y="577"/>
                      <a:pt x="133" y="577"/>
                    </a:cubicBezTo>
                    <a:cubicBezTo>
                      <a:pt x="134" y="578"/>
                      <a:pt x="136" y="580"/>
                      <a:pt x="138" y="582"/>
                    </a:cubicBezTo>
                    <a:lnTo>
                      <a:pt x="94" y="621"/>
                    </a:lnTo>
                    <a:close/>
                    <a:moveTo>
                      <a:pt x="660" y="616"/>
                    </a:moveTo>
                    <a:cubicBezTo>
                      <a:pt x="615" y="578"/>
                      <a:pt x="615" y="578"/>
                      <a:pt x="615" y="578"/>
                    </a:cubicBezTo>
                    <a:cubicBezTo>
                      <a:pt x="617" y="576"/>
                      <a:pt x="618" y="574"/>
                      <a:pt x="620" y="572"/>
                    </a:cubicBezTo>
                    <a:cubicBezTo>
                      <a:pt x="665" y="609"/>
                      <a:pt x="665" y="609"/>
                      <a:pt x="665" y="609"/>
                    </a:cubicBezTo>
                    <a:cubicBezTo>
                      <a:pt x="664" y="611"/>
                      <a:pt x="662" y="613"/>
                      <a:pt x="660" y="616"/>
                    </a:cubicBezTo>
                    <a:close/>
                    <a:moveTo>
                      <a:pt x="83" y="609"/>
                    </a:moveTo>
                    <a:cubicBezTo>
                      <a:pt x="82" y="606"/>
                      <a:pt x="80" y="604"/>
                      <a:pt x="78" y="602"/>
                    </a:cubicBezTo>
                    <a:cubicBezTo>
                      <a:pt x="124" y="566"/>
                      <a:pt x="124" y="566"/>
                      <a:pt x="124" y="566"/>
                    </a:cubicBezTo>
                    <a:cubicBezTo>
                      <a:pt x="126" y="568"/>
                      <a:pt x="127" y="570"/>
                      <a:pt x="129" y="572"/>
                    </a:cubicBezTo>
                    <a:lnTo>
                      <a:pt x="83" y="609"/>
                    </a:lnTo>
                    <a:close/>
                    <a:moveTo>
                      <a:pt x="670" y="603"/>
                    </a:moveTo>
                    <a:cubicBezTo>
                      <a:pt x="624" y="567"/>
                      <a:pt x="624" y="567"/>
                      <a:pt x="624" y="567"/>
                    </a:cubicBezTo>
                    <a:cubicBezTo>
                      <a:pt x="625" y="565"/>
                      <a:pt x="627" y="563"/>
                      <a:pt x="628" y="561"/>
                    </a:cubicBezTo>
                    <a:cubicBezTo>
                      <a:pt x="675" y="596"/>
                      <a:pt x="675" y="596"/>
                      <a:pt x="675" y="596"/>
                    </a:cubicBezTo>
                    <a:cubicBezTo>
                      <a:pt x="673" y="599"/>
                      <a:pt x="672" y="601"/>
                      <a:pt x="670" y="603"/>
                    </a:cubicBezTo>
                    <a:close/>
                    <a:moveTo>
                      <a:pt x="74" y="596"/>
                    </a:moveTo>
                    <a:cubicBezTo>
                      <a:pt x="72" y="594"/>
                      <a:pt x="70" y="591"/>
                      <a:pt x="69" y="589"/>
                    </a:cubicBezTo>
                    <a:cubicBezTo>
                      <a:pt x="116" y="555"/>
                      <a:pt x="116" y="555"/>
                      <a:pt x="116" y="555"/>
                    </a:cubicBezTo>
                    <a:cubicBezTo>
                      <a:pt x="118" y="557"/>
                      <a:pt x="119" y="559"/>
                      <a:pt x="121" y="561"/>
                    </a:cubicBezTo>
                    <a:lnTo>
                      <a:pt x="74" y="596"/>
                    </a:lnTo>
                    <a:close/>
                    <a:moveTo>
                      <a:pt x="679" y="590"/>
                    </a:moveTo>
                    <a:cubicBezTo>
                      <a:pt x="632" y="557"/>
                      <a:pt x="632" y="557"/>
                      <a:pt x="632" y="557"/>
                    </a:cubicBezTo>
                    <a:cubicBezTo>
                      <a:pt x="633" y="555"/>
                      <a:pt x="635" y="553"/>
                      <a:pt x="636" y="551"/>
                    </a:cubicBezTo>
                    <a:cubicBezTo>
                      <a:pt x="684" y="583"/>
                      <a:pt x="684" y="583"/>
                      <a:pt x="684" y="583"/>
                    </a:cubicBezTo>
                    <a:cubicBezTo>
                      <a:pt x="683" y="586"/>
                      <a:pt x="681" y="588"/>
                      <a:pt x="679" y="590"/>
                    </a:cubicBezTo>
                    <a:close/>
                    <a:moveTo>
                      <a:pt x="65" y="583"/>
                    </a:moveTo>
                    <a:cubicBezTo>
                      <a:pt x="63" y="581"/>
                      <a:pt x="61" y="578"/>
                      <a:pt x="60" y="576"/>
                    </a:cubicBezTo>
                    <a:cubicBezTo>
                      <a:pt x="109" y="544"/>
                      <a:pt x="109" y="544"/>
                      <a:pt x="109" y="544"/>
                    </a:cubicBezTo>
                    <a:cubicBezTo>
                      <a:pt x="110" y="546"/>
                      <a:pt x="112" y="548"/>
                      <a:pt x="113" y="550"/>
                    </a:cubicBezTo>
                    <a:lnTo>
                      <a:pt x="65" y="583"/>
                    </a:lnTo>
                    <a:close/>
                    <a:moveTo>
                      <a:pt x="688" y="577"/>
                    </a:moveTo>
                    <a:cubicBezTo>
                      <a:pt x="639" y="545"/>
                      <a:pt x="639" y="545"/>
                      <a:pt x="639" y="545"/>
                    </a:cubicBezTo>
                    <a:cubicBezTo>
                      <a:pt x="641" y="543"/>
                      <a:pt x="642" y="541"/>
                      <a:pt x="643" y="539"/>
                    </a:cubicBezTo>
                    <a:cubicBezTo>
                      <a:pt x="693" y="570"/>
                      <a:pt x="693" y="570"/>
                      <a:pt x="693" y="570"/>
                    </a:cubicBezTo>
                    <a:cubicBezTo>
                      <a:pt x="691" y="572"/>
                      <a:pt x="690" y="575"/>
                      <a:pt x="688" y="577"/>
                    </a:cubicBezTo>
                    <a:close/>
                    <a:moveTo>
                      <a:pt x="56" y="570"/>
                    </a:moveTo>
                    <a:cubicBezTo>
                      <a:pt x="54" y="567"/>
                      <a:pt x="53" y="565"/>
                      <a:pt x="52" y="562"/>
                    </a:cubicBezTo>
                    <a:cubicBezTo>
                      <a:pt x="102" y="533"/>
                      <a:pt x="102" y="533"/>
                      <a:pt x="102" y="533"/>
                    </a:cubicBezTo>
                    <a:cubicBezTo>
                      <a:pt x="103" y="535"/>
                      <a:pt x="104" y="537"/>
                      <a:pt x="106" y="539"/>
                    </a:cubicBezTo>
                    <a:lnTo>
                      <a:pt x="56" y="570"/>
                    </a:lnTo>
                    <a:close/>
                    <a:moveTo>
                      <a:pt x="697" y="564"/>
                    </a:moveTo>
                    <a:cubicBezTo>
                      <a:pt x="646" y="534"/>
                      <a:pt x="646" y="534"/>
                      <a:pt x="646" y="534"/>
                    </a:cubicBezTo>
                    <a:cubicBezTo>
                      <a:pt x="648" y="532"/>
                      <a:pt x="649" y="530"/>
                      <a:pt x="650" y="528"/>
                    </a:cubicBezTo>
                    <a:cubicBezTo>
                      <a:pt x="701" y="556"/>
                      <a:pt x="701" y="556"/>
                      <a:pt x="701" y="556"/>
                    </a:cubicBezTo>
                    <a:cubicBezTo>
                      <a:pt x="700" y="559"/>
                      <a:pt x="698" y="561"/>
                      <a:pt x="697" y="564"/>
                    </a:cubicBezTo>
                    <a:close/>
                    <a:moveTo>
                      <a:pt x="48" y="556"/>
                    </a:moveTo>
                    <a:cubicBezTo>
                      <a:pt x="47" y="554"/>
                      <a:pt x="45" y="551"/>
                      <a:pt x="44" y="549"/>
                    </a:cubicBezTo>
                    <a:cubicBezTo>
                      <a:pt x="95" y="521"/>
                      <a:pt x="95" y="521"/>
                      <a:pt x="95" y="521"/>
                    </a:cubicBezTo>
                    <a:cubicBezTo>
                      <a:pt x="97" y="523"/>
                      <a:pt x="98" y="525"/>
                      <a:pt x="99" y="528"/>
                    </a:cubicBezTo>
                    <a:lnTo>
                      <a:pt x="48" y="556"/>
                    </a:lnTo>
                    <a:close/>
                    <a:moveTo>
                      <a:pt x="704" y="550"/>
                    </a:moveTo>
                    <a:cubicBezTo>
                      <a:pt x="653" y="522"/>
                      <a:pt x="653" y="522"/>
                      <a:pt x="653" y="522"/>
                    </a:cubicBezTo>
                    <a:cubicBezTo>
                      <a:pt x="654" y="520"/>
                      <a:pt x="655" y="518"/>
                      <a:pt x="656" y="516"/>
                    </a:cubicBezTo>
                    <a:cubicBezTo>
                      <a:pt x="708" y="542"/>
                      <a:pt x="708" y="542"/>
                      <a:pt x="708" y="542"/>
                    </a:cubicBezTo>
                    <a:cubicBezTo>
                      <a:pt x="707" y="545"/>
                      <a:pt x="706" y="547"/>
                      <a:pt x="704" y="550"/>
                    </a:cubicBezTo>
                    <a:close/>
                    <a:moveTo>
                      <a:pt x="40" y="542"/>
                    </a:moveTo>
                    <a:cubicBezTo>
                      <a:pt x="39" y="540"/>
                      <a:pt x="38" y="537"/>
                      <a:pt x="37" y="534"/>
                    </a:cubicBezTo>
                    <a:cubicBezTo>
                      <a:pt x="89" y="509"/>
                      <a:pt x="89" y="509"/>
                      <a:pt x="89" y="509"/>
                    </a:cubicBezTo>
                    <a:cubicBezTo>
                      <a:pt x="91" y="511"/>
                      <a:pt x="92" y="514"/>
                      <a:pt x="93" y="516"/>
                    </a:cubicBezTo>
                    <a:lnTo>
                      <a:pt x="40" y="542"/>
                    </a:lnTo>
                    <a:close/>
                    <a:moveTo>
                      <a:pt x="712" y="536"/>
                    </a:moveTo>
                    <a:cubicBezTo>
                      <a:pt x="659" y="510"/>
                      <a:pt x="659" y="510"/>
                      <a:pt x="659" y="510"/>
                    </a:cubicBezTo>
                    <a:cubicBezTo>
                      <a:pt x="660" y="508"/>
                      <a:pt x="661" y="506"/>
                      <a:pt x="662" y="504"/>
                    </a:cubicBezTo>
                    <a:cubicBezTo>
                      <a:pt x="715" y="528"/>
                      <a:pt x="715" y="528"/>
                      <a:pt x="715" y="528"/>
                    </a:cubicBezTo>
                    <a:cubicBezTo>
                      <a:pt x="714" y="531"/>
                      <a:pt x="713" y="533"/>
                      <a:pt x="712" y="536"/>
                    </a:cubicBezTo>
                    <a:close/>
                    <a:moveTo>
                      <a:pt x="34" y="528"/>
                    </a:moveTo>
                    <a:cubicBezTo>
                      <a:pt x="32" y="525"/>
                      <a:pt x="31" y="523"/>
                      <a:pt x="30" y="520"/>
                    </a:cubicBezTo>
                    <a:cubicBezTo>
                      <a:pt x="84" y="497"/>
                      <a:pt x="84" y="497"/>
                      <a:pt x="84" y="497"/>
                    </a:cubicBezTo>
                    <a:cubicBezTo>
                      <a:pt x="85" y="499"/>
                      <a:pt x="86" y="502"/>
                      <a:pt x="87" y="504"/>
                    </a:cubicBezTo>
                    <a:lnTo>
                      <a:pt x="34" y="528"/>
                    </a:lnTo>
                    <a:close/>
                    <a:moveTo>
                      <a:pt x="718" y="521"/>
                    </a:moveTo>
                    <a:cubicBezTo>
                      <a:pt x="665" y="498"/>
                      <a:pt x="665" y="498"/>
                      <a:pt x="665" y="498"/>
                    </a:cubicBezTo>
                    <a:cubicBezTo>
                      <a:pt x="666" y="496"/>
                      <a:pt x="666" y="494"/>
                      <a:pt x="667" y="491"/>
                    </a:cubicBezTo>
                    <a:cubicBezTo>
                      <a:pt x="722" y="513"/>
                      <a:pt x="722" y="513"/>
                      <a:pt x="722" y="513"/>
                    </a:cubicBezTo>
                    <a:cubicBezTo>
                      <a:pt x="721" y="516"/>
                      <a:pt x="719" y="519"/>
                      <a:pt x="718" y="521"/>
                    </a:cubicBezTo>
                    <a:close/>
                    <a:moveTo>
                      <a:pt x="27" y="513"/>
                    </a:moveTo>
                    <a:cubicBezTo>
                      <a:pt x="26" y="511"/>
                      <a:pt x="25" y="508"/>
                      <a:pt x="24" y="505"/>
                    </a:cubicBezTo>
                    <a:cubicBezTo>
                      <a:pt x="79" y="485"/>
                      <a:pt x="79" y="485"/>
                      <a:pt x="79" y="485"/>
                    </a:cubicBezTo>
                    <a:cubicBezTo>
                      <a:pt x="80" y="487"/>
                      <a:pt x="81" y="489"/>
                      <a:pt x="82" y="491"/>
                    </a:cubicBezTo>
                    <a:lnTo>
                      <a:pt x="27" y="513"/>
                    </a:lnTo>
                    <a:close/>
                    <a:moveTo>
                      <a:pt x="724" y="506"/>
                    </a:moveTo>
                    <a:cubicBezTo>
                      <a:pt x="670" y="486"/>
                      <a:pt x="670" y="486"/>
                      <a:pt x="670" y="486"/>
                    </a:cubicBezTo>
                    <a:cubicBezTo>
                      <a:pt x="670" y="483"/>
                      <a:pt x="671" y="481"/>
                      <a:pt x="672" y="479"/>
                    </a:cubicBezTo>
                    <a:cubicBezTo>
                      <a:pt x="727" y="498"/>
                      <a:pt x="727" y="498"/>
                      <a:pt x="727" y="498"/>
                    </a:cubicBezTo>
                    <a:cubicBezTo>
                      <a:pt x="726" y="501"/>
                      <a:pt x="725" y="504"/>
                      <a:pt x="724" y="506"/>
                    </a:cubicBezTo>
                    <a:close/>
                    <a:moveTo>
                      <a:pt x="22" y="498"/>
                    </a:moveTo>
                    <a:cubicBezTo>
                      <a:pt x="21" y="496"/>
                      <a:pt x="20" y="493"/>
                      <a:pt x="19" y="490"/>
                    </a:cubicBezTo>
                    <a:cubicBezTo>
                      <a:pt x="75" y="472"/>
                      <a:pt x="75" y="472"/>
                      <a:pt x="75" y="472"/>
                    </a:cubicBezTo>
                    <a:cubicBezTo>
                      <a:pt x="75" y="474"/>
                      <a:pt x="76" y="477"/>
                      <a:pt x="77" y="479"/>
                    </a:cubicBezTo>
                    <a:lnTo>
                      <a:pt x="22" y="498"/>
                    </a:lnTo>
                    <a:close/>
                    <a:moveTo>
                      <a:pt x="730" y="491"/>
                    </a:moveTo>
                    <a:cubicBezTo>
                      <a:pt x="674" y="473"/>
                      <a:pt x="674" y="473"/>
                      <a:pt x="674" y="473"/>
                    </a:cubicBezTo>
                    <a:cubicBezTo>
                      <a:pt x="675" y="471"/>
                      <a:pt x="676" y="468"/>
                      <a:pt x="676" y="466"/>
                    </a:cubicBezTo>
                    <a:cubicBezTo>
                      <a:pt x="732" y="483"/>
                      <a:pt x="732" y="483"/>
                      <a:pt x="732" y="483"/>
                    </a:cubicBezTo>
                    <a:cubicBezTo>
                      <a:pt x="731" y="486"/>
                      <a:pt x="731" y="489"/>
                      <a:pt x="730" y="491"/>
                    </a:cubicBezTo>
                    <a:close/>
                    <a:moveTo>
                      <a:pt x="17" y="483"/>
                    </a:moveTo>
                    <a:cubicBezTo>
                      <a:pt x="16" y="481"/>
                      <a:pt x="15" y="478"/>
                      <a:pt x="14" y="475"/>
                    </a:cubicBezTo>
                    <a:cubicBezTo>
                      <a:pt x="71" y="459"/>
                      <a:pt x="71" y="459"/>
                      <a:pt x="71" y="459"/>
                    </a:cubicBezTo>
                    <a:cubicBezTo>
                      <a:pt x="71" y="462"/>
                      <a:pt x="72" y="464"/>
                      <a:pt x="73" y="466"/>
                    </a:cubicBezTo>
                    <a:lnTo>
                      <a:pt x="17" y="483"/>
                    </a:lnTo>
                    <a:close/>
                    <a:moveTo>
                      <a:pt x="734" y="476"/>
                    </a:moveTo>
                    <a:cubicBezTo>
                      <a:pt x="678" y="460"/>
                      <a:pt x="678" y="460"/>
                      <a:pt x="678" y="460"/>
                    </a:cubicBezTo>
                    <a:cubicBezTo>
                      <a:pt x="679" y="458"/>
                      <a:pt x="679" y="456"/>
                      <a:pt x="680" y="453"/>
                    </a:cubicBezTo>
                    <a:cubicBezTo>
                      <a:pt x="737" y="468"/>
                      <a:pt x="737" y="468"/>
                      <a:pt x="737" y="468"/>
                    </a:cubicBezTo>
                    <a:cubicBezTo>
                      <a:pt x="736" y="471"/>
                      <a:pt x="735" y="473"/>
                      <a:pt x="734" y="476"/>
                    </a:cubicBezTo>
                    <a:close/>
                    <a:moveTo>
                      <a:pt x="12" y="468"/>
                    </a:moveTo>
                    <a:cubicBezTo>
                      <a:pt x="12" y="465"/>
                      <a:pt x="11" y="463"/>
                      <a:pt x="10" y="460"/>
                    </a:cubicBezTo>
                    <a:cubicBezTo>
                      <a:pt x="67" y="446"/>
                      <a:pt x="67" y="446"/>
                      <a:pt x="67" y="446"/>
                    </a:cubicBezTo>
                    <a:cubicBezTo>
                      <a:pt x="68" y="449"/>
                      <a:pt x="68" y="451"/>
                      <a:pt x="69" y="453"/>
                    </a:cubicBezTo>
                    <a:lnTo>
                      <a:pt x="12" y="468"/>
                    </a:lnTo>
                    <a:close/>
                    <a:moveTo>
                      <a:pt x="738" y="461"/>
                    </a:moveTo>
                    <a:cubicBezTo>
                      <a:pt x="681" y="447"/>
                      <a:pt x="681" y="447"/>
                      <a:pt x="681" y="447"/>
                    </a:cubicBezTo>
                    <a:cubicBezTo>
                      <a:pt x="682" y="445"/>
                      <a:pt x="683" y="443"/>
                      <a:pt x="683" y="440"/>
                    </a:cubicBezTo>
                    <a:cubicBezTo>
                      <a:pt x="740" y="452"/>
                      <a:pt x="740" y="452"/>
                      <a:pt x="740" y="452"/>
                    </a:cubicBezTo>
                    <a:cubicBezTo>
                      <a:pt x="740" y="455"/>
                      <a:pt x="739" y="458"/>
                      <a:pt x="738" y="461"/>
                    </a:cubicBezTo>
                    <a:close/>
                    <a:moveTo>
                      <a:pt x="9" y="453"/>
                    </a:moveTo>
                    <a:cubicBezTo>
                      <a:pt x="8" y="450"/>
                      <a:pt x="8" y="447"/>
                      <a:pt x="7" y="444"/>
                    </a:cubicBezTo>
                    <a:cubicBezTo>
                      <a:pt x="65" y="433"/>
                      <a:pt x="65" y="433"/>
                      <a:pt x="65" y="433"/>
                    </a:cubicBezTo>
                    <a:cubicBezTo>
                      <a:pt x="65" y="436"/>
                      <a:pt x="65" y="438"/>
                      <a:pt x="66" y="440"/>
                    </a:cubicBezTo>
                    <a:lnTo>
                      <a:pt x="9" y="453"/>
                    </a:lnTo>
                    <a:close/>
                    <a:moveTo>
                      <a:pt x="742" y="445"/>
                    </a:moveTo>
                    <a:cubicBezTo>
                      <a:pt x="684" y="434"/>
                      <a:pt x="684" y="434"/>
                      <a:pt x="684" y="434"/>
                    </a:cubicBezTo>
                    <a:cubicBezTo>
                      <a:pt x="685" y="432"/>
                      <a:pt x="685" y="429"/>
                      <a:pt x="686" y="427"/>
                    </a:cubicBezTo>
                    <a:cubicBezTo>
                      <a:pt x="743" y="437"/>
                      <a:pt x="743" y="437"/>
                      <a:pt x="743" y="437"/>
                    </a:cubicBezTo>
                    <a:cubicBezTo>
                      <a:pt x="743" y="440"/>
                      <a:pt x="742" y="443"/>
                      <a:pt x="742" y="445"/>
                    </a:cubicBezTo>
                    <a:close/>
                    <a:moveTo>
                      <a:pt x="6" y="437"/>
                    </a:moveTo>
                    <a:cubicBezTo>
                      <a:pt x="5" y="434"/>
                      <a:pt x="5" y="431"/>
                      <a:pt x="4" y="429"/>
                    </a:cubicBezTo>
                    <a:cubicBezTo>
                      <a:pt x="62" y="420"/>
                      <a:pt x="62" y="420"/>
                      <a:pt x="62" y="420"/>
                    </a:cubicBezTo>
                    <a:cubicBezTo>
                      <a:pt x="63" y="422"/>
                      <a:pt x="63" y="425"/>
                      <a:pt x="63" y="427"/>
                    </a:cubicBezTo>
                    <a:lnTo>
                      <a:pt x="6" y="437"/>
                    </a:lnTo>
                    <a:close/>
                    <a:moveTo>
                      <a:pt x="744" y="430"/>
                    </a:moveTo>
                    <a:cubicBezTo>
                      <a:pt x="687" y="421"/>
                      <a:pt x="687" y="421"/>
                      <a:pt x="687" y="421"/>
                    </a:cubicBezTo>
                    <a:cubicBezTo>
                      <a:pt x="687" y="419"/>
                      <a:pt x="687" y="416"/>
                      <a:pt x="688" y="414"/>
                    </a:cubicBezTo>
                    <a:cubicBezTo>
                      <a:pt x="746" y="421"/>
                      <a:pt x="746" y="421"/>
                      <a:pt x="746" y="421"/>
                    </a:cubicBezTo>
                    <a:cubicBezTo>
                      <a:pt x="745" y="424"/>
                      <a:pt x="745" y="427"/>
                      <a:pt x="744" y="430"/>
                    </a:cubicBezTo>
                    <a:close/>
                    <a:moveTo>
                      <a:pt x="3" y="421"/>
                    </a:moveTo>
                    <a:cubicBezTo>
                      <a:pt x="3" y="418"/>
                      <a:pt x="3" y="416"/>
                      <a:pt x="2" y="413"/>
                    </a:cubicBezTo>
                    <a:cubicBezTo>
                      <a:pt x="61" y="407"/>
                      <a:pt x="61" y="407"/>
                      <a:pt x="61" y="407"/>
                    </a:cubicBezTo>
                    <a:cubicBezTo>
                      <a:pt x="61" y="409"/>
                      <a:pt x="61" y="412"/>
                      <a:pt x="61" y="414"/>
                    </a:cubicBezTo>
                    <a:lnTo>
                      <a:pt x="3" y="421"/>
                    </a:lnTo>
                    <a:close/>
                    <a:moveTo>
                      <a:pt x="746" y="414"/>
                    </a:moveTo>
                    <a:cubicBezTo>
                      <a:pt x="688" y="408"/>
                      <a:pt x="688" y="408"/>
                      <a:pt x="688" y="408"/>
                    </a:cubicBezTo>
                    <a:cubicBezTo>
                      <a:pt x="689" y="405"/>
                      <a:pt x="689" y="403"/>
                      <a:pt x="689" y="400"/>
                    </a:cubicBezTo>
                    <a:cubicBezTo>
                      <a:pt x="747" y="405"/>
                      <a:pt x="747" y="405"/>
                      <a:pt x="747" y="405"/>
                    </a:cubicBezTo>
                    <a:cubicBezTo>
                      <a:pt x="747" y="408"/>
                      <a:pt x="747" y="411"/>
                      <a:pt x="746" y="414"/>
                    </a:cubicBezTo>
                    <a:close/>
                    <a:moveTo>
                      <a:pt x="2" y="406"/>
                    </a:moveTo>
                    <a:cubicBezTo>
                      <a:pt x="2" y="403"/>
                      <a:pt x="1" y="400"/>
                      <a:pt x="1" y="397"/>
                    </a:cubicBezTo>
                    <a:cubicBezTo>
                      <a:pt x="60" y="393"/>
                      <a:pt x="60" y="393"/>
                      <a:pt x="60" y="393"/>
                    </a:cubicBezTo>
                    <a:cubicBezTo>
                      <a:pt x="60" y="396"/>
                      <a:pt x="60" y="398"/>
                      <a:pt x="60" y="401"/>
                    </a:cubicBezTo>
                    <a:lnTo>
                      <a:pt x="2" y="406"/>
                    </a:lnTo>
                    <a:close/>
                    <a:moveTo>
                      <a:pt x="748" y="398"/>
                    </a:moveTo>
                    <a:cubicBezTo>
                      <a:pt x="689" y="394"/>
                      <a:pt x="689" y="394"/>
                      <a:pt x="689" y="394"/>
                    </a:cubicBezTo>
                    <a:cubicBezTo>
                      <a:pt x="690" y="392"/>
                      <a:pt x="690" y="390"/>
                      <a:pt x="690" y="387"/>
                    </a:cubicBezTo>
                    <a:cubicBezTo>
                      <a:pt x="748" y="390"/>
                      <a:pt x="748" y="390"/>
                      <a:pt x="748" y="390"/>
                    </a:cubicBezTo>
                    <a:cubicBezTo>
                      <a:pt x="748" y="392"/>
                      <a:pt x="748" y="395"/>
                      <a:pt x="748" y="398"/>
                    </a:cubicBezTo>
                    <a:close/>
                    <a:moveTo>
                      <a:pt x="1" y="390"/>
                    </a:moveTo>
                    <a:cubicBezTo>
                      <a:pt x="1" y="387"/>
                      <a:pt x="1" y="384"/>
                      <a:pt x="1" y="381"/>
                    </a:cubicBezTo>
                    <a:cubicBezTo>
                      <a:pt x="59" y="380"/>
                      <a:pt x="59" y="380"/>
                      <a:pt x="59" y="380"/>
                    </a:cubicBezTo>
                    <a:cubicBezTo>
                      <a:pt x="59" y="382"/>
                      <a:pt x="59" y="385"/>
                      <a:pt x="59" y="387"/>
                    </a:cubicBezTo>
                    <a:lnTo>
                      <a:pt x="1" y="390"/>
                    </a:lnTo>
                    <a:close/>
                    <a:moveTo>
                      <a:pt x="748" y="382"/>
                    </a:moveTo>
                    <a:cubicBezTo>
                      <a:pt x="690" y="381"/>
                      <a:pt x="690" y="381"/>
                      <a:pt x="690" y="381"/>
                    </a:cubicBezTo>
                    <a:cubicBezTo>
                      <a:pt x="690" y="379"/>
                      <a:pt x="690" y="376"/>
                      <a:pt x="690" y="374"/>
                    </a:cubicBezTo>
                    <a:cubicBezTo>
                      <a:pt x="690" y="373"/>
                      <a:pt x="690" y="373"/>
                      <a:pt x="690" y="373"/>
                    </a:cubicBezTo>
                    <a:cubicBezTo>
                      <a:pt x="749" y="373"/>
                      <a:pt x="749" y="373"/>
                      <a:pt x="749" y="373"/>
                    </a:cubicBezTo>
                    <a:cubicBezTo>
                      <a:pt x="749" y="374"/>
                      <a:pt x="749" y="374"/>
                      <a:pt x="749" y="374"/>
                    </a:cubicBezTo>
                    <a:cubicBezTo>
                      <a:pt x="749" y="377"/>
                      <a:pt x="749" y="379"/>
                      <a:pt x="748" y="382"/>
                    </a:cubicBezTo>
                    <a:close/>
                    <a:moveTo>
                      <a:pt x="59" y="374"/>
                    </a:moveTo>
                    <a:cubicBezTo>
                      <a:pt x="42" y="374"/>
                      <a:pt x="42" y="374"/>
                      <a:pt x="42" y="374"/>
                    </a:cubicBezTo>
                    <a:cubicBezTo>
                      <a:pt x="0" y="374"/>
                      <a:pt x="0" y="374"/>
                      <a:pt x="0" y="374"/>
                    </a:cubicBezTo>
                    <a:cubicBezTo>
                      <a:pt x="0" y="374"/>
                      <a:pt x="0" y="374"/>
                      <a:pt x="0" y="374"/>
                    </a:cubicBezTo>
                    <a:cubicBezTo>
                      <a:pt x="0" y="371"/>
                      <a:pt x="0" y="368"/>
                      <a:pt x="1" y="365"/>
                    </a:cubicBezTo>
                    <a:cubicBezTo>
                      <a:pt x="59" y="367"/>
                      <a:pt x="59" y="367"/>
                      <a:pt x="59" y="367"/>
                    </a:cubicBezTo>
                    <a:cubicBezTo>
                      <a:pt x="59" y="369"/>
                      <a:pt x="59" y="371"/>
                      <a:pt x="59" y="374"/>
                    </a:cubicBezTo>
                    <a:close/>
                    <a:moveTo>
                      <a:pt x="690" y="367"/>
                    </a:moveTo>
                    <a:cubicBezTo>
                      <a:pt x="690" y="365"/>
                      <a:pt x="690" y="362"/>
                      <a:pt x="690" y="360"/>
                    </a:cubicBezTo>
                    <a:cubicBezTo>
                      <a:pt x="748" y="357"/>
                      <a:pt x="748" y="357"/>
                      <a:pt x="748" y="357"/>
                    </a:cubicBezTo>
                    <a:cubicBezTo>
                      <a:pt x="748" y="360"/>
                      <a:pt x="748" y="363"/>
                      <a:pt x="748" y="366"/>
                    </a:cubicBezTo>
                    <a:lnTo>
                      <a:pt x="690" y="367"/>
                    </a:lnTo>
                    <a:close/>
                    <a:moveTo>
                      <a:pt x="59" y="360"/>
                    </a:moveTo>
                    <a:cubicBezTo>
                      <a:pt x="1" y="358"/>
                      <a:pt x="1" y="358"/>
                      <a:pt x="1" y="358"/>
                    </a:cubicBezTo>
                    <a:cubicBezTo>
                      <a:pt x="1" y="355"/>
                      <a:pt x="1" y="352"/>
                      <a:pt x="1" y="349"/>
                    </a:cubicBezTo>
                    <a:cubicBezTo>
                      <a:pt x="60" y="353"/>
                      <a:pt x="60" y="353"/>
                      <a:pt x="60" y="353"/>
                    </a:cubicBezTo>
                    <a:cubicBezTo>
                      <a:pt x="59" y="356"/>
                      <a:pt x="59" y="358"/>
                      <a:pt x="59" y="360"/>
                    </a:cubicBezTo>
                    <a:close/>
                    <a:moveTo>
                      <a:pt x="689" y="354"/>
                    </a:moveTo>
                    <a:cubicBezTo>
                      <a:pt x="689" y="351"/>
                      <a:pt x="689" y="349"/>
                      <a:pt x="689" y="346"/>
                    </a:cubicBezTo>
                    <a:cubicBezTo>
                      <a:pt x="747" y="342"/>
                      <a:pt x="747" y="342"/>
                      <a:pt x="747" y="342"/>
                    </a:cubicBezTo>
                    <a:cubicBezTo>
                      <a:pt x="747" y="344"/>
                      <a:pt x="748" y="347"/>
                      <a:pt x="748" y="350"/>
                    </a:cubicBezTo>
                    <a:lnTo>
                      <a:pt x="689" y="354"/>
                    </a:lnTo>
                    <a:close/>
                    <a:moveTo>
                      <a:pt x="60" y="347"/>
                    </a:moveTo>
                    <a:cubicBezTo>
                      <a:pt x="2" y="342"/>
                      <a:pt x="2" y="342"/>
                      <a:pt x="2" y="342"/>
                    </a:cubicBezTo>
                    <a:cubicBezTo>
                      <a:pt x="2" y="339"/>
                      <a:pt x="2" y="336"/>
                      <a:pt x="3" y="334"/>
                    </a:cubicBezTo>
                    <a:cubicBezTo>
                      <a:pt x="61" y="340"/>
                      <a:pt x="61" y="340"/>
                      <a:pt x="61" y="340"/>
                    </a:cubicBezTo>
                    <a:cubicBezTo>
                      <a:pt x="60" y="342"/>
                      <a:pt x="60" y="345"/>
                      <a:pt x="60" y="347"/>
                    </a:cubicBezTo>
                    <a:close/>
                    <a:moveTo>
                      <a:pt x="688" y="340"/>
                    </a:moveTo>
                    <a:cubicBezTo>
                      <a:pt x="688" y="338"/>
                      <a:pt x="688" y="336"/>
                      <a:pt x="688" y="333"/>
                    </a:cubicBezTo>
                    <a:cubicBezTo>
                      <a:pt x="746" y="326"/>
                      <a:pt x="746" y="326"/>
                      <a:pt x="746" y="326"/>
                    </a:cubicBezTo>
                    <a:cubicBezTo>
                      <a:pt x="746" y="329"/>
                      <a:pt x="746" y="331"/>
                      <a:pt x="747" y="334"/>
                    </a:cubicBezTo>
                    <a:lnTo>
                      <a:pt x="688" y="340"/>
                    </a:lnTo>
                    <a:close/>
                    <a:moveTo>
                      <a:pt x="61" y="334"/>
                    </a:moveTo>
                    <a:cubicBezTo>
                      <a:pt x="3" y="326"/>
                      <a:pt x="3" y="326"/>
                      <a:pt x="3" y="326"/>
                    </a:cubicBezTo>
                    <a:cubicBezTo>
                      <a:pt x="4" y="324"/>
                      <a:pt x="4" y="321"/>
                      <a:pt x="5" y="318"/>
                    </a:cubicBezTo>
                    <a:cubicBezTo>
                      <a:pt x="62" y="327"/>
                      <a:pt x="62" y="327"/>
                      <a:pt x="62" y="327"/>
                    </a:cubicBezTo>
                    <a:cubicBezTo>
                      <a:pt x="62" y="329"/>
                      <a:pt x="62" y="331"/>
                      <a:pt x="61" y="334"/>
                    </a:cubicBezTo>
                    <a:close/>
                    <a:moveTo>
                      <a:pt x="687" y="327"/>
                    </a:moveTo>
                    <a:cubicBezTo>
                      <a:pt x="686" y="325"/>
                      <a:pt x="686" y="322"/>
                      <a:pt x="686" y="320"/>
                    </a:cubicBezTo>
                    <a:cubicBezTo>
                      <a:pt x="743" y="310"/>
                      <a:pt x="743" y="310"/>
                      <a:pt x="743" y="310"/>
                    </a:cubicBezTo>
                    <a:cubicBezTo>
                      <a:pt x="744" y="313"/>
                      <a:pt x="744" y="316"/>
                      <a:pt x="745" y="319"/>
                    </a:cubicBezTo>
                    <a:lnTo>
                      <a:pt x="687" y="327"/>
                    </a:lnTo>
                    <a:close/>
                    <a:moveTo>
                      <a:pt x="63" y="320"/>
                    </a:moveTo>
                    <a:cubicBezTo>
                      <a:pt x="6" y="311"/>
                      <a:pt x="6" y="311"/>
                      <a:pt x="6" y="311"/>
                    </a:cubicBezTo>
                    <a:cubicBezTo>
                      <a:pt x="6" y="308"/>
                      <a:pt x="7" y="305"/>
                      <a:pt x="7" y="302"/>
                    </a:cubicBezTo>
                    <a:cubicBezTo>
                      <a:pt x="65" y="313"/>
                      <a:pt x="65" y="313"/>
                      <a:pt x="65" y="313"/>
                    </a:cubicBezTo>
                    <a:cubicBezTo>
                      <a:pt x="64" y="316"/>
                      <a:pt x="64" y="318"/>
                      <a:pt x="63" y="320"/>
                    </a:cubicBezTo>
                    <a:close/>
                    <a:moveTo>
                      <a:pt x="684" y="314"/>
                    </a:moveTo>
                    <a:cubicBezTo>
                      <a:pt x="684" y="312"/>
                      <a:pt x="683" y="309"/>
                      <a:pt x="683" y="307"/>
                    </a:cubicBezTo>
                    <a:cubicBezTo>
                      <a:pt x="740" y="294"/>
                      <a:pt x="740" y="294"/>
                      <a:pt x="740" y="294"/>
                    </a:cubicBezTo>
                    <a:cubicBezTo>
                      <a:pt x="741" y="297"/>
                      <a:pt x="741" y="300"/>
                      <a:pt x="742" y="303"/>
                    </a:cubicBezTo>
                    <a:lnTo>
                      <a:pt x="684" y="314"/>
                    </a:lnTo>
                    <a:close/>
                    <a:moveTo>
                      <a:pt x="66" y="307"/>
                    </a:moveTo>
                    <a:cubicBezTo>
                      <a:pt x="9" y="295"/>
                      <a:pt x="9" y="295"/>
                      <a:pt x="9" y="295"/>
                    </a:cubicBezTo>
                    <a:cubicBezTo>
                      <a:pt x="9" y="292"/>
                      <a:pt x="10" y="289"/>
                      <a:pt x="11" y="287"/>
                    </a:cubicBezTo>
                    <a:cubicBezTo>
                      <a:pt x="68" y="300"/>
                      <a:pt x="68" y="300"/>
                      <a:pt x="68" y="300"/>
                    </a:cubicBezTo>
                    <a:cubicBezTo>
                      <a:pt x="67" y="303"/>
                      <a:pt x="66" y="305"/>
                      <a:pt x="66" y="307"/>
                    </a:cubicBezTo>
                    <a:close/>
                    <a:moveTo>
                      <a:pt x="682" y="301"/>
                    </a:moveTo>
                    <a:cubicBezTo>
                      <a:pt x="681" y="298"/>
                      <a:pt x="680" y="296"/>
                      <a:pt x="680" y="294"/>
                    </a:cubicBezTo>
                    <a:cubicBezTo>
                      <a:pt x="736" y="279"/>
                      <a:pt x="736" y="279"/>
                      <a:pt x="736" y="279"/>
                    </a:cubicBezTo>
                    <a:cubicBezTo>
                      <a:pt x="737" y="282"/>
                      <a:pt x="738" y="285"/>
                      <a:pt x="739" y="287"/>
                    </a:cubicBezTo>
                    <a:lnTo>
                      <a:pt x="682" y="301"/>
                    </a:lnTo>
                    <a:close/>
                    <a:moveTo>
                      <a:pt x="69" y="294"/>
                    </a:moveTo>
                    <a:cubicBezTo>
                      <a:pt x="12" y="280"/>
                      <a:pt x="12" y="280"/>
                      <a:pt x="12" y="280"/>
                    </a:cubicBezTo>
                    <a:cubicBezTo>
                      <a:pt x="13" y="277"/>
                      <a:pt x="14" y="274"/>
                      <a:pt x="15" y="271"/>
                    </a:cubicBezTo>
                    <a:cubicBezTo>
                      <a:pt x="71" y="287"/>
                      <a:pt x="71" y="287"/>
                      <a:pt x="71" y="287"/>
                    </a:cubicBezTo>
                    <a:cubicBezTo>
                      <a:pt x="70" y="290"/>
                      <a:pt x="70" y="292"/>
                      <a:pt x="69" y="294"/>
                    </a:cubicBezTo>
                    <a:close/>
                    <a:moveTo>
                      <a:pt x="678" y="288"/>
                    </a:moveTo>
                    <a:cubicBezTo>
                      <a:pt x="678" y="286"/>
                      <a:pt x="677" y="283"/>
                      <a:pt x="676" y="281"/>
                    </a:cubicBezTo>
                    <a:cubicBezTo>
                      <a:pt x="732" y="264"/>
                      <a:pt x="732" y="264"/>
                      <a:pt x="732" y="264"/>
                    </a:cubicBezTo>
                    <a:cubicBezTo>
                      <a:pt x="733" y="266"/>
                      <a:pt x="734" y="269"/>
                      <a:pt x="735" y="272"/>
                    </a:cubicBezTo>
                    <a:lnTo>
                      <a:pt x="678" y="288"/>
                    </a:lnTo>
                    <a:close/>
                    <a:moveTo>
                      <a:pt x="73" y="281"/>
                    </a:moveTo>
                    <a:cubicBezTo>
                      <a:pt x="17" y="264"/>
                      <a:pt x="17" y="264"/>
                      <a:pt x="17" y="264"/>
                    </a:cubicBezTo>
                    <a:cubicBezTo>
                      <a:pt x="18" y="262"/>
                      <a:pt x="18" y="259"/>
                      <a:pt x="19" y="256"/>
                    </a:cubicBezTo>
                    <a:cubicBezTo>
                      <a:pt x="75" y="274"/>
                      <a:pt x="75" y="274"/>
                      <a:pt x="75" y="274"/>
                    </a:cubicBezTo>
                    <a:cubicBezTo>
                      <a:pt x="74" y="277"/>
                      <a:pt x="73" y="279"/>
                      <a:pt x="73" y="281"/>
                    </a:cubicBezTo>
                    <a:close/>
                    <a:moveTo>
                      <a:pt x="674" y="275"/>
                    </a:moveTo>
                    <a:cubicBezTo>
                      <a:pt x="674" y="273"/>
                      <a:pt x="673" y="270"/>
                      <a:pt x="672" y="268"/>
                    </a:cubicBezTo>
                    <a:cubicBezTo>
                      <a:pt x="727" y="249"/>
                      <a:pt x="727" y="249"/>
                      <a:pt x="727" y="249"/>
                    </a:cubicBezTo>
                    <a:cubicBezTo>
                      <a:pt x="728" y="251"/>
                      <a:pt x="729" y="254"/>
                      <a:pt x="730" y="257"/>
                    </a:cubicBezTo>
                    <a:lnTo>
                      <a:pt x="674" y="275"/>
                    </a:lnTo>
                    <a:close/>
                    <a:moveTo>
                      <a:pt x="77" y="269"/>
                    </a:moveTo>
                    <a:cubicBezTo>
                      <a:pt x="22" y="249"/>
                      <a:pt x="22" y="249"/>
                      <a:pt x="22" y="249"/>
                    </a:cubicBezTo>
                    <a:cubicBezTo>
                      <a:pt x="23" y="246"/>
                      <a:pt x="24" y="244"/>
                      <a:pt x="25" y="241"/>
                    </a:cubicBezTo>
                    <a:cubicBezTo>
                      <a:pt x="79" y="262"/>
                      <a:pt x="79" y="262"/>
                      <a:pt x="79" y="262"/>
                    </a:cubicBezTo>
                    <a:cubicBezTo>
                      <a:pt x="78" y="264"/>
                      <a:pt x="78" y="266"/>
                      <a:pt x="77" y="269"/>
                    </a:cubicBezTo>
                    <a:close/>
                    <a:moveTo>
                      <a:pt x="670" y="262"/>
                    </a:moveTo>
                    <a:cubicBezTo>
                      <a:pt x="669" y="260"/>
                      <a:pt x="668" y="258"/>
                      <a:pt x="667" y="256"/>
                    </a:cubicBezTo>
                    <a:cubicBezTo>
                      <a:pt x="722" y="234"/>
                      <a:pt x="722" y="234"/>
                      <a:pt x="722" y="234"/>
                    </a:cubicBezTo>
                    <a:cubicBezTo>
                      <a:pt x="723" y="236"/>
                      <a:pt x="724" y="239"/>
                      <a:pt x="725" y="242"/>
                    </a:cubicBezTo>
                    <a:lnTo>
                      <a:pt x="670" y="262"/>
                    </a:lnTo>
                    <a:close/>
                    <a:moveTo>
                      <a:pt x="82" y="256"/>
                    </a:moveTo>
                    <a:cubicBezTo>
                      <a:pt x="27" y="234"/>
                      <a:pt x="27" y="234"/>
                      <a:pt x="27" y="234"/>
                    </a:cubicBezTo>
                    <a:cubicBezTo>
                      <a:pt x="28" y="232"/>
                      <a:pt x="29" y="229"/>
                      <a:pt x="31" y="226"/>
                    </a:cubicBezTo>
                    <a:cubicBezTo>
                      <a:pt x="84" y="249"/>
                      <a:pt x="84" y="249"/>
                      <a:pt x="84" y="249"/>
                    </a:cubicBezTo>
                    <a:cubicBezTo>
                      <a:pt x="83" y="252"/>
                      <a:pt x="82" y="254"/>
                      <a:pt x="82" y="256"/>
                    </a:cubicBezTo>
                    <a:close/>
                    <a:moveTo>
                      <a:pt x="665" y="250"/>
                    </a:moveTo>
                    <a:cubicBezTo>
                      <a:pt x="664" y="248"/>
                      <a:pt x="663" y="246"/>
                      <a:pt x="662" y="243"/>
                    </a:cubicBezTo>
                    <a:cubicBezTo>
                      <a:pt x="715" y="219"/>
                      <a:pt x="715" y="219"/>
                      <a:pt x="715" y="219"/>
                    </a:cubicBezTo>
                    <a:cubicBezTo>
                      <a:pt x="716" y="222"/>
                      <a:pt x="718" y="224"/>
                      <a:pt x="719" y="227"/>
                    </a:cubicBezTo>
                    <a:lnTo>
                      <a:pt x="665" y="250"/>
                    </a:lnTo>
                    <a:close/>
                    <a:moveTo>
                      <a:pt x="87" y="244"/>
                    </a:moveTo>
                    <a:cubicBezTo>
                      <a:pt x="34" y="220"/>
                      <a:pt x="34" y="220"/>
                      <a:pt x="34" y="220"/>
                    </a:cubicBezTo>
                    <a:cubicBezTo>
                      <a:pt x="35" y="217"/>
                      <a:pt x="36" y="214"/>
                      <a:pt x="37" y="212"/>
                    </a:cubicBezTo>
                    <a:cubicBezTo>
                      <a:pt x="90" y="237"/>
                      <a:pt x="90" y="237"/>
                      <a:pt x="90" y="237"/>
                    </a:cubicBezTo>
                    <a:cubicBezTo>
                      <a:pt x="89" y="239"/>
                      <a:pt x="88" y="242"/>
                      <a:pt x="87" y="244"/>
                    </a:cubicBezTo>
                    <a:close/>
                    <a:moveTo>
                      <a:pt x="659" y="238"/>
                    </a:moveTo>
                    <a:cubicBezTo>
                      <a:pt x="658" y="236"/>
                      <a:pt x="657" y="234"/>
                      <a:pt x="656" y="231"/>
                    </a:cubicBezTo>
                    <a:cubicBezTo>
                      <a:pt x="708" y="205"/>
                      <a:pt x="708" y="205"/>
                      <a:pt x="708" y="205"/>
                    </a:cubicBezTo>
                    <a:cubicBezTo>
                      <a:pt x="710" y="208"/>
                      <a:pt x="711" y="210"/>
                      <a:pt x="712" y="213"/>
                    </a:cubicBezTo>
                    <a:lnTo>
                      <a:pt x="659" y="238"/>
                    </a:lnTo>
                    <a:close/>
                    <a:moveTo>
                      <a:pt x="93" y="232"/>
                    </a:moveTo>
                    <a:cubicBezTo>
                      <a:pt x="40" y="205"/>
                      <a:pt x="40" y="205"/>
                      <a:pt x="40" y="205"/>
                    </a:cubicBezTo>
                    <a:cubicBezTo>
                      <a:pt x="42" y="203"/>
                      <a:pt x="43" y="200"/>
                      <a:pt x="44" y="198"/>
                    </a:cubicBezTo>
                    <a:cubicBezTo>
                      <a:pt x="96" y="225"/>
                      <a:pt x="96" y="225"/>
                      <a:pt x="96" y="225"/>
                    </a:cubicBezTo>
                    <a:cubicBezTo>
                      <a:pt x="95" y="227"/>
                      <a:pt x="94" y="229"/>
                      <a:pt x="93" y="232"/>
                    </a:cubicBezTo>
                    <a:close/>
                    <a:moveTo>
                      <a:pt x="653" y="226"/>
                    </a:moveTo>
                    <a:cubicBezTo>
                      <a:pt x="652" y="224"/>
                      <a:pt x="651" y="222"/>
                      <a:pt x="650" y="220"/>
                    </a:cubicBezTo>
                    <a:cubicBezTo>
                      <a:pt x="701" y="191"/>
                      <a:pt x="701" y="191"/>
                      <a:pt x="701" y="191"/>
                    </a:cubicBezTo>
                    <a:cubicBezTo>
                      <a:pt x="702" y="193"/>
                      <a:pt x="704" y="196"/>
                      <a:pt x="705" y="199"/>
                    </a:cubicBezTo>
                    <a:lnTo>
                      <a:pt x="653" y="226"/>
                    </a:lnTo>
                    <a:close/>
                    <a:moveTo>
                      <a:pt x="99" y="220"/>
                    </a:moveTo>
                    <a:cubicBezTo>
                      <a:pt x="48" y="191"/>
                      <a:pt x="48" y="191"/>
                      <a:pt x="48" y="191"/>
                    </a:cubicBezTo>
                    <a:cubicBezTo>
                      <a:pt x="49" y="189"/>
                      <a:pt x="51" y="186"/>
                      <a:pt x="52" y="184"/>
                    </a:cubicBezTo>
                    <a:cubicBezTo>
                      <a:pt x="103" y="213"/>
                      <a:pt x="103" y="213"/>
                      <a:pt x="103" y="213"/>
                    </a:cubicBezTo>
                    <a:cubicBezTo>
                      <a:pt x="101" y="216"/>
                      <a:pt x="100" y="218"/>
                      <a:pt x="99" y="220"/>
                    </a:cubicBezTo>
                    <a:close/>
                    <a:moveTo>
                      <a:pt x="647" y="214"/>
                    </a:moveTo>
                    <a:cubicBezTo>
                      <a:pt x="646" y="212"/>
                      <a:pt x="644" y="210"/>
                      <a:pt x="643" y="208"/>
                    </a:cubicBezTo>
                    <a:cubicBezTo>
                      <a:pt x="693" y="177"/>
                      <a:pt x="693" y="177"/>
                      <a:pt x="693" y="177"/>
                    </a:cubicBezTo>
                    <a:cubicBezTo>
                      <a:pt x="694" y="180"/>
                      <a:pt x="696" y="182"/>
                      <a:pt x="697" y="185"/>
                    </a:cubicBezTo>
                    <a:lnTo>
                      <a:pt x="647" y="214"/>
                    </a:lnTo>
                    <a:close/>
                    <a:moveTo>
                      <a:pt x="106" y="208"/>
                    </a:moveTo>
                    <a:cubicBezTo>
                      <a:pt x="56" y="178"/>
                      <a:pt x="56" y="178"/>
                      <a:pt x="56" y="178"/>
                    </a:cubicBezTo>
                    <a:cubicBezTo>
                      <a:pt x="57" y="175"/>
                      <a:pt x="59" y="173"/>
                      <a:pt x="61" y="170"/>
                    </a:cubicBezTo>
                    <a:cubicBezTo>
                      <a:pt x="110" y="202"/>
                      <a:pt x="110" y="202"/>
                      <a:pt x="110" y="202"/>
                    </a:cubicBezTo>
                    <a:cubicBezTo>
                      <a:pt x="108" y="204"/>
                      <a:pt x="107" y="206"/>
                      <a:pt x="106" y="208"/>
                    </a:cubicBezTo>
                    <a:close/>
                    <a:moveTo>
                      <a:pt x="640" y="203"/>
                    </a:moveTo>
                    <a:cubicBezTo>
                      <a:pt x="639" y="201"/>
                      <a:pt x="637" y="199"/>
                      <a:pt x="636" y="197"/>
                    </a:cubicBezTo>
                    <a:cubicBezTo>
                      <a:pt x="684" y="164"/>
                      <a:pt x="684" y="164"/>
                      <a:pt x="684" y="164"/>
                    </a:cubicBezTo>
                    <a:cubicBezTo>
                      <a:pt x="686" y="166"/>
                      <a:pt x="688" y="169"/>
                      <a:pt x="689" y="171"/>
                    </a:cubicBezTo>
                    <a:lnTo>
                      <a:pt x="640" y="203"/>
                    </a:lnTo>
                    <a:close/>
                    <a:moveTo>
                      <a:pt x="113" y="197"/>
                    </a:moveTo>
                    <a:cubicBezTo>
                      <a:pt x="65" y="164"/>
                      <a:pt x="65" y="164"/>
                      <a:pt x="65" y="164"/>
                    </a:cubicBezTo>
                    <a:cubicBezTo>
                      <a:pt x="66" y="162"/>
                      <a:pt x="68" y="159"/>
                      <a:pt x="70" y="157"/>
                    </a:cubicBezTo>
                    <a:cubicBezTo>
                      <a:pt x="117" y="191"/>
                      <a:pt x="117" y="191"/>
                      <a:pt x="117" y="191"/>
                    </a:cubicBezTo>
                    <a:cubicBezTo>
                      <a:pt x="116" y="193"/>
                      <a:pt x="114" y="195"/>
                      <a:pt x="113" y="197"/>
                    </a:cubicBezTo>
                    <a:close/>
                    <a:moveTo>
                      <a:pt x="632" y="192"/>
                    </a:moveTo>
                    <a:cubicBezTo>
                      <a:pt x="631" y="190"/>
                      <a:pt x="630" y="188"/>
                      <a:pt x="628" y="186"/>
                    </a:cubicBezTo>
                    <a:cubicBezTo>
                      <a:pt x="675" y="151"/>
                      <a:pt x="675" y="151"/>
                      <a:pt x="675" y="151"/>
                    </a:cubicBezTo>
                    <a:cubicBezTo>
                      <a:pt x="677" y="153"/>
                      <a:pt x="679" y="156"/>
                      <a:pt x="680" y="158"/>
                    </a:cubicBezTo>
                    <a:lnTo>
                      <a:pt x="632" y="192"/>
                    </a:lnTo>
                    <a:close/>
                    <a:moveTo>
                      <a:pt x="121" y="186"/>
                    </a:moveTo>
                    <a:cubicBezTo>
                      <a:pt x="74" y="151"/>
                      <a:pt x="74" y="151"/>
                      <a:pt x="74" y="151"/>
                    </a:cubicBezTo>
                    <a:cubicBezTo>
                      <a:pt x="75" y="149"/>
                      <a:pt x="77" y="147"/>
                      <a:pt x="79" y="144"/>
                    </a:cubicBezTo>
                    <a:cubicBezTo>
                      <a:pt x="125" y="180"/>
                      <a:pt x="125" y="180"/>
                      <a:pt x="125" y="180"/>
                    </a:cubicBezTo>
                    <a:cubicBezTo>
                      <a:pt x="124" y="182"/>
                      <a:pt x="122" y="184"/>
                      <a:pt x="121" y="186"/>
                    </a:cubicBezTo>
                    <a:close/>
                    <a:moveTo>
                      <a:pt x="624" y="181"/>
                    </a:moveTo>
                    <a:cubicBezTo>
                      <a:pt x="623" y="179"/>
                      <a:pt x="622" y="177"/>
                      <a:pt x="620" y="175"/>
                    </a:cubicBezTo>
                    <a:cubicBezTo>
                      <a:pt x="665" y="139"/>
                      <a:pt x="665" y="139"/>
                      <a:pt x="665" y="139"/>
                    </a:cubicBezTo>
                    <a:cubicBezTo>
                      <a:pt x="667" y="141"/>
                      <a:pt x="669" y="143"/>
                      <a:pt x="671" y="145"/>
                    </a:cubicBezTo>
                    <a:lnTo>
                      <a:pt x="624" y="181"/>
                    </a:lnTo>
                    <a:close/>
                    <a:moveTo>
                      <a:pt x="129" y="175"/>
                    </a:moveTo>
                    <a:cubicBezTo>
                      <a:pt x="83" y="139"/>
                      <a:pt x="83" y="139"/>
                      <a:pt x="83" y="139"/>
                    </a:cubicBezTo>
                    <a:cubicBezTo>
                      <a:pt x="85" y="136"/>
                      <a:pt x="87" y="134"/>
                      <a:pt x="89" y="132"/>
                    </a:cubicBezTo>
                    <a:cubicBezTo>
                      <a:pt x="134" y="170"/>
                      <a:pt x="134" y="170"/>
                      <a:pt x="134" y="170"/>
                    </a:cubicBezTo>
                    <a:cubicBezTo>
                      <a:pt x="132" y="172"/>
                      <a:pt x="130" y="174"/>
                      <a:pt x="129" y="175"/>
                    </a:cubicBezTo>
                    <a:close/>
                    <a:moveTo>
                      <a:pt x="616" y="171"/>
                    </a:moveTo>
                    <a:cubicBezTo>
                      <a:pt x="615" y="169"/>
                      <a:pt x="613" y="167"/>
                      <a:pt x="611" y="165"/>
                    </a:cubicBezTo>
                    <a:cubicBezTo>
                      <a:pt x="655" y="126"/>
                      <a:pt x="655" y="126"/>
                      <a:pt x="655" y="126"/>
                    </a:cubicBezTo>
                    <a:cubicBezTo>
                      <a:pt x="657" y="129"/>
                      <a:pt x="659" y="131"/>
                      <a:pt x="661" y="133"/>
                    </a:cubicBezTo>
                    <a:lnTo>
                      <a:pt x="616" y="171"/>
                    </a:lnTo>
                    <a:close/>
                    <a:moveTo>
                      <a:pt x="138" y="165"/>
                    </a:moveTo>
                    <a:cubicBezTo>
                      <a:pt x="94" y="127"/>
                      <a:pt x="94" y="127"/>
                      <a:pt x="94" y="127"/>
                    </a:cubicBezTo>
                    <a:cubicBezTo>
                      <a:pt x="96" y="124"/>
                      <a:pt x="98" y="122"/>
                      <a:pt x="100" y="120"/>
                    </a:cubicBezTo>
                    <a:cubicBezTo>
                      <a:pt x="142" y="160"/>
                      <a:pt x="142" y="160"/>
                      <a:pt x="142" y="160"/>
                    </a:cubicBezTo>
                    <a:cubicBezTo>
                      <a:pt x="141" y="162"/>
                      <a:pt x="139" y="163"/>
                      <a:pt x="138" y="165"/>
                    </a:cubicBezTo>
                    <a:close/>
                    <a:moveTo>
                      <a:pt x="607" y="161"/>
                    </a:moveTo>
                    <a:cubicBezTo>
                      <a:pt x="606" y="159"/>
                      <a:pt x="604" y="157"/>
                      <a:pt x="602" y="155"/>
                    </a:cubicBezTo>
                    <a:cubicBezTo>
                      <a:pt x="644" y="115"/>
                      <a:pt x="644" y="115"/>
                      <a:pt x="644" y="115"/>
                    </a:cubicBezTo>
                    <a:cubicBezTo>
                      <a:pt x="646" y="117"/>
                      <a:pt x="648" y="119"/>
                      <a:pt x="650" y="121"/>
                    </a:cubicBezTo>
                    <a:lnTo>
                      <a:pt x="607" y="161"/>
                    </a:lnTo>
                    <a:close/>
                    <a:moveTo>
                      <a:pt x="147" y="155"/>
                    </a:moveTo>
                    <a:cubicBezTo>
                      <a:pt x="104" y="115"/>
                      <a:pt x="104" y="115"/>
                      <a:pt x="104" y="115"/>
                    </a:cubicBezTo>
                    <a:cubicBezTo>
                      <a:pt x="106" y="113"/>
                      <a:pt x="108" y="111"/>
                      <a:pt x="111" y="109"/>
                    </a:cubicBezTo>
                    <a:cubicBezTo>
                      <a:pt x="152" y="150"/>
                      <a:pt x="152" y="150"/>
                      <a:pt x="152" y="150"/>
                    </a:cubicBezTo>
                    <a:cubicBezTo>
                      <a:pt x="150" y="152"/>
                      <a:pt x="148" y="154"/>
                      <a:pt x="147" y="155"/>
                    </a:cubicBezTo>
                    <a:close/>
                    <a:moveTo>
                      <a:pt x="598" y="151"/>
                    </a:moveTo>
                    <a:cubicBezTo>
                      <a:pt x="596" y="149"/>
                      <a:pt x="595" y="147"/>
                      <a:pt x="593" y="146"/>
                    </a:cubicBezTo>
                    <a:cubicBezTo>
                      <a:pt x="633" y="104"/>
                      <a:pt x="633" y="104"/>
                      <a:pt x="633" y="104"/>
                    </a:cubicBezTo>
                    <a:cubicBezTo>
                      <a:pt x="635" y="106"/>
                      <a:pt x="637" y="108"/>
                      <a:pt x="639" y="110"/>
                    </a:cubicBezTo>
                    <a:lnTo>
                      <a:pt x="598" y="151"/>
                    </a:lnTo>
                    <a:close/>
                    <a:moveTo>
                      <a:pt x="156" y="146"/>
                    </a:moveTo>
                    <a:cubicBezTo>
                      <a:pt x="116" y="104"/>
                      <a:pt x="116" y="104"/>
                      <a:pt x="116" y="104"/>
                    </a:cubicBezTo>
                    <a:cubicBezTo>
                      <a:pt x="118" y="102"/>
                      <a:pt x="120" y="100"/>
                      <a:pt x="122" y="98"/>
                    </a:cubicBezTo>
                    <a:cubicBezTo>
                      <a:pt x="161" y="141"/>
                      <a:pt x="161" y="141"/>
                      <a:pt x="161" y="141"/>
                    </a:cubicBezTo>
                    <a:cubicBezTo>
                      <a:pt x="160" y="142"/>
                      <a:pt x="158" y="144"/>
                      <a:pt x="156" y="146"/>
                    </a:cubicBezTo>
                    <a:close/>
                    <a:moveTo>
                      <a:pt x="588" y="142"/>
                    </a:moveTo>
                    <a:cubicBezTo>
                      <a:pt x="587" y="140"/>
                      <a:pt x="585" y="138"/>
                      <a:pt x="583" y="137"/>
                    </a:cubicBezTo>
                    <a:cubicBezTo>
                      <a:pt x="622" y="93"/>
                      <a:pt x="622" y="93"/>
                      <a:pt x="622" y="93"/>
                    </a:cubicBezTo>
                    <a:cubicBezTo>
                      <a:pt x="624" y="95"/>
                      <a:pt x="626" y="97"/>
                      <a:pt x="628" y="99"/>
                    </a:cubicBezTo>
                    <a:lnTo>
                      <a:pt x="588" y="142"/>
                    </a:lnTo>
                    <a:close/>
                    <a:moveTo>
                      <a:pt x="166" y="137"/>
                    </a:moveTo>
                    <a:cubicBezTo>
                      <a:pt x="127" y="93"/>
                      <a:pt x="127" y="93"/>
                      <a:pt x="127" y="93"/>
                    </a:cubicBezTo>
                    <a:cubicBezTo>
                      <a:pt x="130" y="91"/>
                      <a:pt x="132" y="89"/>
                      <a:pt x="134" y="87"/>
                    </a:cubicBezTo>
                    <a:cubicBezTo>
                      <a:pt x="172" y="132"/>
                      <a:pt x="172" y="132"/>
                      <a:pt x="172" y="132"/>
                    </a:cubicBezTo>
                    <a:cubicBezTo>
                      <a:pt x="170" y="134"/>
                      <a:pt x="168" y="135"/>
                      <a:pt x="166" y="137"/>
                    </a:cubicBezTo>
                    <a:close/>
                    <a:moveTo>
                      <a:pt x="578" y="133"/>
                    </a:moveTo>
                    <a:cubicBezTo>
                      <a:pt x="576" y="131"/>
                      <a:pt x="575" y="130"/>
                      <a:pt x="573" y="128"/>
                    </a:cubicBezTo>
                    <a:cubicBezTo>
                      <a:pt x="609" y="83"/>
                      <a:pt x="609" y="83"/>
                      <a:pt x="609" y="83"/>
                    </a:cubicBezTo>
                    <a:cubicBezTo>
                      <a:pt x="612" y="84"/>
                      <a:pt x="614" y="86"/>
                      <a:pt x="616" y="88"/>
                    </a:cubicBezTo>
                    <a:lnTo>
                      <a:pt x="578" y="133"/>
                    </a:lnTo>
                    <a:close/>
                    <a:moveTo>
                      <a:pt x="176" y="128"/>
                    </a:moveTo>
                    <a:cubicBezTo>
                      <a:pt x="139" y="83"/>
                      <a:pt x="139" y="83"/>
                      <a:pt x="139" y="83"/>
                    </a:cubicBezTo>
                    <a:cubicBezTo>
                      <a:pt x="142" y="81"/>
                      <a:pt x="144" y="79"/>
                      <a:pt x="146" y="77"/>
                    </a:cubicBezTo>
                    <a:cubicBezTo>
                      <a:pt x="182" y="124"/>
                      <a:pt x="182" y="124"/>
                      <a:pt x="182" y="124"/>
                    </a:cubicBezTo>
                    <a:cubicBezTo>
                      <a:pt x="180" y="125"/>
                      <a:pt x="178" y="127"/>
                      <a:pt x="176" y="128"/>
                    </a:cubicBezTo>
                    <a:close/>
                    <a:moveTo>
                      <a:pt x="568" y="124"/>
                    </a:moveTo>
                    <a:cubicBezTo>
                      <a:pt x="566" y="123"/>
                      <a:pt x="564" y="121"/>
                      <a:pt x="562" y="120"/>
                    </a:cubicBezTo>
                    <a:cubicBezTo>
                      <a:pt x="597" y="73"/>
                      <a:pt x="597" y="73"/>
                      <a:pt x="597" y="73"/>
                    </a:cubicBezTo>
                    <a:cubicBezTo>
                      <a:pt x="599" y="75"/>
                      <a:pt x="601" y="76"/>
                      <a:pt x="604" y="78"/>
                    </a:cubicBezTo>
                    <a:lnTo>
                      <a:pt x="568" y="124"/>
                    </a:lnTo>
                    <a:close/>
                    <a:moveTo>
                      <a:pt x="187" y="120"/>
                    </a:moveTo>
                    <a:cubicBezTo>
                      <a:pt x="152" y="73"/>
                      <a:pt x="152" y="73"/>
                      <a:pt x="152" y="73"/>
                    </a:cubicBezTo>
                    <a:cubicBezTo>
                      <a:pt x="154" y="71"/>
                      <a:pt x="157" y="70"/>
                      <a:pt x="159" y="68"/>
                    </a:cubicBezTo>
                    <a:cubicBezTo>
                      <a:pt x="193" y="116"/>
                      <a:pt x="193" y="116"/>
                      <a:pt x="193" y="116"/>
                    </a:cubicBezTo>
                    <a:cubicBezTo>
                      <a:pt x="191" y="117"/>
                      <a:pt x="189" y="118"/>
                      <a:pt x="187" y="120"/>
                    </a:cubicBezTo>
                    <a:close/>
                    <a:moveTo>
                      <a:pt x="557" y="116"/>
                    </a:moveTo>
                    <a:cubicBezTo>
                      <a:pt x="555" y="115"/>
                      <a:pt x="553" y="113"/>
                      <a:pt x="551" y="112"/>
                    </a:cubicBezTo>
                    <a:cubicBezTo>
                      <a:pt x="584" y="64"/>
                      <a:pt x="584" y="64"/>
                      <a:pt x="584" y="64"/>
                    </a:cubicBezTo>
                    <a:cubicBezTo>
                      <a:pt x="586" y="65"/>
                      <a:pt x="589" y="67"/>
                      <a:pt x="591" y="69"/>
                    </a:cubicBezTo>
                    <a:lnTo>
                      <a:pt x="557" y="116"/>
                    </a:lnTo>
                    <a:close/>
                    <a:moveTo>
                      <a:pt x="198" y="112"/>
                    </a:moveTo>
                    <a:cubicBezTo>
                      <a:pt x="165" y="64"/>
                      <a:pt x="165" y="64"/>
                      <a:pt x="165" y="64"/>
                    </a:cubicBezTo>
                    <a:cubicBezTo>
                      <a:pt x="167" y="62"/>
                      <a:pt x="170" y="61"/>
                      <a:pt x="172" y="59"/>
                    </a:cubicBezTo>
                    <a:cubicBezTo>
                      <a:pt x="204" y="108"/>
                      <a:pt x="204" y="108"/>
                      <a:pt x="204" y="108"/>
                    </a:cubicBezTo>
                    <a:cubicBezTo>
                      <a:pt x="202" y="109"/>
                      <a:pt x="200" y="111"/>
                      <a:pt x="198" y="112"/>
                    </a:cubicBezTo>
                    <a:close/>
                    <a:moveTo>
                      <a:pt x="546" y="109"/>
                    </a:moveTo>
                    <a:cubicBezTo>
                      <a:pt x="544" y="107"/>
                      <a:pt x="542" y="106"/>
                      <a:pt x="540" y="105"/>
                    </a:cubicBezTo>
                    <a:cubicBezTo>
                      <a:pt x="571" y="55"/>
                      <a:pt x="571" y="55"/>
                      <a:pt x="571" y="55"/>
                    </a:cubicBezTo>
                    <a:cubicBezTo>
                      <a:pt x="573" y="57"/>
                      <a:pt x="575" y="58"/>
                      <a:pt x="578" y="60"/>
                    </a:cubicBezTo>
                    <a:lnTo>
                      <a:pt x="546" y="109"/>
                    </a:lnTo>
                    <a:close/>
                    <a:moveTo>
                      <a:pt x="209" y="105"/>
                    </a:moveTo>
                    <a:cubicBezTo>
                      <a:pt x="178" y="55"/>
                      <a:pt x="178" y="55"/>
                      <a:pt x="178" y="55"/>
                    </a:cubicBezTo>
                    <a:cubicBezTo>
                      <a:pt x="181" y="54"/>
                      <a:pt x="183" y="52"/>
                      <a:pt x="186" y="51"/>
                    </a:cubicBezTo>
                    <a:cubicBezTo>
                      <a:pt x="215" y="101"/>
                      <a:pt x="215" y="101"/>
                      <a:pt x="215" y="101"/>
                    </a:cubicBezTo>
                    <a:cubicBezTo>
                      <a:pt x="213" y="102"/>
                      <a:pt x="211" y="104"/>
                      <a:pt x="209" y="105"/>
                    </a:cubicBezTo>
                    <a:close/>
                    <a:moveTo>
                      <a:pt x="535" y="102"/>
                    </a:moveTo>
                    <a:cubicBezTo>
                      <a:pt x="533" y="100"/>
                      <a:pt x="530" y="99"/>
                      <a:pt x="528" y="98"/>
                    </a:cubicBezTo>
                    <a:cubicBezTo>
                      <a:pt x="557" y="47"/>
                      <a:pt x="557" y="47"/>
                      <a:pt x="557" y="47"/>
                    </a:cubicBezTo>
                    <a:cubicBezTo>
                      <a:pt x="559" y="48"/>
                      <a:pt x="562" y="50"/>
                      <a:pt x="564" y="51"/>
                    </a:cubicBezTo>
                    <a:lnTo>
                      <a:pt x="535" y="102"/>
                    </a:lnTo>
                    <a:close/>
                    <a:moveTo>
                      <a:pt x="220" y="98"/>
                    </a:moveTo>
                    <a:cubicBezTo>
                      <a:pt x="192" y="47"/>
                      <a:pt x="192" y="47"/>
                      <a:pt x="192" y="47"/>
                    </a:cubicBezTo>
                    <a:cubicBezTo>
                      <a:pt x="194" y="46"/>
                      <a:pt x="197" y="44"/>
                      <a:pt x="199" y="43"/>
                    </a:cubicBezTo>
                    <a:cubicBezTo>
                      <a:pt x="227" y="95"/>
                      <a:pt x="227" y="95"/>
                      <a:pt x="227" y="95"/>
                    </a:cubicBezTo>
                    <a:cubicBezTo>
                      <a:pt x="225" y="96"/>
                      <a:pt x="223" y="97"/>
                      <a:pt x="220" y="98"/>
                    </a:cubicBezTo>
                    <a:close/>
                    <a:moveTo>
                      <a:pt x="523" y="95"/>
                    </a:moveTo>
                    <a:cubicBezTo>
                      <a:pt x="521" y="94"/>
                      <a:pt x="519" y="93"/>
                      <a:pt x="516" y="92"/>
                    </a:cubicBezTo>
                    <a:cubicBezTo>
                      <a:pt x="543" y="40"/>
                      <a:pt x="543" y="40"/>
                      <a:pt x="543" y="40"/>
                    </a:cubicBezTo>
                    <a:cubicBezTo>
                      <a:pt x="545" y="41"/>
                      <a:pt x="548" y="42"/>
                      <a:pt x="550" y="44"/>
                    </a:cubicBezTo>
                    <a:lnTo>
                      <a:pt x="523" y="95"/>
                    </a:lnTo>
                    <a:close/>
                    <a:moveTo>
                      <a:pt x="232" y="92"/>
                    </a:moveTo>
                    <a:cubicBezTo>
                      <a:pt x="206" y="40"/>
                      <a:pt x="206" y="40"/>
                      <a:pt x="206" y="40"/>
                    </a:cubicBezTo>
                    <a:cubicBezTo>
                      <a:pt x="208" y="38"/>
                      <a:pt x="211" y="37"/>
                      <a:pt x="214" y="36"/>
                    </a:cubicBezTo>
                    <a:cubicBezTo>
                      <a:pt x="239" y="89"/>
                      <a:pt x="239" y="89"/>
                      <a:pt x="239" y="89"/>
                    </a:cubicBezTo>
                    <a:cubicBezTo>
                      <a:pt x="237" y="90"/>
                      <a:pt x="234" y="91"/>
                      <a:pt x="232" y="92"/>
                    </a:cubicBezTo>
                    <a:close/>
                    <a:moveTo>
                      <a:pt x="511" y="89"/>
                    </a:moveTo>
                    <a:cubicBezTo>
                      <a:pt x="509" y="88"/>
                      <a:pt x="507" y="87"/>
                      <a:pt x="504" y="86"/>
                    </a:cubicBezTo>
                    <a:cubicBezTo>
                      <a:pt x="528" y="33"/>
                      <a:pt x="528" y="33"/>
                      <a:pt x="528" y="33"/>
                    </a:cubicBezTo>
                    <a:cubicBezTo>
                      <a:pt x="531" y="34"/>
                      <a:pt x="534" y="35"/>
                      <a:pt x="536" y="36"/>
                    </a:cubicBezTo>
                    <a:lnTo>
                      <a:pt x="511" y="89"/>
                    </a:lnTo>
                    <a:close/>
                    <a:moveTo>
                      <a:pt x="244" y="86"/>
                    </a:moveTo>
                    <a:cubicBezTo>
                      <a:pt x="220" y="33"/>
                      <a:pt x="220" y="33"/>
                      <a:pt x="220" y="33"/>
                    </a:cubicBezTo>
                    <a:cubicBezTo>
                      <a:pt x="223" y="32"/>
                      <a:pt x="225" y="31"/>
                      <a:pt x="228" y="29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49" y="84"/>
                      <a:pt x="247" y="85"/>
                      <a:pt x="244" y="86"/>
                    </a:cubicBezTo>
                    <a:close/>
                    <a:moveTo>
                      <a:pt x="499" y="83"/>
                    </a:moveTo>
                    <a:cubicBezTo>
                      <a:pt x="496" y="83"/>
                      <a:pt x="494" y="82"/>
                      <a:pt x="492" y="81"/>
                    </a:cubicBezTo>
                    <a:cubicBezTo>
                      <a:pt x="514" y="26"/>
                      <a:pt x="514" y="26"/>
                      <a:pt x="514" y="26"/>
                    </a:cubicBezTo>
                    <a:cubicBezTo>
                      <a:pt x="516" y="27"/>
                      <a:pt x="519" y="29"/>
                      <a:pt x="522" y="30"/>
                    </a:cubicBezTo>
                    <a:lnTo>
                      <a:pt x="499" y="83"/>
                    </a:lnTo>
                    <a:close/>
                    <a:moveTo>
                      <a:pt x="257" y="81"/>
                    </a:moveTo>
                    <a:cubicBezTo>
                      <a:pt x="235" y="27"/>
                      <a:pt x="235" y="27"/>
                      <a:pt x="235" y="27"/>
                    </a:cubicBezTo>
                    <a:cubicBezTo>
                      <a:pt x="237" y="26"/>
                      <a:pt x="240" y="24"/>
                      <a:pt x="243" y="23"/>
                    </a:cubicBezTo>
                    <a:cubicBezTo>
                      <a:pt x="263" y="78"/>
                      <a:pt x="263" y="78"/>
                      <a:pt x="263" y="78"/>
                    </a:cubicBezTo>
                    <a:cubicBezTo>
                      <a:pt x="261" y="79"/>
                      <a:pt x="259" y="80"/>
                      <a:pt x="257" y="81"/>
                    </a:cubicBezTo>
                    <a:close/>
                    <a:moveTo>
                      <a:pt x="486" y="78"/>
                    </a:moveTo>
                    <a:cubicBezTo>
                      <a:pt x="484" y="78"/>
                      <a:pt x="482" y="77"/>
                      <a:pt x="479" y="76"/>
                    </a:cubicBezTo>
                    <a:cubicBezTo>
                      <a:pt x="499" y="21"/>
                      <a:pt x="499" y="21"/>
                      <a:pt x="499" y="21"/>
                    </a:cubicBezTo>
                    <a:cubicBezTo>
                      <a:pt x="502" y="22"/>
                      <a:pt x="504" y="23"/>
                      <a:pt x="507" y="24"/>
                    </a:cubicBezTo>
                    <a:lnTo>
                      <a:pt x="486" y="78"/>
                    </a:lnTo>
                    <a:close/>
                    <a:moveTo>
                      <a:pt x="269" y="76"/>
                    </a:moveTo>
                    <a:cubicBezTo>
                      <a:pt x="250" y="21"/>
                      <a:pt x="250" y="21"/>
                      <a:pt x="250" y="21"/>
                    </a:cubicBezTo>
                    <a:cubicBezTo>
                      <a:pt x="252" y="20"/>
                      <a:pt x="255" y="19"/>
                      <a:pt x="258" y="18"/>
                    </a:cubicBezTo>
                    <a:cubicBezTo>
                      <a:pt x="276" y="74"/>
                      <a:pt x="276" y="74"/>
                      <a:pt x="276" y="74"/>
                    </a:cubicBezTo>
                    <a:cubicBezTo>
                      <a:pt x="274" y="75"/>
                      <a:pt x="271" y="75"/>
                      <a:pt x="269" y="76"/>
                    </a:cubicBezTo>
                    <a:close/>
                    <a:moveTo>
                      <a:pt x="474" y="74"/>
                    </a:moveTo>
                    <a:cubicBezTo>
                      <a:pt x="471" y="73"/>
                      <a:pt x="469" y="72"/>
                      <a:pt x="467" y="72"/>
                    </a:cubicBezTo>
                    <a:cubicBezTo>
                      <a:pt x="484" y="16"/>
                      <a:pt x="484" y="16"/>
                      <a:pt x="484" y="16"/>
                    </a:cubicBezTo>
                    <a:cubicBezTo>
                      <a:pt x="486" y="17"/>
                      <a:pt x="489" y="18"/>
                      <a:pt x="492" y="18"/>
                    </a:cubicBezTo>
                    <a:lnTo>
                      <a:pt x="474" y="74"/>
                    </a:lnTo>
                    <a:close/>
                    <a:moveTo>
                      <a:pt x="282" y="72"/>
                    </a:moveTo>
                    <a:cubicBezTo>
                      <a:pt x="265" y="16"/>
                      <a:pt x="265" y="16"/>
                      <a:pt x="265" y="16"/>
                    </a:cubicBezTo>
                    <a:cubicBezTo>
                      <a:pt x="267" y="15"/>
                      <a:pt x="270" y="14"/>
                      <a:pt x="273" y="14"/>
                    </a:cubicBezTo>
                    <a:cubicBezTo>
                      <a:pt x="289" y="70"/>
                      <a:pt x="289" y="70"/>
                      <a:pt x="289" y="70"/>
                    </a:cubicBezTo>
                    <a:cubicBezTo>
                      <a:pt x="286" y="71"/>
                      <a:pt x="284" y="71"/>
                      <a:pt x="282" y="72"/>
                    </a:cubicBezTo>
                    <a:close/>
                    <a:moveTo>
                      <a:pt x="461" y="70"/>
                    </a:moveTo>
                    <a:cubicBezTo>
                      <a:pt x="458" y="69"/>
                      <a:pt x="456" y="69"/>
                      <a:pt x="454" y="68"/>
                    </a:cubicBezTo>
                    <a:cubicBezTo>
                      <a:pt x="468" y="12"/>
                      <a:pt x="468" y="12"/>
                      <a:pt x="468" y="12"/>
                    </a:cubicBezTo>
                    <a:cubicBezTo>
                      <a:pt x="471" y="12"/>
                      <a:pt x="474" y="13"/>
                      <a:pt x="477" y="14"/>
                    </a:cubicBezTo>
                    <a:lnTo>
                      <a:pt x="461" y="70"/>
                    </a:lnTo>
                    <a:close/>
                    <a:moveTo>
                      <a:pt x="295" y="68"/>
                    </a:moveTo>
                    <a:cubicBezTo>
                      <a:pt x="280" y="12"/>
                      <a:pt x="280" y="12"/>
                      <a:pt x="280" y="12"/>
                    </a:cubicBezTo>
                    <a:cubicBezTo>
                      <a:pt x="283" y="11"/>
                      <a:pt x="286" y="10"/>
                      <a:pt x="288" y="10"/>
                    </a:cubicBezTo>
                    <a:cubicBezTo>
                      <a:pt x="302" y="67"/>
                      <a:pt x="302" y="67"/>
                      <a:pt x="302" y="67"/>
                    </a:cubicBezTo>
                    <a:cubicBezTo>
                      <a:pt x="299" y="67"/>
                      <a:pt x="297" y="68"/>
                      <a:pt x="295" y="68"/>
                    </a:cubicBezTo>
                    <a:close/>
                    <a:moveTo>
                      <a:pt x="448" y="67"/>
                    </a:moveTo>
                    <a:cubicBezTo>
                      <a:pt x="445" y="66"/>
                      <a:pt x="443" y="66"/>
                      <a:pt x="441" y="65"/>
                    </a:cubicBezTo>
                    <a:cubicBezTo>
                      <a:pt x="453" y="8"/>
                      <a:pt x="453" y="8"/>
                      <a:pt x="453" y="8"/>
                    </a:cubicBezTo>
                    <a:cubicBezTo>
                      <a:pt x="456" y="8"/>
                      <a:pt x="459" y="9"/>
                      <a:pt x="461" y="10"/>
                    </a:cubicBezTo>
                    <a:lnTo>
                      <a:pt x="448" y="67"/>
                    </a:lnTo>
                    <a:close/>
                    <a:moveTo>
                      <a:pt x="308" y="65"/>
                    </a:moveTo>
                    <a:cubicBezTo>
                      <a:pt x="295" y="8"/>
                      <a:pt x="295" y="8"/>
                      <a:pt x="295" y="8"/>
                    </a:cubicBezTo>
                    <a:cubicBezTo>
                      <a:pt x="298" y="7"/>
                      <a:pt x="301" y="7"/>
                      <a:pt x="304" y="6"/>
                    </a:cubicBezTo>
                    <a:cubicBezTo>
                      <a:pt x="315" y="64"/>
                      <a:pt x="315" y="64"/>
                      <a:pt x="315" y="64"/>
                    </a:cubicBezTo>
                    <a:cubicBezTo>
                      <a:pt x="312" y="64"/>
                      <a:pt x="310" y="65"/>
                      <a:pt x="308" y="65"/>
                    </a:cubicBezTo>
                    <a:close/>
                    <a:moveTo>
                      <a:pt x="435" y="64"/>
                    </a:moveTo>
                    <a:cubicBezTo>
                      <a:pt x="432" y="63"/>
                      <a:pt x="430" y="63"/>
                      <a:pt x="428" y="63"/>
                    </a:cubicBezTo>
                    <a:cubicBezTo>
                      <a:pt x="437" y="5"/>
                      <a:pt x="437" y="5"/>
                      <a:pt x="437" y="5"/>
                    </a:cubicBezTo>
                    <a:cubicBezTo>
                      <a:pt x="440" y="5"/>
                      <a:pt x="443" y="6"/>
                      <a:pt x="446" y="6"/>
                    </a:cubicBezTo>
                    <a:lnTo>
                      <a:pt x="435" y="64"/>
                    </a:lnTo>
                    <a:close/>
                    <a:moveTo>
                      <a:pt x="321" y="63"/>
                    </a:moveTo>
                    <a:cubicBezTo>
                      <a:pt x="311" y="5"/>
                      <a:pt x="311" y="5"/>
                      <a:pt x="311" y="5"/>
                    </a:cubicBezTo>
                    <a:cubicBezTo>
                      <a:pt x="314" y="5"/>
                      <a:pt x="317" y="4"/>
                      <a:pt x="320" y="4"/>
                    </a:cubicBezTo>
                    <a:cubicBezTo>
                      <a:pt x="328" y="61"/>
                      <a:pt x="328" y="61"/>
                      <a:pt x="328" y="61"/>
                    </a:cubicBezTo>
                    <a:cubicBezTo>
                      <a:pt x="326" y="62"/>
                      <a:pt x="323" y="62"/>
                      <a:pt x="321" y="63"/>
                    </a:cubicBezTo>
                    <a:close/>
                    <a:moveTo>
                      <a:pt x="422" y="62"/>
                    </a:moveTo>
                    <a:cubicBezTo>
                      <a:pt x="419" y="61"/>
                      <a:pt x="417" y="61"/>
                      <a:pt x="414" y="61"/>
                    </a:cubicBezTo>
                    <a:cubicBezTo>
                      <a:pt x="422" y="3"/>
                      <a:pt x="422" y="3"/>
                      <a:pt x="422" y="3"/>
                    </a:cubicBezTo>
                    <a:cubicBezTo>
                      <a:pt x="424" y="3"/>
                      <a:pt x="427" y="3"/>
                      <a:pt x="430" y="4"/>
                    </a:cubicBezTo>
                    <a:lnTo>
                      <a:pt x="422" y="62"/>
                    </a:lnTo>
                    <a:close/>
                    <a:moveTo>
                      <a:pt x="334" y="61"/>
                    </a:moveTo>
                    <a:cubicBezTo>
                      <a:pt x="327" y="3"/>
                      <a:pt x="327" y="3"/>
                      <a:pt x="327" y="3"/>
                    </a:cubicBezTo>
                    <a:cubicBezTo>
                      <a:pt x="330" y="2"/>
                      <a:pt x="332" y="2"/>
                      <a:pt x="335" y="2"/>
                    </a:cubicBezTo>
                    <a:cubicBezTo>
                      <a:pt x="341" y="60"/>
                      <a:pt x="341" y="60"/>
                      <a:pt x="341" y="60"/>
                    </a:cubicBezTo>
                    <a:cubicBezTo>
                      <a:pt x="339" y="60"/>
                      <a:pt x="337" y="60"/>
                      <a:pt x="334" y="61"/>
                    </a:cubicBezTo>
                    <a:close/>
                    <a:moveTo>
                      <a:pt x="408" y="60"/>
                    </a:moveTo>
                    <a:cubicBezTo>
                      <a:pt x="406" y="60"/>
                      <a:pt x="403" y="59"/>
                      <a:pt x="401" y="59"/>
                    </a:cubicBezTo>
                    <a:cubicBezTo>
                      <a:pt x="406" y="1"/>
                      <a:pt x="406" y="1"/>
                      <a:pt x="406" y="1"/>
                    </a:cubicBezTo>
                    <a:cubicBezTo>
                      <a:pt x="409" y="1"/>
                      <a:pt x="412" y="1"/>
                      <a:pt x="414" y="2"/>
                    </a:cubicBezTo>
                    <a:lnTo>
                      <a:pt x="408" y="60"/>
                    </a:lnTo>
                    <a:close/>
                    <a:moveTo>
                      <a:pt x="347" y="59"/>
                    </a:moveTo>
                    <a:cubicBezTo>
                      <a:pt x="342" y="1"/>
                      <a:pt x="342" y="1"/>
                      <a:pt x="342" y="1"/>
                    </a:cubicBezTo>
                    <a:cubicBezTo>
                      <a:pt x="345" y="1"/>
                      <a:pt x="348" y="1"/>
                      <a:pt x="351" y="0"/>
                    </a:cubicBezTo>
                    <a:cubicBezTo>
                      <a:pt x="355" y="59"/>
                      <a:pt x="355" y="59"/>
                      <a:pt x="355" y="59"/>
                    </a:cubicBezTo>
                    <a:cubicBezTo>
                      <a:pt x="352" y="59"/>
                      <a:pt x="350" y="59"/>
                      <a:pt x="347" y="59"/>
                    </a:cubicBezTo>
                    <a:close/>
                    <a:moveTo>
                      <a:pt x="395" y="59"/>
                    </a:moveTo>
                    <a:cubicBezTo>
                      <a:pt x="392" y="59"/>
                      <a:pt x="390" y="58"/>
                      <a:pt x="388" y="58"/>
                    </a:cubicBezTo>
                    <a:cubicBezTo>
                      <a:pt x="390" y="0"/>
                      <a:pt x="390" y="0"/>
                      <a:pt x="390" y="0"/>
                    </a:cubicBezTo>
                    <a:cubicBezTo>
                      <a:pt x="393" y="0"/>
                      <a:pt x="396" y="0"/>
                      <a:pt x="399" y="0"/>
                    </a:cubicBezTo>
                    <a:lnTo>
                      <a:pt x="395" y="59"/>
                    </a:lnTo>
                    <a:close/>
                    <a:moveTo>
                      <a:pt x="361" y="58"/>
                    </a:moveTo>
                    <a:cubicBezTo>
                      <a:pt x="358" y="0"/>
                      <a:pt x="358" y="0"/>
                      <a:pt x="358" y="0"/>
                    </a:cubicBezTo>
                    <a:cubicBezTo>
                      <a:pt x="361" y="0"/>
                      <a:pt x="364" y="0"/>
                      <a:pt x="367" y="0"/>
                    </a:cubicBezTo>
                    <a:cubicBezTo>
                      <a:pt x="368" y="58"/>
                      <a:pt x="368" y="58"/>
                      <a:pt x="368" y="58"/>
                    </a:cubicBezTo>
                    <a:cubicBezTo>
                      <a:pt x="366" y="58"/>
                      <a:pt x="363" y="58"/>
                      <a:pt x="361" y="58"/>
                    </a:cubicBezTo>
                    <a:close/>
                    <a:moveTo>
                      <a:pt x="382" y="58"/>
                    </a:moveTo>
                    <a:cubicBezTo>
                      <a:pt x="379" y="58"/>
                      <a:pt x="377" y="58"/>
                      <a:pt x="375" y="58"/>
                    </a:cubicBezTo>
                    <a:cubicBezTo>
                      <a:pt x="374" y="58"/>
                      <a:pt x="374" y="58"/>
                      <a:pt x="374" y="58"/>
                    </a:cubicBezTo>
                    <a:cubicBezTo>
                      <a:pt x="374" y="23"/>
                      <a:pt x="374" y="23"/>
                      <a:pt x="374" y="23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7" y="0"/>
                      <a:pt x="380" y="0"/>
                      <a:pt x="383" y="0"/>
                    </a:cubicBezTo>
                    <a:lnTo>
                      <a:pt x="382" y="58"/>
                    </a:lnTo>
                    <a:close/>
                    <a:moveTo>
                      <a:pt x="374" y="23"/>
                    </a:moveTo>
                    <a:cubicBezTo>
                      <a:pt x="374" y="29"/>
                      <a:pt x="374" y="29"/>
                      <a:pt x="374" y="29"/>
                    </a:cubicBezTo>
                    <a:cubicBezTo>
                      <a:pt x="374" y="24"/>
                      <a:pt x="374" y="24"/>
                      <a:pt x="374" y="24"/>
                    </a:cubicBezTo>
                    <a:lnTo>
                      <a:pt x="374" y="23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8" name="Google Shape;798;p18"/>
              <p:cNvSpPr/>
              <p:nvPr/>
            </p:nvSpPr>
            <p:spPr>
              <a:xfrm>
                <a:off x="5734050" y="4329113"/>
                <a:ext cx="985838" cy="987424"/>
              </a:xfrm>
              <a:custGeom>
                <a:avLst/>
                <a:gdLst/>
                <a:ahLst/>
                <a:cxnLst/>
                <a:rect l="l" t="t" r="r" b="b"/>
                <a:pathLst>
                  <a:path w="585" h="585" extrusionOk="0">
                    <a:moveTo>
                      <a:pt x="293" y="585"/>
                    </a:moveTo>
                    <a:cubicBezTo>
                      <a:pt x="131" y="585"/>
                      <a:pt x="0" y="454"/>
                      <a:pt x="0" y="293"/>
                    </a:cubicBezTo>
                    <a:cubicBezTo>
                      <a:pt x="0" y="131"/>
                      <a:pt x="131" y="0"/>
                      <a:pt x="293" y="0"/>
                    </a:cubicBezTo>
                    <a:cubicBezTo>
                      <a:pt x="454" y="0"/>
                      <a:pt x="585" y="131"/>
                      <a:pt x="585" y="293"/>
                    </a:cubicBezTo>
                    <a:cubicBezTo>
                      <a:pt x="585" y="454"/>
                      <a:pt x="454" y="585"/>
                      <a:pt x="293" y="585"/>
                    </a:cubicBezTo>
                    <a:close/>
                    <a:moveTo>
                      <a:pt x="293" y="5"/>
                    </a:moveTo>
                    <a:cubicBezTo>
                      <a:pt x="134" y="5"/>
                      <a:pt x="5" y="134"/>
                      <a:pt x="5" y="293"/>
                    </a:cubicBezTo>
                    <a:cubicBezTo>
                      <a:pt x="5" y="451"/>
                      <a:pt x="134" y="580"/>
                      <a:pt x="293" y="580"/>
                    </a:cubicBezTo>
                    <a:cubicBezTo>
                      <a:pt x="451" y="580"/>
                      <a:pt x="580" y="451"/>
                      <a:pt x="580" y="293"/>
                    </a:cubicBezTo>
                    <a:cubicBezTo>
                      <a:pt x="580" y="134"/>
                      <a:pt x="451" y="5"/>
                      <a:pt x="293" y="5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9" name="Google Shape;799;p18"/>
              <p:cNvSpPr/>
              <p:nvPr/>
            </p:nvSpPr>
            <p:spPr>
              <a:xfrm>
                <a:off x="5738813" y="4333875"/>
                <a:ext cx="974725" cy="976313"/>
              </a:xfrm>
              <a:custGeom>
                <a:avLst/>
                <a:gdLst/>
                <a:ahLst/>
                <a:cxnLst/>
                <a:rect l="l" t="t" r="r" b="b"/>
                <a:pathLst>
                  <a:path w="578" h="579" extrusionOk="0">
                    <a:moveTo>
                      <a:pt x="290" y="0"/>
                    </a:moveTo>
                    <a:cubicBezTo>
                      <a:pt x="289" y="0"/>
                      <a:pt x="289" y="0"/>
                      <a:pt x="289" y="0"/>
                    </a:cubicBezTo>
                    <a:cubicBezTo>
                      <a:pt x="289" y="0"/>
                      <a:pt x="289" y="0"/>
                      <a:pt x="289" y="0"/>
                    </a:cubicBezTo>
                    <a:cubicBezTo>
                      <a:pt x="289" y="0"/>
                      <a:pt x="289" y="0"/>
                      <a:pt x="289" y="0"/>
                    </a:cubicBezTo>
                    <a:cubicBezTo>
                      <a:pt x="289" y="0"/>
                      <a:pt x="289" y="0"/>
                      <a:pt x="289" y="0"/>
                    </a:cubicBezTo>
                    <a:cubicBezTo>
                      <a:pt x="289" y="0"/>
                      <a:pt x="289" y="0"/>
                      <a:pt x="289" y="0"/>
                    </a:cubicBezTo>
                    <a:cubicBezTo>
                      <a:pt x="288" y="0"/>
                      <a:pt x="287" y="0"/>
                      <a:pt x="287" y="0"/>
                    </a:cubicBezTo>
                    <a:cubicBezTo>
                      <a:pt x="287" y="49"/>
                      <a:pt x="287" y="49"/>
                      <a:pt x="287" y="49"/>
                    </a:cubicBezTo>
                    <a:cubicBezTo>
                      <a:pt x="288" y="49"/>
                      <a:pt x="289" y="49"/>
                      <a:pt x="290" y="49"/>
                    </a:cubicBezTo>
                    <a:lnTo>
                      <a:pt x="290" y="0"/>
                    </a:lnTo>
                    <a:close/>
                    <a:moveTo>
                      <a:pt x="234" y="5"/>
                    </a:moveTo>
                    <a:cubicBezTo>
                      <a:pt x="233" y="6"/>
                      <a:pt x="233" y="6"/>
                      <a:pt x="232" y="6"/>
                    </a:cubicBezTo>
                    <a:cubicBezTo>
                      <a:pt x="232" y="6"/>
                      <a:pt x="232" y="6"/>
                      <a:pt x="232" y="6"/>
                    </a:cubicBezTo>
                    <a:cubicBezTo>
                      <a:pt x="232" y="6"/>
                      <a:pt x="232" y="6"/>
                      <a:pt x="232" y="6"/>
                    </a:cubicBezTo>
                    <a:cubicBezTo>
                      <a:pt x="232" y="6"/>
                      <a:pt x="232" y="6"/>
                      <a:pt x="232" y="6"/>
                    </a:cubicBezTo>
                    <a:cubicBezTo>
                      <a:pt x="232" y="6"/>
                      <a:pt x="232" y="6"/>
                      <a:pt x="232" y="6"/>
                    </a:cubicBezTo>
                    <a:cubicBezTo>
                      <a:pt x="231" y="6"/>
                      <a:pt x="231" y="6"/>
                      <a:pt x="231" y="6"/>
                    </a:cubicBezTo>
                    <a:cubicBezTo>
                      <a:pt x="241" y="54"/>
                      <a:pt x="241" y="54"/>
                      <a:pt x="241" y="54"/>
                    </a:cubicBezTo>
                    <a:cubicBezTo>
                      <a:pt x="242" y="54"/>
                      <a:pt x="243" y="54"/>
                      <a:pt x="243" y="54"/>
                    </a:cubicBezTo>
                    <a:lnTo>
                      <a:pt x="234" y="5"/>
                    </a:lnTo>
                    <a:close/>
                    <a:moveTo>
                      <a:pt x="181" y="21"/>
                    </a:moveTo>
                    <a:cubicBezTo>
                      <a:pt x="180" y="22"/>
                      <a:pt x="179" y="22"/>
                      <a:pt x="179" y="22"/>
                    </a:cubicBezTo>
                    <a:cubicBezTo>
                      <a:pt x="179" y="22"/>
                      <a:pt x="179" y="22"/>
                      <a:pt x="179" y="22"/>
                    </a:cubicBezTo>
                    <a:cubicBezTo>
                      <a:pt x="179" y="22"/>
                      <a:pt x="179" y="22"/>
                      <a:pt x="179" y="22"/>
                    </a:cubicBezTo>
                    <a:cubicBezTo>
                      <a:pt x="179" y="22"/>
                      <a:pt x="179" y="22"/>
                      <a:pt x="179" y="22"/>
                    </a:cubicBezTo>
                    <a:cubicBezTo>
                      <a:pt x="179" y="22"/>
                      <a:pt x="179" y="22"/>
                      <a:pt x="179" y="22"/>
                    </a:cubicBezTo>
                    <a:cubicBezTo>
                      <a:pt x="178" y="22"/>
                      <a:pt x="178" y="22"/>
                      <a:pt x="178" y="22"/>
                    </a:cubicBezTo>
                    <a:cubicBezTo>
                      <a:pt x="197" y="68"/>
                      <a:pt x="197" y="68"/>
                      <a:pt x="197" y="68"/>
                    </a:cubicBezTo>
                    <a:cubicBezTo>
                      <a:pt x="198" y="67"/>
                      <a:pt x="198" y="67"/>
                      <a:pt x="199" y="67"/>
                    </a:cubicBezTo>
                    <a:lnTo>
                      <a:pt x="181" y="21"/>
                    </a:lnTo>
                    <a:close/>
                    <a:moveTo>
                      <a:pt x="131" y="47"/>
                    </a:moveTo>
                    <a:cubicBezTo>
                      <a:pt x="131" y="47"/>
                      <a:pt x="130" y="48"/>
                      <a:pt x="130" y="48"/>
                    </a:cubicBezTo>
                    <a:cubicBezTo>
                      <a:pt x="130" y="48"/>
                      <a:pt x="130" y="48"/>
                      <a:pt x="130" y="48"/>
                    </a:cubicBezTo>
                    <a:cubicBezTo>
                      <a:pt x="130" y="48"/>
                      <a:pt x="130" y="48"/>
                      <a:pt x="130" y="48"/>
                    </a:cubicBezTo>
                    <a:cubicBezTo>
                      <a:pt x="130" y="48"/>
                      <a:pt x="130" y="48"/>
                      <a:pt x="130" y="48"/>
                    </a:cubicBezTo>
                    <a:cubicBezTo>
                      <a:pt x="130" y="48"/>
                      <a:pt x="130" y="48"/>
                      <a:pt x="130" y="48"/>
                    </a:cubicBezTo>
                    <a:cubicBezTo>
                      <a:pt x="129" y="48"/>
                      <a:pt x="129" y="48"/>
                      <a:pt x="129" y="48"/>
                    </a:cubicBezTo>
                    <a:cubicBezTo>
                      <a:pt x="129" y="48"/>
                      <a:pt x="129" y="48"/>
                      <a:pt x="129" y="48"/>
                    </a:cubicBezTo>
                    <a:cubicBezTo>
                      <a:pt x="129" y="49"/>
                      <a:pt x="129" y="49"/>
                      <a:pt x="129" y="49"/>
                    </a:cubicBezTo>
                    <a:cubicBezTo>
                      <a:pt x="156" y="90"/>
                      <a:pt x="156" y="90"/>
                      <a:pt x="156" y="90"/>
                    </a:cubicBezTo>
                    <a:cubicBezTo>
                      <a:pt x="157" y="89"/>
                      <a:pt x="157" y="89"/>
                      <a:pt x="158" y="88"/>
                    </a:cubicBezTo>
                    <a:lnTo>
                      <a:pt x="131" y="47"/>
                    </a:lnTo>
                    <a:close/>
                    <a:moveTo>
                      <a:pt x="88" y="82"/>
                    </a:moveTo>
                    <a:cubicBezTo>
                      <a:pt x="87" y="82"/>
                      <a:pt x="87" y="83"/>
                      <a:pt x="87" y="83"/>
                    </a:cubicBezTo>
                    <a:cubicBezTo>
                      <a:pt x="87" y="83"/>
                      <a:pt x="87" y="83"/>
                      <a:pt x="87" y="83"/>
                    </a:cubicBezTo>
                    <a:cubicBezTo>
                      <a:pt x="86" y="83"/>
                      <a:pt x="86" y="83"/>
                      <a:pt x="86" y="83"/>
                    </a:cubicBezTo>
                    <a:cubicBezTo>
                      <a:pt x="86" y="83"/>
                      <a:pt x="86" y="83"/>
                      <a:pt x="86" y="83"/>
                    </a:cubicBezTo>
                    <a:cubicBezTo>
                      <a:pt x="86" y="83"/>
                      <a:pt x="86" y="83"/>
                      <a:pt x="86" y="83"/>
                    </a:cubicBezTo>
                    <a:cubicBezTo>
                      <a:pt x="86" y="84"/>
                      <a:pt x="86" y="84"/>
                      <a:pt x="86" y="84"/>
                    </a:cubicBezTo>
                    <a:cubicBezTo>
                      <a:pt x="120" y="119"/>
                      <a:pt x="120" y="119"/>
                      <a:pt x="120" y="119"/>
                    </a:cubicBezTo>
                    <a:cubicBezTo>
                      <a:pt x="121" y="118"/>
                      <a:pt x="121" y="118"/>
                      <a:pt x="122" y="117"/>
                    </a:cubicBezTo>
                    <a:lnTo>
                      <a:pt x="88" y="82"/>
                    </a:lnTo>
                    <a:close/>
                    <a:moveTo>
                      <a:pt x="52" y="125"/>
                    </a:moveTo>
                    <a:cubicBezTo>
                      <a:pt x="51" y="125"/>
                      <a:pt x="51" y="125"/>
                      <a:pt x="51" y="125"/>
                    </a:cubicBezTo>
                    <a:cubicBezTo>
                      <a:pt x="51" y="125"/>
                      <a:pt x="51" y="125"/>
                      <a:pt x="51" y="125"/>
                    </a:cubicBezTo>
                    <a:cubicBezTo>
                      <a:pt x="51" y="125"/>
                      <a:pt x="51" y="125"/>
                      <a:pt x="51" y="125"/>
                    </a:cubicBezTo>
                    <a:cubicBezTo>
                      <a:pt x="51" y="125"/>
                      <a:pt x="51" y="125"/>
                      <a:pt x="51" y="125"/>
                    </a:cubicBezTo>
                    <a:cubicBezTo>
                      <a:pt x="51" y="125"/>
                      <a:pt x="51" y="125"/>
                      <a:pt x="51" y="125"/>
                    </a:cubicBezTo>
                    <a:cubicBezTo>
                      <a:pt x="51" y="126"/>
                      <a:pt x="51" y="126"/>
                      <a:pt x="51" y="126"/>
                    </a:cubicBezTo>
                    <a:cubicBezTo>
                      <a:pt x="51" y="126"/>
                      <a:pt x="51" y="126"/>
                      <a:pt x="51" y="126"/>
                    </a:cubicBezTo>
                    <a:cubicBezTo>
                      <a:pt x="51" y="126"/>
                      <a:pt x="51" y="126"/>
                      <a:pt x="51" y="126"/>
                    </a:cubicBezTo>
                    <a:cubicBezTo>
                      <a:pt x="51" y="126"/>
                      <a:pt x="51" y="126"/>
                      <a:pt x="51" y="126"/>
                    </a:cubicBezTo>
                    <a:cubicBezTo>
                      <a:pt x="51" y="126"/>
                      <a:pt x="51" y="126"/>
                      <a:pt x="51" y="126"/>
                    </a:cubicBezTo>
                    <a:cubicBezTo>
                      <a:pt x="51" y="126"/>
                      <a:pt x="51" y="126"/>
                      <a:pt x="51" y="126"/>
                    </a:cubicBezTo>
                    <a:cubicBezTo>
                      <a:pt x="51" y="126"/>
                      <a:pt x="51" y="126"/>
                      <a:pt x="51" y="126"/>
                    </a:cubicBezTo>
                    <a:cubicBezTo>
                      <a:pt x="51" y="126"/>
                      <a:pt x="51" y="126"/>
                      <a:pt x="51" y="126"/>
                    </a:cubicBezTo>
                    <a:cubicBezTo>
                      <a:pt x="51" y="126"/>
                      <a:pt x="51" y="126"/>
                      <a:pt x="51" y="126"/>
                    </a:cubicBezTo>
                    <a:cubicBezTo>
                      <a:pt x="50" y="127"/>
                      <a:pt x="50" y="127"/>
                      <a:pt x="50" y="127"/>
                    </a:cubicBezTo>
                    <a:cubicBezTo>
                      <a:pt x="91" y="155"/>
                      <a:pt x="91" y="155"/>
                      <a:pt x="91" y="155"/>
                    </a:cubicBezTo>
                    <a:cubicBezTo>
                      <a:pt x="91" y="154"/>
                      <a:pt x="92" y="153"/>
                      <a:pt x="92" y="153"/>
                    </a:cubicBezTo>
                    <a:lnTo>
                      <a:pt x="52" y="125"/>
                    </a:lnTo>
                    <a:close/>
                    <a:moveTo>
                      <a:pt x="24" y="173"/>
                    </a:moveTo>
                    <a:cubicBezTo>
                      <a:pt x="24" y="173"/>
                      <a:pt x="24" y="173"/>
                      <a:pt x="24" y="173"/>
                    </a:cubicBezTo>
                    <a:cubicBezTo>
                      <a:pt x="24" y="173"/>
                      <a:pt x="24" y="173"/>
                      <a:pt x="24" y="173"/>
                    </a:cubicBezTo>
                    <a:cubicBezTo>
                      <a:pt x="24" y="173"/>
                      <a:pt x="24" y="173"/>
                      <a:pt x="24" y="173"/>
                    </a:cubicBezTo>
                    <a:cubicBezTo>
                      <a:pt x="24" y="174"/>
                      <a:pt x="24" y="175"/>
                      <a:pt x="23" y="176"/>
                    </a:cubicBezTo>
                    <a:cubicBezTo>
                      <a:pt x="23" y="176"/>
                      <a:pt x="23" y="176"/>
                      <a:pt x="23" y="176"/>
                    </a:cubicBezTo>
                    <a:cubicBezTo>
                      <a:pt x="23" y="176"/>
                      <a:pt x="23" y="176"/>
                      <a:pt x="23" y="176"/>
                    </a:cubicBezTo>
                    <a:cubicBezTo>
                      <a:pt x="23" y="176"/>
                      <a:pt x="23" y="176"/>
                      <a:pt x="23" y="176"/>
                    </a:cubicBezTo>
                    <a:cubicBezTo>
                      <a:pt x="23" y="176"/>
                      <a:pt x="23" y="176"/>
                      <a:pt x="23" y="176"/>
                    </a:cubicBezTo>
                    <a:cubicBezTo>
                      <a:pt x="68" y="195"/>
                      <a:pt x="68" y="195"/>
                      <a:pt x="68" y="195"/>
                    </a:cubicBezTo>
                    <a:cubicBezTo>
                      <a:pt x="69" y="194"/>
                      <a:pt x="69" y="194"/>
                      <a:pt x="69" y="193"/>
                    </a:cubicBezTo>
                    <a:lnTo>
                      <a:pt x="24" y="173"/>
                    </a:lnTo>
                    <a:close/>
                    <a:moveTo>
                      <a:pt x="7" y="226"/>
                    </a:moveTo>
                    <a:cubicBezTo>
                      <a:pt x="7" y="227"/>
                      <a:pt x="7" y="227"/>
                      <a:pt x="7" y="228"/>
                    </a:cubicBezTo>
                    <a:cubicBezTo>
                      <a:pt x="7" y="228"/>
                      <a:pt x="7" y="228"/>
                      <a:pt x="7" y="228"/>
                    </a:cubicBezTo>
                    <a:cubicBezTo>
                      <a:pt x="7" y="228"/>
                      <a:pt x="7" y="228"/>
                      <a:pt x="7" y="228"/>
                    </a:cubicBezTo>
                    <a:cubicBezTo>
                      <a:pt x="6" y="229"/>
                      <a:pt x="6" y="229"/>
                      <a:pt x="6" y="229"/>
                    </a:cubicBezTo>
                    <a:cubicBezTo>
                      <a:pt x="54" y="239"/>
                      <a:pt x="54" y="239"/>
                      <a:pt x="54" y="239"/>
                    </a:cubicBezTo>
                    <a:cubicBezTo>
                      <a:pt x="55" y="238"/>
                      <a:pt x="55" y="238"/>
                      <a:pt x="55" y="237"/>
                    </a:cubicBezTo>
                    <a:cubicBezTo>
                      <a:pt x="7" y="226"/>
                      <a:pt x="7" y="226"/>
                      <a:pt x="7" y="226"/>
                    </a:cubicBezTo>
                    <a:close/>
                    <a:moveTo>
                      <a:pt x="0" y="281"/>
                    </a:moveTo>
                    <a:cubicBezTo>
                      <a:pt x="0" y="281"/>
                      <a:pt x="0" y="281"/>
                      <a:pt x="0" y="281"/>
                    </a:cubicBezTo>
                    <a:cubicBezTo>
                      <a:pt x="0" y="282"/>
                      <a:pt x="0" y="282"/>
                      <a:pt x="0" y="282"/>
                    </a:cubicBezTo>
                    <a:cubicBezTo>
                      <a:pt x="0" y="282"/>
                      <a:pt x="0" y="282"/>
                      <a:pt x="0" y="282"/>
                    </a:cubicBezTo>
                    <a:cubicBezTo>
                      <a:pt x="0" y="282"/>
                      <a:pt x="0" y="282"/>
                      <a:pt x="0" y="282"/>
                    </a:cubicBezTo>
                    <a:cubicBezTo>
                      <a:pt x="0" y="282"/>
                      <a:pt x="0" y="282"/>
                      <a:pt x="0" y="282"/>
                    </a:cubicBezTo>
                    <a:cubicBezTo>
                      <a:pt x="0" y="282"/>
                      <a:pt x="0" y="282"/>
                      <a:pt x="0" y="282"/>
                    </a:cubicBezTo>
                    <a:cubicBezTo>
                      <a:pt x="0" y="283"/>
                      <a:pt x="0" y="283"/>
                      <a:pt x="0" y="283"/>
                    </a:cubicBezTo>
                    <a:cubicBezTo>
                      <a:pt x="0" y="283"/>
                      <a:pt x="0" y="283"/>
                      <a:pt x="0" y="283"/>
                    </a:cubicBezTo>
                    <a:cubicBezTo>
                      <a:pt x="0" y="283"/>
                      <a:pt x="0" y="283"/>
                      <a:pt x="0" y="283"/>
                    </a:cubicBezTo>
                    <a:cubicBezTo>
                      <a:pt x="0" y="283"/>
                      <a:pt x="0" y="283"/>
                      <a:pt x="0" y="283"/>
                    </a:cubicBezTo>
                    <a:cubicBezTo>
                      <a:pt x="0" y="283"/>
                      <a:pt x="0" y="283"/>
                      <a:pt x="0" y="283"/>
                    </a:cubicBezTo>
                    <a:cubicBezTo>
                      <a:pt x="0" y="283"/>
                      <a:pt x="0" y="283"/>
                      <a:pt x="0" y="283"/>
                    </a:cubicBezTo>
                    <a:cubicBezTo>
                      <a:pt x="0" y="283"/>
                      <a:pt x="0" y="283"/>
                      <a:pt x="0" y="283"/>
                    </a:cubicBezTo>
                    <a:cubicBezTo>
                      <a:pt x="0" y="283"/>
                      <a:pt x="0" y="283"/>
                      <a:pt x="0" y="283"/>
                    </a:cubicBezTo>
                    <a:cubicBezTo>
                      <a:pt x="0" y="284"/>
                      <a:pt x="0" y="284"/>
                      <a:pt x="0" y="284"/>
                    </a:cubicBezTo>
                    <a:cubicBezTo>
                      <a:pt x="0" y="284"/>
                      <a:pt x="0" y="284"/>
                      <a:pt x="0" y="284"/>
                    </a:cubicBezTo>
                    <a:cubicBezTo>
                      <a:pt x="0" y="284"/>
                      <a:pt x="0" y="284"/>
                      <a:pt x="0" y="284"/>
                    </a:cubicBezTo>
                    <a:cubicBezTo>
                      <a:pt x="0" y="284"/>
                      <a:pt x="0" y="284"/>
                      <a:pt x="0" y="284"/>
                    </a:cubicBezTo>
                    <a:cubicBezTo>
                      <a:pt x="0" y="284"/>
                      <a:pt x="0" y="284"/>
                      <a:pt x="0" y="284"/>
                    </a:cubicBezTo>
                    <a:cubicBezTo>
                      <a:pt x="0" y="284"/>
                      <a:pt x="0" y="284"/>
                      <a:pt x="0" y="284"/>
                    </a:cubicBezTo>
                    <a:cubicBezTo>
                      <a:pt x="49" y="285"/>
                      <a:pt x="49" y="285"/>
                      <a:pt x="49" y="285"/>
                    </a:cubicBezTo>
                    <a:cubicBezTo>
                      <a:pt x="49" y="284"/>
                      <a:pt x="49" y="284"/>
                      <a:pt x="49" y="283"/>
                    </a:cubicBezTo>
                    <a:lnTo>
                      <a:pt x="0" y="281"/>
                    </a:lnTo>
                    <a:close/>
                    <a:moveTo>
                      <a:pt x="52" y="329"/>
                    </a:moveTo>
                    <a:cubicBezTo>
                      <a:pt x="4" y="337"/>
                      <a:pt x="4" y="337"/>
                      <a:pt x="4" y="337"/>
                    </a:cubicBezTo>
                    <a:cubicBezTo>
                      <a:pt x="4" y="338"/>
                      <a:pt x="4" y="338"/>
                      <a:pt x="4" y="338"/>
                    </a:cubicBezTo>
                    <a:cubicBezTo>
                      <a:pt x="4" y="338"/>
                      <a:pt x="4" y="338"/>
                      <a:pt x="4" y="338"/>
                    </a:cubicBezTo>
                    <a:cubicBezTo>
                      <a:pt x="4" y="339"/>
                      <a:pt x="4" y="339"/>
                      <a:pt x="4" y="340"/>
                    </a:cubicBezTo>
                    <a:cubicBezTo>
                      <a:pt x="4" y="340"/>
                      <a:pt x="4" y="340"/>
                      <a:pt x="4" y="340"/>
                    </a:cubicBezTo>
                    <a:cubicBezTo>
                      <a:pt x="4" y="340"/>
                      <a:pt x="4" y="340"/>
                      <a:pt x="4" y="340"/>
                    </a:cubicBezTo>
                    <a:cubicBezTo>
                      <a:pt x="53" y="331"/>
                      <a:pt x="53" y="331"/>
                      <a:pt x="53" y="331"/>
                    </a:cubicBezTo>
                    <a:cubicBezTo>
                      <a:pt x="53" y="331"/>
                      <a:pt x="52" y="330"/>
                      <a:pt x="52" y="329"/>
                    </a:cubicBezTo>
                    <a:close/>
                    <a:moveTo>
                      <a:pt x="64" y="374"/>
                    </a:moveTo>
                    <a:cubicBezTo>
                      <a:pt x="18" y="391"/>
                      <a:pt x="18" y="391"/>
                      <a:pt x="18" y="391"/>
                    </a:cubicBezTo>
                    <a:cubicBezTo>
                      <a:pt x="19" y="392"/>
                      <a:pt x="19" y="393"/>
                      <a:pt x="19" y="394"/>
                    </a:cubicBezTo>
                    <a:cubicBezTo>
                      <a:pt x="65" y="376"/>
                      <a:pt x="65" y="376"/>
                      <a:pt x="65" y="376"/>
                    </a:cubicBezTo>
                    <a:cubicBezTo>
                      <a:pt x="65" y="375"/>
                      <a:pt x="64" y="374"/>
                      <a:pt x="64" y="374"/>
                    </a:cubicBezTo>
                    <a:close/>
                    <a:moveTo>
                      <a:pt x="84" y="415"/>
                    </a:moveTo>
                    <a:cubicBezTo>
                      <a:pt x="43" y="441"/>
                      <a:pt x="43" y="441"/>
                      <a:pt x="43" y="441"/>
                    </a:cubicBezTo>
                    <a:cubicBezTo>
                      <a:pt x="43" y="441"/>
                      <a:pt x="43" y="442"/>
                      <a:pt x="44" y="442"/>
                    </a:cubicBezTo>
                    <a:cubicBezTo>
                      <a:pt x="44" y="443"/>
                      <a:pt x="44" y="443"/>
                      <a:pt x="44" y="443"/>
                    </a:cubicBezTo>
                    <a:cubicBezTo>
                      <a:pt x="44" y="443"/>
                      <a:pt x="44" y="443"/>
                      <a:pt x="44" y="443"/>
                    </a:cubicBezTo>
                    <a:cubicBezTo>
                      <a:pt x="44" y="443"/>
                      <a:pt x="44" y="443"/>
                      <a:pt x="44" y="443"/>
                    </a:cubicBezTo>
                    <a:cubicBezTo>
                      <a:pt x="44" y="443"/>
                      <a:pt x="44" y="443"/>
                      <a:pt x="44" y="443"/>
                    </a:cubicBezTo>
                    <a:cubicBezTo>
                      <a:pt x="44" y="443"/>
                      <a:pt x="44" y="443"/>
                      <a:pt x="44" y="443"/>
                    </a:cubicBezTo>
                    <a:cubicBezTo>
                      <a:pt x="44" y="443"/>
                      <a:pt x="44" y="443"/>
                      <a:pt x="44" y="443"/>
                    </a:cubicBezTo>
                    <a:cubicBezTo>
                      <a:pt x="44" y="443"/>
                      <a:pt x="44" y="443"/>
                      <a:pt x="44" y="443"/>
                    </a:cubicBezTo>
                    <a:cubicBezTo>
                      <a:pt x="86" y="417"/>
                      <a:pt x="86" y="417"/>
                      <a:pt x="86" y="417"/>
                    </a:cubicBezTo>
                    <a:cubicBezTo>
                      <a:pt x="85" y="417"/>
                      <a:pt x="85" y="416"/>
                      <a:pt x="84" y="415"/>
                    </a:cubicBezTo>
                    <a:close/>
                    <a:moveTo>
                      <a:pt x="112" y="452"/>
                    </a:moveTo>
                    <a:cubicBezTo>
                      <a:pt x="76" y="485"/>
                      <a:pt x="76" y="485"/>
                      <a:pt x="76" y="485"/>
                    </a:cubicBezTo>
                    <a:cubicBezTo>
                      <a:pt x="77" y="486"/>
                      <a:pt x="77" y="486"/>
                      <a:pt x="77" y="486"/>
                    </a:cubicBezTo>
                    <a:cubicBezTo>
                      <a:pt x="77" y="486"/>
                      <a:pt x="77" y="486"/>
                      <a:pt x="77" y="486"/>
                    </a:cubicBezTo>
                    <a:cubicBezTo>
                      <a:pt x="77" y="486"/>
                      <a:pt x="77" y="486"/>
                      <a:pt x="77" y="486"/>
                    </a:cubicBezTo>
                    <a:cubicBezTo>
                      <a:pt x="77" y="486"/>
                      <a:pt x="77" y="486"/>
                      <a:pt x="77" y="486"/>
                    </a:cubicBezTo>
                    <a:cubicBezTo>
                      <a:pt x="77" y="486"/>
                      <a:pt x="77" y="486"/>
                      <a:pt x="77" y="486"/>
                    </a:cubicBezTo>
                    <a:cubicBezTo>
                      <a:pt x="77" y="487"/>
                      <a:pt x="78" y="487"/>
                      <a:pt x="78" y="487"/>
                    </a:cubicBezTo>
                    <a:cubicBezTo>
                      <a:pt x="78" y="487"/>
                      <a:pt x="78" y="487"/>
                      <a:pt x="78" y="487"/>
                    </a:cubicBezTo>
                    <a:cubicBezTo>
                      <a:pt x="78" y="487"/>
                      <a:pt x="78" y="487"/>
                      <a:pt x="78" y="487"/>
                    </a:cubicBezTo>
                    <a:cubicBezTo>
                      <a:pt x="78" y="488"/>
                      <a:pt x="78" y="488"/>
                      <a:pt x="78" y="488"/>
                    </a:cubicBezTo>
                    <a:cubicBezTo>
                      <a:pt x="78" y="488"/>
                      <a:pt x="78" y="488"/>
                      <a:pt x="78" y="488"/>
                    </a:cubicBezTo>
                    <a:cubicBezTo>
                      <a:pt x="114" y="454"/>
                      <a:pt x="114" y="454"/>
                      <a:pt x="114" y="454"/>
                    </a:cubicBezTo>
                    <a:cubicBezTo>
                      <a:pt x="113" y="453"/>
                      <a:pt x="113" y="453"/>
                      <a:pt x="112" y="452"/>
                    </a:cubicBezTo>
                    <a:close/>
                    <a:moveTo>
                      <a:pt x="147" y="483"/>
                    </a:moveTo>
                    <a:cubicBezTo>
                      <a:pt x="118" y="523"/>
                      <a:pt x="118" y="523"/>
                      <a:pt x="118" y="523"/>
                    </a:cubicBezTo>
                    <a:cubicBezTo>
                      <a:pt x="119" y="523"/>
                      <a:pt x="119" y="523"/>
                      <a:pt x="119" y="523"/>
                    </a:cubicBezTo>
                    <a:cubicBezTo>
                      <a:pt x="119" y="523"/>
                      <a:pt x="119" y="523"/>
                      <a:pt x="119" y="523"/>
                    </a:cubicBezTo>
                    <a:cubicBezTo>
                      <a:pt x="119" y="523"/>
                      <a:pt x="119" y="523"/>
                      <a:pt x="119" y="523"/>
                    </a:cubicBezTo>
                    <a:cubicBezTo>
                      <a:pt x="119" y="524"/>
                      <a:pt x="119" y="524"/>
                      <a:pt x="119" y="524"/>
                    </a:cubicBezTo>
                    <a:cubicBezTo>
                      <a:pt x="119" y="524"/>
                      <a:pt x="119" y="524"/>
                      <a:pt x="119" y="524"/>
                    </a:cubicBezTo>
                    <a:cubicBezTo>
                      <a:pt x="120" y="524"/>
                      <a:pt x="120" y="524"/>
                      <a:pt x="120" y="524"/>
                    </a:cubicBezTo>
                    <a:cubicBezTo>
                      <a:pt x="120" y="524"/>
                      <a:pt x="120" y="524"/>
                      <a:pt x="120" y="524"/>
                    </a:cubicBezTo>
                    <a:cubicBezTo>
                      <a:pt x="149" y="485"/>
                      <a:pt x="149" y="485"/>
                      <a:pt x="149" y="485"/>
                    </a:cubicBezTo>
                    <a:cubicBezTo>
                      <a:pt x="148" y="484"/>
                      <a:pt x="147" y="484"/>
                      <a:pt x="147" y="483"/>
                    </a:cubicBezTo>
                    <a:close/>
                    <a:moveTo>
                      <a:pt x="187" y="507"/>
                    </a:moveTo>
                    <a:cubicBezTo>
                      <a:pt x="165" y="551"/>
                      <a:pt x="165" y="551"/>
                      <a:pt x="165" y="551"/>
                    </a:cubicBezTo>
                    <a:cubicBezTo>
                      <a:pt x="166" y="552"/>
                      <a:pt x="167" y="552"/>
                      <a:pt x="167" y="552"/>
                    </a:cubicBezTo>
                    <a:cubicBezTo>
                      <a:pt x="167" y="552"/>
                      <a:pt x="167" y="552"/>
                      <a:pt x="167" y="552"/>
                    </a:cubicBezTo>
                    <a:cubicBezTo>
                      <a:pt x="168" y="552"/>
                      <a:pt x="168" y="552"/>
                      <a:pt x="168" y="552"/>
                    </a:cubicBezTo>
                    <a:cubicBezTo>
                      <a:pt x="168" y="552"/>
                      <a:pt x="168" y="552"/>
                      <a:pt x="168" y="552"/>
                    </a:cubicBezTo>
                    <a:cubicBezTo>
                      <a:pt x="168" y="552"/>
                      <a:pt x="168" y="552"/>
                      <a:pt x="168" y="552"/>
                    </a:cubicBezTo>
                    <a:cubicBezTo>
                      <a:pt x="168" y="553"/>
                      <a:pt x="168" y="553"/>
                      <a:pt x="168" y="553"/>
                    </a:cubicBezTo>
                    <a:cubicBezTo>
                      <a:pt x="189" y="508"/>
                      <a:pt x="189" y="508"/>
                      <a:pt x="189" y="508"/>
                    </a:cubicBezTo>
                    <a:cubicBezTo>
                      <a:pt x="188" y="508"/>
                      <a:pt x="187" y="507"/>
                      <a:pt x="187" y="507"/>
                    </a:cubicBezTo>
                    <a:close/>
                    <a:moveTo>
                      <a:pt x="230" y="523"/>
                    </a:moveTo>
                    <a:cubicBezTo>
                      <a:pt x="218" y="570"/>
                      <a:pt x="218" y="570"/>
                      <a:pt x="218" y="570"/>
                    </a:cubicBezTo>
                    <a:cubicBezTo>
                      <a:pt x="218" y="570"/>
                      <a:pt x="218" y="570"/>
                      <a:pt x="218" y="570"/>
                    </a:cubicBezTo>
                    <a:cubicBezTo>
                      <a:pt x="218" y="570"/>
                      <a:pt x="218" y="570"/>
                      <a:pt x="218" y="570"/>
                    </a:cubicBezTo>
                    <a:cubicBezTo>
                      <a:pt x="218" y="570"/>
                      <a:pt x="218" y="570"/>
                      <a:pt x="218" y="570"/>
                    </a:cubicBezTo>
                    <a:cubicBezTo>
                      <a:pt x="218" y="570"/>
                      <a:pt x="218" y="570"/>
                      <a:pt x="218" y="570"/>
                    </a:cubicBezTo>
                    <a:cubicBezTo>
                      <a:pt x="218" y="570"/>
                      <a:pt x="218" y="570"/>
                      <a:pt x="218" y="570"/>
                    </a:cubicBezTo>
                    <a:cubicBezTo>
                      <a:pt x="219" y="570"/>
                      <a:pt x="219" y="570"/>
                      <a:pt x="219" y="570"/>
                    </a:cubicBezTo>
                    <a:cubicBezTo>
                      <a:pt x="219" y="570"/>
                      <a:pt x="219" y="570"/>
                      <a:pt x="219" y="570"/>
                    </a:cubicBezTo>
                    <a:cubicBezTo>
                      <a:pt x="219" y="570"/>
                      <a:pt x="219" y="570"/>
                      <a:pt x="219" y="570"/>
                    </a:cubicBezTo>
                    <a:cubicBezTo>
                      <a:pt x="219" y="570"/>
                      <a:pt x="219" y="570"/>
                      <a:pt x="219" y="570"/>
                    </a:cubicBezTo>
                    <a:cubicBezTo>
                      <a:pt x="219" y="571"/>
                      <a:pt x="219" y="571"/>
                      <a:pt x="219" y="571"/>
                    </a:cubicBezTo>
                    <a:cubicBezTo>
                      <a:pt x="219" y="571"/>
                      <a:pt x="219" y="571"/>
                      <a:pt x="219" y="571"/>
                    </a:cubicBezTo>
                    <a:cubicBezTo>
                      <a:pt x="219" y="571"/>
                      <a:pt x="219" y="571"/>
                      <a:pt x="219" y="571"/>
                    </a:cubicBezTo>
                    <a:cubicBezTo>
                      <a:pt x="220" y="571"/>
                      <a:pt x="220" y="571"/>
                      <a:pt x="221" y="571"/>
                    </a:cubicBezTo>
                    <a:cubicBezTo>
                      <a:pt x="232" y="523"/>
                      <a:pt x="232" y="523"/>
                      <a:pt x="232" y="523"/>
                    </a:cubicBezTo>
                    <a:cubicBezTo>
                      <a:pt x="232" y="523"/>
                      <a:pt x="231" y="523"/>
                      <a:pt x="230" y="523"/>
                    </a:cubicBezTo>
                    <a:close/>
                    <a:moveTo>
                      <a:pt x="276" y="530"/>
                    </a:moveTo>
                    <a:cubicBezTo>
                      <a:pt x="273" y="579"/>
                      <a:pt x="273" y="579"/>
                      <a:pt x="273" y="579"/>
                    </a:cubicBezTo>
                    <a:cubicBezTo>
                      <a:pt x="273" y="579"/>
                      <a:pt x="273" y="579"/>
                      <a:pt x="273" y="579"/>
                    </a:cubicBezTo>
                    <a:cubicBezTo>
                      <a:pt x="273" y="579"/>
                      <a:pt x="273" y="579"/>
                      <a:pt x="273" y="579"/>
                    </a:cubicBezTo>
                    <a:cubicBezTo>
                      <a:pt x="274" y="579"/>
                      <a:pt x="274" y="579"/>
                      <a:pt x="274" y="579"/>
                    </a:cubicBezTo>
                    <a:cubicBezTo>
                      <a:pt x="274" y="579"/>
                      <a:pt x="274" y="579"/>
                      <a:pt x="274" y="579"/>
                    </a:cubicBezTo>
                    <a:cubicBezTo>
                      <a:pt x="274" y="579"/>
                      <a:pt x="274" y="579"/>
                      <a:pt x="274" y="579"/>
                    </a:cubicBezTo>
                    <a:cubicBezTo>
                      <a:pt x="274" y="579"/>
                      <a:pt x="275" y="579"/>
                      <a:pt x="276" y="579"/>
                    </a:cubicBezTo>
                    <a:cubicBezTo>
                      <a:pt x="278" y="530"/>
                      <a:pt x="278" y="530"/>
                      <a:pt x="278" y="530"/>
                    </a:cubicBezTo>
                    <a:cubicBezTo>
                      <a:pt x="277" y="530"/>
                      <a:pt x="277" y="530"/>
                      <a:pt x="276" y="530"/>
                    </a:cubicBezTo>
                    <a:close/>
                    <a:moveTo>
                      <a:pt x="325" y="528"/>
                    </a:moveTo>
                    <a:cubicBezTo>
                      <a:pt x="324" y="528"/>
                      <a:pt x="323" y="528"/>
                      <a:pt x="322" y="528"/>
                    </a:cubicBezTo>
                    <a:cubicBezTo>
                      <a:pt x="329" y="577"/>
                      <a:pt x="329" y="577"/>
                      <a:pt x="329" y="577"/>
                    </a:cubicBezTo>
                    <a:cubicBezTo>
                      <a:pt x="329" y="577"/>
                      <a:pt x="329" y="577"/>
                      <a:pt x="329" y="577"/>
                    </a:cubicBezTo>
                    <a:cubicBezTo>
                      <a:pt x="330" y="576"/>
                      <a:pt x="331" y="576"/>
                      <a:pt x="332" y="576"/>
                    </a:cubicBezTo>
                    <a:lnTo>
                      <a:pt x="325" y="528"/>
                    </a:lnTo>
                    <a:close/>
                    <a:moveTo>
                      <a:pt x="369" y="516"/>
                    </a:moveTo>
                    <a:cubicBezTo>
                      <a:pt x="369" y="517"/>
                      <a:pt x="368" y="517"/>
                      <a:pt x="367" y="517"/>
                    </a:cubicBezTo>
                    <a:cubicBezTo>
                      <a:pt x="383" y="564"/>
                      <a:pt x="383" y="564"/>
                      <a:pt x="383" y="564"/>
                    </a:cubicBezTo>
                    <a:cubicBezTo>
                      <a:pt x="384" y="563"/>
                      <a:pt x="384" y="563"/>
                      <a:pt x="384" y="563"/>
                    </a:cubicBezTo>
                    <a:cubicBezTo>
                      <a:pt x="384" y="563"/>
                      <a:pt x="384" y="563"/>
                      <a:pt x="384" y="563"/>
                    </a:cubicBezTo>
                    <a:cubicBezTo>
                      <a:pt x="384" y="563"/>
                      <a:pt x="384" y="563"/>
                      <a:pt x="384" y="563"/>
                    </a:cubicBezTo>
                    <a:cubicBezTo>
                      <a:pt x="385" y="563"/>
                      <a:pt x="385" y="563"/>
                      <a:pt x="386" y="563"/>
                    </a:cubicBezTo>
                    <a:lnTo>
                      <a:pt x="369" y="516"/>
                    </a:lnTo>
                    <a:close/>
                    <a:moveTo>
                      <a:pt x="411" y="497"/>
                    </a:moveTo>
                    <a:cubicBezTo>
                      <a:pt x="411" y="497"/>
                      <a:pt x="410" y="498"/>
                      <a:pt x="409" y="498"/>
                    </a:cubicBezTo>
                    <a:cubicBezTo>
                      <a:pt x="434" y="541"/>
                      <a:pt x="434" y="541"/>
                      <a:pt x="434" y="541"/>
                    </a:cubicBezTo>
                    <a:cubicBezTo>
                      <a:pt x="434" y="541"/>
                      <a:pt x="434" y="541"/>
                      <a:pt x="434" y="541"/>
                    </a:cubicBezTo>
                    <a:cubicBezTo>
                      <a:pt x="434" y="541"/>
                      <a:pt x="434" y="541"/>
                      <a:pt x="434" y="541"/>
                    </a:cubicBezTo>
                    <a:cubicBezTo>
                      <a:pt x="434" y="541"/>
                      <a:pt x="434" y="541"/>
                      <a:pt x="434" y="541"/>
                    </a:cubicBezTo>
                    <a:cubicBezTo>
                      <a:pt x="435" y="540"/>
                      <a:pt x="436" y="540"/>
                      <a:pt x="436" y="539"/>
                    </a:cubicBezTo>
                    <a:lnTo>
                      <a:pt x="411" y="497"/>
                    </a:lnTo>
                    <a:close/>
                    <a:moveTo>
                      <a:pt x="449" y="470"/>
                    </a:moveTo>
                    <a:cubicBezTo>
                      <a:pt x="448" y="470"/>
                      <a:pt x="448" y="471"/>
                      <a:pt x="447" y="471"/>
                    </a:cubicBezTo>
                    <a:cubicBezTo>
                      <a:pt x="479" y="508"/>
                      <a:pt x="479" y="508"/>
                      <a:pt x="479" y="508"/>
                    </a:cubicBezTo>
                    <a:cubicBezTo>
                      <a:pt x="480" y="508"/>
                      <a:pt x="480" y="508"/>
                      <a:pt x="480" y="508"/>
                    </a:cubicBezTo>
                    <a:cubicBezTo>
                      <a:pt x="480" y="507"/>
                      <a:pt x="480" y="507"/>
                      <a:pt x="480" y="507"/>
                    </a:cubicBezTo>
                    <a:cubicBezTo>
                      <a:pt x="480" y="507"/>
                      <a:pt x="480" y="507"/>
                      <a:pt x="480" y="507"/>
                    </a:cubicBezTo>
                    <a:cubicBezTo>
                      <a:pt x="481" y="507"/>
                      <a:pt x="481" y="507"/>
                      <a:pt x="481" y="507"/>
                    </a:cubicBezTo>
                    <a:lnTo>
                      <a:pt x="449" y="470"/>
                    </a:lnTo>
                    <a:close/>
                    <a:moveTo>
                      <a:pt x="480" y="436"/>
                    </a:moveTo>
                    <a:cubicBezTo>
                      <a:pt x="480" y="437"/>
                      <a:pt x="479" y="437"/>
                      <a:pt x="479" y="438"/>
                    </a:cubicBezTo>
                    <a:cubicBezTo>
                      <a:pt x="518" y="468"/>
                      <a:pt x="518" y="468"/>
                      <a:pt x="518" y="468"/>
                    </a:cubicBezTo>
                    <a:cubicBezTo>
                      <a:pt x="518" y="467"/>
                      <a:pt x="519" y="467"/>
                      <a:pt x="519" y="466"/>
                    </a:cubicBezTo>
                    <a:cubicBezTo>
                      <a:pt x="519" y="466"/>
                      <a:pt x="519" y="466"/>
                      <a:pt x="519" y="466"/>
                    </a:cubicBezTo>
                    <a:cubicBezTo>
                      <a:pt x="519" y="466"/>
                      <a:pt x="519" y="466"/>
                      <a:pt x="519" y="466"/>
                    </a:cubicBezTo>
                    <a:cubicBezTo>
                      <a:pt x="519" y="466"/>
                      <a:pt x="519" y="466"/>
                      <a:pt x="519" y="466"/>
                    </a:cubicBezTo>
                    <a:cubicBezTo>
                      <a:pt x="519" y="466"/>
                      <a:pt x="519" y="466"/>
                      <a:pt x="519" y="466"/>
                    </a:cubicBezTo>
                    <a:lnTo>
                      <a:pt x="480" y="436"/>
                    </a:lnTo>
                    <a:close/>
                    <a:moveTo>
                      <a:pt x="505" y="397"/>
                    </a:moveTo>
                    <a:cubicBezTo>
                      <a:pt x="505" y="397"/>
                      <a:pt x="504" y="398"/>
                      <a:pt x="504" y="399"/>
                    </a:cubicBezTo>
                    <a:cubicBezTo>
                      <a:pt x="548" y="421"/>
                      <a:pt x="548" y="421"/>
                      <a:pt x="548" y="421"/>
                    </a:cubicBezTo>
                    <a:cubicBezTo>
                      <a:pt x="548" y="421"/>
                      <a:pt x="548" y="420"/>
                      <a:pt x="548" y="420"/>
                    </a:cubicBezTo>
                    <a:cubicBezTo>
                      <a:pt x="548" y="420"/>
                      <a:pt x="548" y="420"/>
                      <a:pt x="548" y="420"/>
                    </a:cubicBezTo>
                    <a:cubicBezTo>
                      <a:pt x="548" y="419"/>
                      <a:pt x="548" y="419"/>
                      <a:pt x="548" y="419"/>
                    </a:cubicBezTo>
                    <a:cubicBezTo>
                      <a:pt x="548" y="419"/>
                      <a:pt x="548" y="419"/>
                      <a:pt x="548" y="419"/>
                    </a:cubicBezTo>
                    <a:cubicBezTo>
                      <a:pt x="548" y="419"/>
                      <a:pt x="548" y="419"/>
                      <a:pt x="548" y="419"/>
                    </a:cubicBezTo>
                    <a:cubicBezTo>
                      <a:pt x="549" y="418"/>
                      <a:pt x="549" y="418"/>
                      <a:pt x="549" y="418"/>
                    </a:cubicBezTo>
                    <a:lnTo>
                      <a:pt x="505" y="397"/>
                    </a:lnTo>
                    <a:close/>
                    <a:moveTo>
                      <a:pt x="521" y="353"/>
                    </a:moveTo>
                    <a:cubicBezTo>
                      <a:pt x="521" y="354"/>
                      <a:pt x="521" y="355"/>
                      <a:pt x="521" y="356"/>
                    </a:cubicBezTo>
                    <a:cubicBezTo>
                      <a:pt x="568" y="369"/>
                      <a:pt x="568" y="369"/>
                      <a:pt x="568" y="369"/>
                    </a:cubicBezTo>
                    <a:cubicBezTo>
                      <a:pt x="568" y="368"/>
                      <a:pt x="568" y="367"/>
                      <a:pt x="569" y="366"/>
                    </a:cubicBezTo>
                    <a:lnTo>
                      <a:pt x="521" y="353"/>
                    </a:lnTo>
                    <a:close/>
                    <a:moveTo>
                      <a:pt x="529" y="308"/>
                    </a:moveTo>
                    <a:cubicBezTo>
                      <a:pt x="529" y="309"/>
                      <a:pt x="529" y="309"/>
                      <a:pt x="529" y="310"/>
                    </a:cubicBezTo>
                    <a:cubicBezTo>
                      <a:pt x="578" y="314"/>
                      <a:pt x="578" y="314"/>
                      <a:pt x="578" y="314"/>
                    </a:cubicBezTo>
                    <a:cubicBezTo>
                      <a:pt x="578" y="314"/>
                      <a:pt x="578" y="314"/>
                      <a:pt x="578" y="314"/>
                    </a:cubicBezTo>
                    <a:cubicBezTo>
                      <a:pt x="578" y="314"/>
                      <a:pt x="578" y="314"/>
                      <a:pt x="578" y="314"/>
                    </a:cubicBezTo>
                    <a:cubicBezTo>
                      <a:pt x="578" y="314"/>
                      <a:pt x="578" y="314"/>
                      <a:pt x="578" y="314"/>
                    </a:cubicBezTo>
                    <a:cubicBezTo>
                      <a:pt x="578" y="314"/>
                      <a:pt x="578" y="314"/>
                      <a:pt x="578" y="314"/>
                    </a:cubicBezTo>
                    <a:cubicBezTo>
                      <a:pt x="578" y="314"/>
                      <a:pt x="578" y="314"/>
                      <a:pt x="578" y="314"/>
                    </a:cubicBezTo>
                    <a:cubicBezTo>
                      <a:pt x="578" y="314"/>
                      <a:pt x="578" y="314"/>
                      <a:pt x="578" y="314"/>
                    </a:cubicBezTo>
                    <a:cubicBezTo>
                      <a:pt x="578" y="313"/>
                      <a:pt x="578" y="312"/>
                      <a:pt x="578" y="311"/>
                    </a:cubicBezTo>
                    <a:lnTo>
                      <a:pt x="529" y="308"/>
                    </a:lnTo>
                    <a:close/>
                    <a:moveTo>
                      <a:pt x="577" y="256"/>
                    </a:moveTo>
                    <a:cubicBezTo>
                      <a:pt x="528" y="261"/>
                      <a:pt x="528" y="261"/>
                      <a:pt x="528" y="261"/>
                    </a:cubicBezTo>
                    <a:cubicBezTo>
                      <a:pt x="528" y="262"/>
                      <a:pt x="528" y="263"/>
                      <a:pt x="529" y="264"/>
                    </a:cubicBezTo>
                    <a:cubicBezTo>
                      <a:pt x="577" y="259"/>
                      <a:pt x="577" y="259"/>
                      <a:pt x="577" y="259"/>
                    </a:cubicBezTo>
                    <a:cubicBezTo>
                      <a:pt x="577" y="258"/>
                      <a:pt x="577" y="257"/>
                      <a:pt x="577" y="256"/>
                    </a:cubicBezTo>
                    <a:cubicBezTo>
                      <a:pt x="577" y="256"/>
                      <a:pt x="577" y="256"/>
                      <a:pt x="577" y="256"/>
                    </a:cubicBezTo>
                    <a:cubicBezTo>
                      <a:pt x="577" y="256"/>
                      <a:pt x="577" y="256"/>
                      <a:pt x="577" y="256"/>
                    </a:cubicBezTo>
                    <a:cubicBezTo>
                      <a:pt x="577" y="256"/>
                      <a:pt x="577" y="256"/>
                      <a:pt x="577" y="256"/>
                    </a:cubicBezTo>
                    <a:close/>
                    <a:moveTo>
                      <a:pt x="565" y="201"/>
                    </a:moveTo>
                    <a:cubicBezTo>
                      <a:pt x="519" y="216"/>
                      <a:pt x="519" y="216"/>
                      <a:pt x="519" y="216"/>
                    </a:cubicBezTo>
                    <a:cubicBezTo>
                      <a:pt x="519" y="217"/>
                      <a:pt x="519" y="218"/>
                      <a:pt x="519" y="219"/>
                    </a:cubicBezTo>
                    <a:cubicBezTo>
                      <a:pt x="566" y="204"/>
                      <a:pt x="566" y="204"/>
                      <a:pt x="566" y="204"/>
                    </a:cubicBezTo>
                    <a:cubicBezTo>
                      <a:pt x="566" y="203"/>
                      <a:pt x="566" y="202"/>
                      <a:pt x="565" y="201"/>
                    </a:cubicBezTo>
                    <a:close/>
                    <a:moveTo>
                      <a:pt x="543" y="150"/>
                    </a:moveTo>
                    <a:cubicBezTo>
                      <a:pt x="500" y="174"/>
                      <a:pt x="500" y="174"/>
                      <a:pt x="500" y="174"/>
                    </a:cubicBezTo>
                    <a:cubicBezTo>
                      <a:pt x="501" y="175"/>
                      <a:pt x="501" y="175"/>
                      <a:pt x="501" y="176"/>
                    </a:cubicBezTo>
                    <a:cubicBezTo>
                      <a:pt x="545" y="153"/>
                      <a:pt x="545" y="153"/>
                      <a:pt x="545" y="153"/>
                    </a:cubicBezTo>
                    <a:cubicBezTo>
                      <a:pt x="544" y="152"/>
                      <a:pt x="544" y="151"/>
                      <a:pt x="543" y="150"/>
                    </a:cubicBezTo>
                    <a:close/>
                    <a:moveTo>
                      <a:pt x="512" y="104"/>
                    </a:moveTo>
                    <a:cubicBezTo>
                      <a:pt x="474" y="136"/>
                      <a:pt x="474" y="136"/>
                      <a:pt x="474" y="136"/>
                    </a:cubicBezTo>
                    <a:cubicBezTo>
                      <a:pt x="475" y="136"/>
                      <a:pt x="475" y="137"/>
                      <a:pt x="476" y="137"/>
                    </a:cubicBezTo>
                    <a:cubicBezTo>
                      <a:pt x="514" y="106"/>
                      <a:pt x="514" y="106"/>
                      <a:pt x="514" y="106"/>
                    </a:cubicBezTo>
                    <a:cubicBezTo>
                      <a:pt x="513" y="106"/>
                      <a:pt x="513" y="106"/>
                      <a:pt x="513" y="106"/>
                    </a:cubicBezTo>
                    <a:cubicBezTo>
                      <a:pt x="513" y="106"/>
                      <a:pt x="513" y="106"/>
                      <a:pt x="513" y="106"/>
                    </a:cubicBezTo>
                    <a:cubicBezTo>
                      <a:pt x="513" y="106"/>
                      <a:pt x="513" y="106"/>
                      <a:pt x="513" y="106"/>
                    </a:cubicBezTo>
                    <a:cubicBezTo>
                      <a:pt x="513" y="106"/>
                      <a:pt x="513" y="106"/>
                      <a:pt x="513" y="106"/>
                    </a:cubicBezTo>
                    <a:cubicBezTo>
                      <a:pt x="513" y="106"/>
                      <a:pt x="513" y="106"/>
                      <a:pt x="513" y="106"/>
                    </a:cubicBezTo>
                    <a:cubicBezTo>
                      <a:pt x="513" y="106"/>
                      <a:pt x="513" y="106"/>
                      <a:pt x="513" y="106"/>
                    </a:cubicBezTo>
                    <a:cubicBezTo>
                      <a:pt x="513" y="106"/>
                      <a:pt x="513" y="106"/>
                      <a:pt x="513" y="106"/>
                    </a:cubicBezTo>
                    <a:cubicBezTo>
                      <a:pt x="513" y="106"/>
                      <a:pt x="513" y="106"/>
                      <a:pt x="513" y="106"/>
                    </a:cubicBezTo>
                    <a:cubicBezTo>
                      <a:pt x="513" y="106"/>
                      <a:pt x="513" y="106"/>
                      <a:pt x="513" y="106"/>
                    </a:cubicBezTo>
                    <a:cubicBezTo>
                      <a:pt x="513" y="105"/>
                      <a:pt x="512" y="105"/>
                      <a:pt x="512" y="104"/>
                    </a:cubicBezTo>
                    <a:close/>
                    <a:moveTo>
                      <a:pt x="472" y="65"/>
                    </a:moveTo>
                    <a:cubicBezTo>
                      <a:pt x="441" y="103"/>
                      <a:pt x="441" y="103"/>
                      <a:pt x="441" y="103"/>
                    </a:cubicBezTo>
                    <a:cubicBezTo>
                      <a:pt x="442" y="104"/>
                      <a:pt x="442" y="104"/>
                      <a:pt x="443" y="105"/>
                    </a:cubicBezTo>
                    <a:cubicBezTo>
                      <a:pt x="474" y="67"/>
                      <a:pt x="474" y="67"/>
                      <a:pt x="474" y="67"/>
                    </a:cubicBezTo>
                    <a:cubicBezTo>
                      <a:pt x="473" y="66"/>
                      <a:pt x="473" y="66"/>
                      <a:pt x="473" y="66"/>
                    </a:cubicBezTo>
                    <a:cubicBezTo>
                      <a:pt x="473" y="66"/>
                      <a:pt x="473" y="66"/>
                      <a:pt x="473" y="66"/>
                    </a:cubicBezTo>
                    <a:cubicBezTo>
                      <a:pt x="473" y="66"/>
                      <a:pt x="473" y="66"/>
                      <a:pt x="473" y="66"/>
                    </a:cubicBezTo>
                    <a:cubicBezTo>
                      <a:pt x="473" y="66"/>
                      <a:pt x="473" y="66"/>
                      <a:pt x="473" y="66"/>
                    </a:cubicBezTo>
                    <a:cubicBezTo>
                      <a:pt x="473" y="66"/>
                      <a:pt x="473" y="66"/>
                      <a:pt x="473" y="66"/>
                    </a:cubicBezTo>
                    <a:cubicBezTo>
                      <a:pt x="473" y="66"/>
                      <a:pt x="473" y="66"/>
                      <a:pt x="473" y="66"/>
                    </a:cubicBezTo>
                    <a:cubicBezTo>
                      <a:pt x="473" y="66"/>
                      <a:pt x="473" y="66"/>
                      <a:pt x="473" y="66"/>
                    </a:cubicBezTo>
                    <a:cubicBezTo>
                      <a:pt x="473" y="66"/>
                      <a:pt x="473" y="66"/>
                      <a:pt x="473" y="66"/>
                    </a:cubicBezTo>
                    <a:cubicBezTo>
                      <a:pt x="473" y="65"/>
                      <a:pt x="473" y="65"/>
                      <a:pt x="473" y="65"/>
                    </a:cubicBezTo>
                    <a:cubicBezTo>
                      <a:pt x="473" y="65"/>
                      <a:pt x="473" y="65"/>
                      <a:pt x="473" y="65"/>
                    </a:cubicBezTo>
                    <a:lnTo>
                      <a:pt x="472" y="65"/>
                    </a:lnTo>
                    <a:close/>
                    <a:moveTo>
                      <a:pt x="426" y="34"/>
                    </a:moveTo>
                    <a:cubicBezTo>
                      <a:pt x="403" y="77"/>
                      <a:pt x="403" y="77"/>
                      <a:pt x="403" y="77"/>
                    </a:cubicBezTo>
                    <a:cubicBezTo>
                      <a:pt x="403" y="78"/>
                      <a:pt x="404" y="78"/>
                      <a:pt x="405" y="79"/>
                    </a:cubicBezTo>
                    <a:cubicBezTo>
                      <a:pt x="428" y="35"/>
                      <a:pt x="428" y="35"/>
                      <a:pt x="428" y="35"/>
                    </a:cubicBezTo>
                    <a:cubicBezTo>
                      <a:pt x="428" y="35"/>
                      <a:pt x="428" y="35"/>
                      <a:pt x="428" y="35"/>
                    </a:cubicBezTo>
                    <a:cubicBezTo>
                      <a:pt x="428" y="35"/>
                      <a:pt x="428" y="35"/>
                      <a:pt x="428" y="35"/>
                    </a:cubicBezTo>
                    <a:cubicBezTo>
                      <a:pt x="428" y="35"/>
                      <a:pt x="428" y="35"/>
                      <a:pt x="428" y="35"/>
                    </a:cubicBezTo>
                    <a:cubicBezTo>
                      <a:pt x="427" y="35"/>
                      <a:pt x="426" y="35"/>
                      <a:pt x="426" y="34"/>
                    </a:cubicBezTo>
                    <a:close/>
                    <a:moveTo>
                      <a:pt x="374" y="13"/>
                    </a:moveTo>
                    <a:cubicBezTo>
                      <a:pt x="360" y="60"/>
                      <a:pt x="360" y="60"/>
                      <a:pt x="360" y="60"/>
                    </a:cubicBezTo>
                    <a:cubicBezTo>
                      <a:pt x="361" y="60"/>
                      <a:pt x="361" y="60"/>
                      <a:pt x="362" y="60"/>
                    </a:cubicBezTo>
                    <a:cubicBezTo>
                      <a:pt x="377" y="14"/>
                      <a:pt x="377" y="14"/>
                      <a:pt x="377" y="14"/>
                    </a:cubicBezTo>
                    <a:cubicBezTo>
                      <a:pt x="376" y="13"/>
                      <a:pt x="376" y="13"/>
                      <a:pt x="375" y="13"/>
                    </a:cubicBezTo>
                    <a:cubicBezTo>
                      <a:pt x="375" y="13"/>
                      <a:pt x="375" y="13"/>
                      <a:pt x="375" y="13"/>
                    </a:cubicBezTo>
                    <a:cubicBezTo>
                      <a:pt x="375" y="13"/>
                      <a:pt x="375" y="13"/>
                      <a:pt x="375" y="13"/>
                    </a:cubicBezTo>
                    <a:cubicBezTo>
                      <a:pt x="375" y="13"/>
                      <a:pt x="375" y="13"/>
                      <a:pt x="375" y="13"/>
                    </a:cubicBezTo>
                    <a:cubicBezTo>
                      <a:pt x="375" y="13"/>
                      <a:pt x="375" y="13"/>
                      <a:pt x="375" y="13"/>
                    </a:cubicBezTo>
                    <a:cubicBezTo>
                      <a:pt x="375" y="13"/>
                      <a:pt x="375" y="13"/>
                      <a:pt x="375" y="13"/>
                    </a:cubicBezTo>
                    <a:cubicBezTo>
                      <a:pt x="375" y="13"/>
                      <a:pt x="375" y="13"/>
                      <a:pt x="375" y="13"/>
                    </a:cubicBezTo>
                    <a:lnTo>
                      <a:pt x="374" y="13"/>
                    </a:lnTo>
                    <a:close/>
                    <a:moveTo>
                      <a:pt x="320" y="2"/>
                    </a:moveTo>
                    <a:cubicBezTo>
                      <a:pt x="315" y="51"/>
                      <a:pt x="315" y="51"/>
                      <a:pt x="315" y="51"/>
                    </a:cubicBezTo>
                    <a:cubicBezTo>
                      <a:pt x="315" y="51"/>
                      <a:pt x="316" y="51"/>
                      <a:pt x="317" y="51"/>
                    </a:cubicBezTo>
                    <a:cubicBezTo>
                      <a:pt x="322" y="2"/>
                      <a:pt x="322" y="2"/>
                      <a:pt x="322" y="2"/>
                    </a:cubicBezTo>
                    <a:cubicBezTo>
                      <a:pt x="322" y="2"/>
                      <a:pt x="321" y="2"/>
                      <a:pt x="320" y="2"/>
                    </a:cubicBezTo>
                    <a:cubicBezTo>
                      <a:pt x="320" y="2"/>
                      <a:pt x="320" y="2"/>
                      <a:pt x="320" y="2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0" name="Google Shape;800;p18"/>
              <p:cNvSpPr/>
              <p:nvPr/>
            </p:nvSpPr>
            <p:spPr>
              <a:xfrm>
                <a:off x="5867400" y="4462463"/>
                <a:ext cx="720725" cy="722312"/>
              </a:xfrm>
              <a:custGeom>
                <a:avLst/>
                <a:gdLst/>
                <a:ahLst/>
                <a:cxnLst/>
                <a:rect l="l" t="t" r="r" b="b"/>
                <a:pathLst>
                  <a:path w="428" h="428" extrusionOk="0">
                    <a:moveTo>
                      <a:pt x="214" y="422"/>
                    </a:moveTo>
                    <a:cubicBezTo>
                      <a:pt x="214" y="419"/>
                      <a:pt x="217" y="416"/>
                      <a:pt x="220" y="416"/>
                    </a:cubicBezTo>
                    <a:cubicBezTo>
                      <a:pt x="223" y="416"/>
                      <a:pt x="226" y="418"/>
                      <a:pt x="226" y="422"/>
                    </a:cubicBezTo>
                    <a:cubicBezTo>
                      <a:pt x="226" y="425"/>
                      <a:pt x="223" y="428"/>
                      <a:pt x="220" y="428"/>
                    </a:cubicBezTo>
                    <a:cubicBezTo>
                      <a:pt x="220" y="428"/>
                      <a:pt x="220" y="428"/>
                      <a:pt x="220" y="428"/>
                    </a:cubicBezTo>
                    <a:cubicBezTo>
                      <a:pt x="217" y="428"/>
                      <a:pt x="214" y="425"/>
                      <a:pt x="214" y="422"/>
                    </a:cubicBezTo>
                    <a:close/>
                    <a:moveTo>
                      <a:pt x="187" y="426"/>
                    </a:moveTo>
                    <a:cubicBezTo>
                      <a:pt x="187" y="426"/>
                      <a:pt x="187" y="426"/>
                      <a:pt x="187" y="426"/>
                    </a:cubicBezTo>
                    <a:cubicBezTo>
                      <a:pt x="184" y="426"/>
                      <a:pt x="182" y="423"/>
                      <a:pt x="182" y="420"/>
                    </a:cubicBezTo>
                    <a:cubicBezTo>
                      <a:pt x="182" y="416"/>
                      <a:pt x="185" y="414"/>
                      <a:pt x="189" y="415"/>
                    </a:cubicBezTo>
                    <a:cubicBezTo>
                      <a:pt x="189" y="415"/>
                      <a:pt x="189" y="415"/>
                      <a:pt x="189" y="415"/>
                    </a:cubicBezTo>
                    <a:cubicBezTo>
                      <a:pt x="192" y="415"/>
                      <a:pt x="194" y="418"/>
                      <a:pt x="194" y="421"/>
                    </a:cubicBezTo>
                    <a:cubicBezTo>
                      <a:pt x="193" y="424"/>
                      <a:pt x="191" y="426"/>
                      <a:pt x="188" y="426"/>
                    </a:cubicBezTo>
                    <a:lnTo>
                      <a:pt x="187" y="426"/>
                    </a:lnTo>
                    <a:close/>
                    <a:moveTo>
                      <a:pt x="246" y="419"/>
                    </a:moveTo>
                    <a:cubicBezTo>
                      <a:pt x="245" y="416"/>
                      <a:pt x="248" y="413"/>
                      <a:pt x="251" y="413"/>
                    </a:cubicBezTo>
                    <a:cubicBezTo>
                      <a:pt x="254" y="412"/>
                      <a:pt x="257" y="414"/>
                      <a:pt x="257" y="417"/>
                    </a:cubicBezTo>
                    <a:cubicBezTo>
                      <a:pt x="258" y="420"/>
                      <a:pt x="256" y="424"/>
                      <a:pt x="253" y="424"/>
                    </a:cubicBezTo>
                    <a:cubicBezTo>
                      <a:pt x="252" y="424"/>
                      <a:pt x="252" y="424"/>
                      <a:pt x="252" y="424"/>
                    </a:cubicBezTo>
                    <a:cubicBezTo>
                      <a:pt x="249" y="424"/>
                      <a:pt x="247" y="422"/>
                      <a:pt x="246" y="419"/>
                    </a:cubicBezTo>
                    <a:close/>
                    <a:moveTo>
                      <a:pt x="155" y="420"/>
                    </a:moveTo>
                    <a:cubicBezTo>
                      <a:pt x="152" y="419"/>
                      <a:pt x="150" y="415"/>
                      <a:pt x="151" y="412"/>
                    </a:cubicBezTo>
                    <a:cubicBezTo>
                      <a:pt x="152" y="409"/>
                      <a:pt x="155" y="407"/>
                      <a:pt x="158" y="408"/>
                    </a:cubicBezTo>
                    <a:cubicBezTo>
                      <a:pt x="158" y="408"/>
                      <a:pt x="158" y="408"/>
                      <a:pt x="158" y="408"/>
                    </a:cubicBezTo>
                    <a:cubicBezTo>
                      <a:pt x="161" y="409"/>
                      <a:pt x="163" y="412"/>
                      <a:pt x="162" y="416"/>
                    </a:cubicBezTo>
                    <a:cubicBezTo>
                      <a:pt x="161" y="418"/>
                      <a:pt x="159" y="420"/>
                      <a:pt x="157" y="420"/>
                    </a:cubicBezTo>
                    <a:cubicBezTo>
                      <a:pt x="156" y="420"/>
                      <a:pt x="155" y="420"/>
                      <a:pt x="155" y="420"/>
                    </a:cubicBezTo>
                    <a:close/>
                    <a:moveTo>
                      <a:pt x="277" y="412"/>
                    </a:moveTo>
                    <a:cubicBezTo>
                      <a:pt x="276" y="409"/>
                      <a:pt x="278" y="406"/>
                      <a:pt x="281" y="405"/>
                    </a:cubicBezTo>
                    <a:cubicBezTo>
                      <a:pt x="284" y="404"/>
                      <a:pt x="287" y="405"/>
                      <a:pt x="288" y="408"/>
                    </a:cubicBezTo>
                    <a:cubicBezTo>
                      <a:pt x="289" y="411"/>
                      <a:pt x="288" y="415"/>
                      <a:pt x="285" y="416"/>
                    </a:cubicBezTo>
                    <a:cubicBezTo>
                      <a:pt x="284" y="416"/>
                      <a:pt x="283" y="416"/>
                      <a:pt x="283" y="416"/>
                    </a:cubicBezTo>
                    <a:cubicBezTo>
                      <a:pt x="280" y="416"/>
                      <a:pt x="278" y="414"/>
                      <a:pt x="277" y="412"/>
                    </a:cubicBezTo>
                    <a:close/>
                    <a:moveTo>
                      <a:pt x="124" y="408"/>
                    </a:moveTo>
                    <a:cubicBezTo>
                      <a:pt x="121" y="407"/>
                      <a:pt x="120" y="403"/>
                      <a:pt x="121" y="400"/>
                    </a:cubicBezTo>
                    <a:cubicBezTo>
                      <a:pt x="122" y="397"/>
                      <a:pt x="126" y="396"/>
                      <a:pt x="129" y="398"/>
                    </a:cubicBezTo>
                    <a:cubicBezTo>
                      <a:pt x="132" y="399"/>
                      <a:pt x="133" y="402"/>
                      <a:pt x="132" y="405"/>
                    </a:cubicBezTo>
                    <a:cubicBezTo>
                      <a:pt x="131" y="407"/>
                      <a:pt x="129" y="409"/>
                      <a:pt x="126" y="409"/>
                    </a:cubicBezTo>
                    <a:cubicBezTo>
                      <a:pt x="126" y="409"/>
                      <a:pt x="125" y="409"/>
                      <a:pt x="124" y="408"/>
                    </a:cubicBezTo>
                    <a:close/>
                    <a:moveTo>
                      <a:pt x="307" y="400"/>
                    </a:moveTo>
                    <a:cubicBezTo>
                      <a:pt x="305" y="397"/>
                      <a:pt x="306" y="394"/>
                      <a:pt x="309" y="392"/>
                    </a:cubicBezTo>
                    <a:cubicBezTo>
                      <a:pt x="312" y="391"/>
                      <a:pt x="316" y="392"/>
                      <a:pt x="317" y="394"/>
                    </a:cubicBezTo>
                    <a:cubicBezTo>
                      <a:pt x="319" y="397"/>
                      <a:pt x="318" y="401"/>
                      <a:pt x="315" y="402"/>
                    </a:cubicBezTo>
                    <a:cubicBezTo>
                      <a:pt x="314" y="403"/>
                      <a:pt x="313" y="403"/>
                      <a:pt x="312" y="403"/>
                    </a:cubicBezTo>
                    <a:cubicBezTo>
                      <a:pt x="310" y="403"/>
                      <a:pt x="308" y="402"/>
                      <a:pt x="307" y="400"/>
                    </a:cubicBezTo>
                    <a:close/>
                    <a:moveTo>
                      <a:pt x="95" y="392"/>
                    </a:moveTo>
                    <a:cubicBezTo>
                      <a:pt x="93" y="390"/>
                      <a:pt x="92" y="387"/>
                      <a:pt x="94" y="384"/>
                    </a:cubicBezTo>
                    <a:cubicBezTo>
                      <a:pt x="95" y="381"/>
                      <a:pt x="99" y="381"/>
                      <a:pt x="102" y="382"/>
                    </a:cubicBezTo>
                    <a:cubicBezTo>
                      <a:pt x="104" y="384"/>
                      <a:pt x="105" y="388"/>
                      <a:pt x="103" y="390"/>
                    </a:cubicBezTo>
                    <a:cubicBezTo>
                      <a:pt x="102" y="392"/>
                      <a:pt x="100" y="393"/>
                      <a:pt x="98" y="393"/>
                    </a:cubicBezTo>
                    <a:cubicBezTo>
                      <a:pt x="97" y="393"/>
                      <a:pt x="96" y="393"/>
                      <a:pt x="95" y="392"/>
                    </a:cubicBezTo>
                    <a:close/>
                    <a:moveTo>
                      <a:pt x="334" y="383"/>
                    </a:moveTo>
                    <a:cubicBezTo>
                      <a:pt x="332" y="381"/>
                      <a:pt x="333" y="377"/>
                      <a:pt x="335" y="375"/>
                    </a:cubicBezTo>
                    <a:cubicBezTo>
                      <a:pt x="338" y="373"/>
                      <a:pt x="342" y="374"/>
                      <a:pt x="344" y="376"/>
                    </a:cubicBezTo>
                    <a:cubicBezTo>
                      <a:pt x="346" y="379"/>
                      <a:pt x="345" y="383"/>
                      <a:pt x="342" y="385"/>
                    </a:cubicBezTo>
                    <a:cubicBezTo>
                      <a:pt x="341" y="385"/>
                      <a:pt x="340" y="386"/>
                      <a:pt x="339" y="386"/>
                    </a:cubicBezTo>
                    <a:cubicBezTo>
                      <a:pt x="337" y="386"/>
                      <a:pt x="335" y="385"/>
                      <a:pt x="334" y="383"/>
                    </a:cubicBezTo>
                    <a:close/>
                    <a:moveTo>
                      <a:pt x="69" y="372"/>
                    </a:moveTo>
                    <a:cubicBezTo>
                      <a:pt x="69" y="372"/>
                      <a:pt x="69" y="372"/>
                      <a:pt x="69" y="372"/>
                    </a:cubicBezTo>
                    <a:cubicBezTo>
                      <a:pt x="67" y="370"/>
                      <a:pt x="67" y="366"/>
                      <a:pt x="69" y="364"/>
                    </a:cubicBezTo>
                    <a:cubicBezTo>
                      <a:pt x="71" y="361"/>
                      <a:pt x="75" y="361"/>
                      <a:pt x="77" y="363"/>
                    </a:cubicBezTo>
                    <a:cubicBezTo>
                      <a:pt x="79" y="365"/>
                      <a:pt x="80" y="369"/>
                      <a:pt x="77" y="371"/>
                    </a:cubicBezTo>
                    <a:cubicBezTo>
                      <a:pt x="76" y="373"/>
                      <a:pt x="75" y="373"/>
                      <a:pt x="73" y="373"/>
                    </a:cubicBezTo>
                    <a:cubicBezTo>
                      <a:pt x="72" y="373"/>
                      <a:pt x="70" y="373"/>
                      <a:pt x="69" y="372"/>
                    </a:cubicBezTo>
                    <a:close/>
                    <a:moveTo>
                      <a:pt x="359" y="363"/>
                    </a:moveTo>
                    <a:cubicBezTo>
                      <a:pt x="357" y="361"/>
                      <a:pt x="357" y="357"/>
                      <a:pt x="359" y="355"/>
                    </a:cubicBezTo>
                    <a:cubicBezTo>
                      <a:pt x="359" y="355"/>
                      <a:pt x="359" y="355"/>
                      <a:pt x="359" y="355"/>
                    </a:cubicBezTo>
                    <a:cubicBezTo>
                      <a:pt x="361" y="352"/>
                      <a:pt x="365" y="352"/>
                      <a:pt x="367" y="354"/>
                    </a:cubicBezTo>
                    <a:cubicBezTo>
                      <a:pt x="369" y="357"/>
                      <a:pt x="369" y="360"/>
                      <a:pt x="367" y="363"/>
                    </a:cubicBezTo>
                    <a:cubicBezTo>
                      <a:pt x="366" y="364"/>
                      <a:pt x="364" y="364"/>
                      <a:pt x="363" y="364"/>
                    </a:cubicBezTo>
                    <a:cubicBezTo>
                      <a:pt x="361" y="364"/>
                      <a:pt x="360" y="364"/>
                      <a:pt x="359" y="363"/>
                    </a:cubicBezTo>
                    <a:close/>
                    <a:moveTo>
                      <a:pt x="47" y="348"/>
                    </a:moveTo>
                    <a:cubicBezTo>
                      <a:pt x="45" y="345"/>
                      <a:pt x="45" y="342"/>
                      <a:pt x="48" y="340"/>
                    </a:cubicBezTo>
                    <a:cubicBezTo>
                      <a:pt x="50" y="338"/>
                      <a:pt x="54" y="338"/>
                      <a:pt x="56" y="340"/>
                    </a:cubicBezTo>
                    <a:cubicBezTo>
                      <a:pt x="58" y="343"/>
                      <a:pt x="57" y="347"/>
                      <a:pt x="55" y="349"/>
                    </a:cubicBezTo>
                    <a:cubicBezTo>
                      <a:pt x="54" y="350"/>
                      <a:pt x="53" y="350"/>
                      <a:pt x="51" y="350"/>
                    </a:cubicBezTo>
                    <a:cubicBezTo>
                      <a:pt x="50" y="350"/>
                      <a:pt x="48" y="349"/>
                      <a:pt x="47" y="348"/>
                    </a:cubicBezTo>
                    <a:close/>
                    <a:moveTo>
                      <a:pt x="380" y="339"/>
                    </a:moveTo>
                    <a:cubicBezTo>
                      <a:pt x="377" y="337"/>
                      <a:pt x="377" y="333"/>
                      <a:pt x="379" y="331"/>
                    </a:cubicBezTo>
                    <a:cubicBezTo>
                      <a:pt x="381" y="328"/>
                      <a:pt x="384" y="327"/>
                      <a:pt x="387" y="329"/>
                    </a:cubicBezTo>
                    <a:cubicBezTo>
                      <a:pt x="389" y="331"/>
                      <a:pt x="390" y="335"/>
                      <a:pt x="388" y="337"/>
                    </a:cubicBezTo>
                    <a:cubicBezTo>
                      <a:pt x="387" y="339"/>
                      <a:pt x="385" y="340"/>
                      <a:pt x="383" y="340"/>
                    </a:cubicBezTo>
                    <a:cubicBezTo>
                      <a:pt x="382" y="340"/>
                      <a:pt x="381" y="339"/>
                      <a:pt x="380" y="339"/>
                    </a:cubicBezTo>
                    <a:close/>
                    <a:moveTo>
                      <a:pt x="28" y="321"/>
                    </a:moveTo>
                    <a:cubicBezTo>
                      <a:pt x="26" y="318"/>
                      <a:pt x="27" y="314"/>
                      <a:pt x="30" y="313"/>
                    </a:cubicBezTo>
                    <a:cubicBezTo>
                      <a:pt x="33" y="311"/>
                      <a:pt x="37" y="312"/>
                      <a:pt x="38" y="315"/>
                    </a:cubicBezTo>
                    <a:cubicBezTo>
                      <a:pt x="40" y="318"/>
                      <a:pt x="39" y="321"/>
                      <a:pt x="36" y="323"/>
                    </a:cubicBezTo>
                    <a:cubicBezTo>
                      <a:pt x="35" y="323"/>
                      <a:pt x="34" y="324"/>
                      <a:pt x="33" y="324"/>
                    </a:cubicBezTo>
                    <a:cubicBezTo>
                      <a:pt x="31" y="324"/>
                      <a:pt x="29" y="323"/>
                      <a:pt x="28" y="321"/>
                    </a:cubicBezTo>
                    <a:close/>
                    <a:moveTo>
                      <a:pt x="397" y="312"/>
                    </a:moveTo>
                    <a:cubicBezTo>
                      <a:pt x="394" y="310"/>
                      <a:pt x="393" y="307"/>
                      <a:pt x="395" y="304"/>
                    </a:cubicBezTo>
                    <a:cubicBezTo>
                      <a:pt x="396" y="301"/>
                      <a:pt x="400" y="300"/>
                      <a:pt x="403" y="301"/>
                    </a:cubicBezTo>
                    <a:cubicBezTo>
                      <a:pt x="405" y="303"/>
                      <a:pt x="407" y="306"/>
                      <a:pt x="405" y="309"/>
                    </a:cubicBezTo>
                    <a:cubicBezTo>
                      <a:pt x="404" y="311"/>
                      <a:pt x="402" y="312"/>
                      <a:pt x="400" y="312"/>
                    </a:cubicBezTo>
                    <a:cubicBezTo>
                      <a:pt x="399" y="312"/>
                      <a:pt x="398" y="312"/>
                      <a:pt x="397" y="312"/>
                    </a:cubicBezTo>
                    <a:close/>
                    <a:moveTo>
                      <a:pt x="14" y="291"/>
                    </a:moveTo>
                    <a:cubicBezTo>
                      <a:pt x="13" y="288"/>
                      <a:pt x="14" y="285"/>
                      <a:pt x="17" y="283"/>
                    </a:cubicBezTo>
                    <a:cubicBezTo>
                      <a:pt x="20" y="282"/>
                      <a:pt x="24" y="284"/>
                      <a:pt x="25" y="287"/>
                    </a:cubicBezTo>
                    <a:cubicBezTo>
                      <a:pt x="26" y="290"/>
                      <a:pt x="24" y="293"/>
                      <a:pt x="21" y="294"/>
                    </a:cubicBezTo>
                    <a:cubicBezTo>
                      <a:pt x="21" y="295"/>
                      <a:pt x="20" y="295"/>
                      <a:pt x="19" y="295"/>
                    </a:cubicBezTo>
                    <a:cubicBezTo>
                      <a:pt x="17" y="295"/>
                      <a:pt x="15" y="293"/>
                      <a:pt x="14" y="291"/>
                    </a:cubicBezTo>
                    <a:close/>
                    <a:moveTo>
                      <a:pt x="410" y="282"/>
                    </a:moveTo>
                    <a:cubicBezTo>
                      <a:pt x="407" y="281"/>
                      <a:pt x="405" y="278"/>
                      <a:pt x="406" y="275"/>
                    </a:cubicBezTo>
                    <a:cubicBezTo>
                      <a:pt x="407" y="272"/>
                      <a:pt x="411" y="270"/>
                      <a:pt x="414" y="271"/>
                    </a:cubicBezTo>
                    <a:cubicBezTo>
                      <a:pt x="417" y="272"/>
                      <a:pt x="419" y="275"/>
                      <a:pt x="418" y="279"/>
                    </a:cubicBezTo>
                    <a:cubicBezTo>
                      <a:pt x="417" y="281"/>
                      <a:pt x="414" y="283"/>
                      <a:pt x="412" y="283"/>
                    </a:cubicBezTo>
                    <a:cubicBezTo>
                      <a:pt x="411" y="283"/>
                      <a:pt x="411" y="283"/>
                      <a:pt x="410" y="282"/>
                    </a:cubicBezTo>
                    <a:close/>
                    <a:moveTo>
                      <a:pt x="4" y="259"/>
                    </a:moveTo>
                    <a:cubicBezTo>
                      <a:pt x="4" y="256"/>
                      <a:pt x="6" y="253"/>
                      <a:pt x="9" y="252"/>
                    </a:cubicBezTo>
                    <a:cubicBezTo>
                      <a:pt x="12" y="252"/>
                      <a:pt x="15" y="254"/>
                      <a:pt x="16" y="257"/>
                    </a:cubicBezTo>
                    <a:cubicBezTo>
                      <a:pt x="16" y="260"/>
                      <a:pt x="14" y="263"/>
                      <a:pt x="11" y="264"/>
                    </a:cubicBezTo>
                    <a:cubicBezTo>
                      <a:pt x="11" y="264"/>
                      <a:pt x="10" y="264"/>
                      <a:pt x="10" y="264"/>
                    </a:cubicBezTo>
                    <a:cubicBezTo>
                      <a:pt x="7" y="264"/>
                      <a:pt x="5" y="262"/>
                      <a:pt x="4" y="259"/>
                    </a:cubicBezTo>
                    <a:close/>
                    <a:moveTo>
                      <a:pt x="418" y="251"/>
                    </a:moveTo>
                    <a:cubicBezTo>
                      <a:pt x="415" y="251"/>
                      <a:pt x="413" y="248"/>
                      <a:pt x="414" y="245"/>
                    </a:cubicBezTo>
                    <a:cubicBezTo>
                      <a:pt x="414" y="242"/>
                      <a:pt x="417" y="239"/>
                      <a:pt x="420" y="240"/>
                    </a:cubicBezTo>
                    <a:cubicBezTo>
                      <a:pt x="423" y="240"/>
                      <a:pt x="426" y="243"/>
                      <a:pt x="425" y="246"/>
                    </a:cubicBezTo>
                    <a:cubicBezTo>
                      <a:pt x="425" y="249"/>
                      <a:pt x="422" y="251"/>
                      <a:pt x="419" y="251"/>
                    </a:cubicBezTo>
                    <a:lnTo>
                      <a:pt x="418" y="251"/>
                    </a:lnTo>
                    <a:close/>
                    <a:moveTo>
                      <a:pt x="0" y="227"/>
                    </a:moveTo>
                    <a:cubicBezTo>
                      <a:pt x="0" y="227"/>
                      <a:pt x="0" y="227"/>
                      <a:pt x="0" y="227"/>
                    </a:cubicBezTo>
                    <a:cubicBezTo>
                      <a:pt x="0" y="224"/>
                      <a:pt x="2" y="221"/>
                      <a:pt x="5" y="221"/>
                    </a:cubicBezTo>
                    <a:cubicBezTo>
                      <a:pt x="9" y="220"/>
                      <a:pt x="11" y="223"/>
                      <a:pt x="11" y="226"/>
                    </a:cubicBezTo>
                    <a:cubicBezTo>
                      <a:pt x="11" y="226"/>
                      <a:pt x="11" y="226"/>
                      <a:pt x="11" y="226"/>
                    </a:cubicBezTo>
                    <a:cubicBezTo>
                      <a:pt x="12" y="229"/>
                      <a:pt x="9" y="232"/>
                      <a:pt x="6" y="232"/>
                    </a:cubicBezTo>
                    <a:cubicBezTo>
                      <a:pt x="6" y="232"/>
                      <a:pt x="6" y="232"/>
                      <a:pt x="6" y="232"/>
                    </a:cubicBezTo>
                    <a:cubicBezTo>
                      <a:pt x="3" y="232"/>
                      <a:pt x="0" y="230"/>
                      <a:pt x="0" y="227"/>
                    </a:cubicBezTo>
                    <a:close/>
                    <a:moveTo>
                      <a:pt x="416" y="214"/>
                    </a:moveTo>
                    <a:cubicBezTo>
                      <a:pt x="416" y="210"/>
                      <a:pt x="419" y="208"/>
                      <a:pt x="422" y="208"/>
                    </a:cubicBezTo>
                    <a:cubicBezTo>
                      <a:pt x="425" y="208"/>
                      <a:pt x="428" y="210"/>
                      <a:pt x="428" y="214"/>
                    </a:cubicBezTo>
                    <a:cubicBezTo>
                      <a:pt x="428" y="217"/>
                      <a:pt x="425" y="219"/>
                      <a:pt x="422" y="219"/>
                    </a:cubicBezTo>
                    <a:cubicBezTo>
                      <a:pt x="419" y="219"/>
                      <a:pt x="416" y="217"/>
                      <a:pt x="416" y="214"/>
                    </a:cubicBezTo>
                    <a:close/>
                    <a:moveTo>
                      <a:pt x="6" y="200"/>
                    </a:moveTo>
                    <a:cubicBezTo>
                      <a:pt x="2" y="200"/>
                      <a:pt x="0" y="197"/>
                      <a:pt x="0" y="194"/>
                    </a:cubicBezTo>
                    <a:cubicBezTo>
                      <a:pt x="1" y="191"/>
                      <a:pt x="3" y="188"/>
                      <a:pt x="7" y="189"/>
                    </a:cubicBezTo>
                    <a:cubicBezTo>
                      <a:pt x="10" y="189"/>
                      <a:pt x="12" y="192"/>
                      <a:pt x="12" y="195"/>
                    </a:cubicBezTo>
                    <a:cubicBezTo>
                      <a:pt x="12" y="198"/>
                      <a:pt x="9" y="200"/>
                      <a:pt x="6" y="200"/>
                    </a:cubicBezTo>
                    <a:close/>
                    <a:moveTo>
                      <a:pt x="414" y="189"/>
                    </a:moveTo>
                    <a:cubicBezTo>
                      <a:pt x="414" y="189"/>
                      <a:pt x="414" y="189"/>
                      <a:pt x="414" y="189"/>
                    </a:cubicBezTo>
                    <a:cubicBezTo>
                      <a:pt x="414" y="186"/>
                      <a:pt x="416" y="183"/>
                      <a:pt x="419" y="182"/>
                    </a:cubicBezTo>
                    <a:cubicBezTo>
                      <a:pt x="423" y="182"/>
                      <a:pt x="426" y="184"/>
                      <a:pt x="426" y="187"/>
                    </a:cubicBezTo>
                    <a:cubicBezTo>
                      <a:pt x="426" y="191"/>
                      <a:pt x="424" y="194"/>
                      <a:pt x="421" y="194"/>
                    </a:cubicBezTo>
                    <a:cubicBezTo>
                      <a:pt x="420" y="194"/>
                      <a:pt x="420" y="194"/>
                      <a:pt x="420" y="194"/>
                    </a:cubicBezTo>
                    <a:cubicBezTo>
                      <a:pt x="417" y="194"/>
                      <a:pt x="415" y="192"/>
                      <a:pt x="414" y="189"/>
                    </a:cubicBezTo>
                    <a:close/>
                    <a:moveTo>
                      <a:pt x="10" y="168"/>
                    </a:moveTo>
                    <a:cubicBezTo>
                      <a:pt x="7" y="168"/>
                      <a:pt x="5" y="165"/>
                      <a:pt x="6" y="161"/>
                    </a:cubicBezTo>
                    <a:cubicBezTo>
                      <a:pt x="7" y="158"/>
                      <a:pt x="10" y="156"/>
                      <a:pt x="13" y="157"/>
                    </a:cubicBezTo>
                    <a:cubicBezTo>
                      <a:pt x="16" y="158"/>
                      <a:pt x="18" y="161"/>
                      <a:pt x="17" y="164"/>
                    </a:cubicBezTo>
                    <a:cubicBezTo>
                      <a:pt x="17" y="167"/>
                      <a:pt x="14" y="169"/>
                      <a:pt x="12" y="169"/>
                    </a:cubicBezTo>
                    <a:cubicBezTo>
                      <a:pt x="11" y="169"/>
                      <a:pt x="11" y="169"/>
                      <a:pt x="10" y="168"/>
                    </a:cubicBezTo>
                    <a:close/>
                    <a:moveTo>
                      <a:pt x="408" y="158"/>
                    </a:moveTo>
                    <a:cubicBezTo>
                      <a:pt x="408" y="158"/>
                      <a:pt x="408" y="158"/>
                      <a:pt x="408" y="158"/>
                    </a:cubicBezTo>
                    <a:cubicBezTo>
                      <a:pt x="407" y="155"/>
                      <a:pt x="409" y="152"/>
                      <a:pt x="412" y="151"/>
                    </a:cubicBezTo>
                    <a:cubicBezTo>
                      <a:pt x="415" y="150"/>
                      <a:pt x="419" y="152"/>
                      <a:pt x="419" y="155"/>
                    </a:cubicBezTo>
                    <a:cubicBezTo>
                      <a:pt x="420" y="158"/>
                      <a:pt x="419" y="162"/>
                      <a:pt x="415" y="162"/>
                    </a:cubicBezTo>
                    <a:cubicBezTo>
                      <a:pt x="415" y="163"/>
                      <a:pt x="414" y="163"/>
                      <a:pt x="414" y="163"/>
                    </a:cubicBezTo>
                    <a:cubicBezTo>
                      <a:pt x="411" y="163"/>
                      <a:pt x="409" y="161"/>
                      <a:pt x="408" y="158"/>
                    </a:cubicBezTo>
                    <a:close/>
                    <a:moveTo>
                      <a:pt x="19" y="138"/>
                    </a:moveTo>
                    <a:cubicBezTo>
                      <a:pt x="16" y="137"/>
                      <a:pt x="15" y="133"/>
                      <a:pt x="16" y="130"/>
                    </a:cubicBezTo>
                    <a:cubicBezTo>
                      <a:pt x="18" y="127"/>
                      <a:pt x="21" y="126"/>
                      <a:pt x="24" y="127"/>
                    </a:cubicBezTo>
                    <a:cubicBezTo>
                      <a:pt x="27" y="128"/>
                      <a:pt x="28" y="132"/>
                      <a:pt x="27" y="135"/>
                    </a:cubicBezTo>
                    <a:cubicBezTo>
                      <a:pt x="26" y="137"/>
                      <a:pt x="24" y="138"/>
                      <a:pt x="22" y="138"/>
                    </a:cubicBezTo>
                    <a:cubicBezTo>
                      <a:pt x="21" y="138"/>
                      <a:pt x="20" y="138"/>
                      <a:pt x="19" y="138"/>
                    </a:cubicBezTo>
                    <a:close/>
                    <a:moveTo>
                      <a:pt x="397" y="129"/>
                    </a:moveTo>
                    <a:cubicBezTo>
                      <a:pt x="396" y="126"/>
                      <a:pt x="397" y="123"/>
                      <a:pt x="400" y="121"/>
                    </a:cubicBezTo>
                    <a:cubicBezTo>
                      <a:pt x="403" y="120"/>
                      <a:pt x="407" y="121"/>
                      <a:pt x="408" y="124"/>
                    </a:cubicBezTo>
                    <a:cubicBezTo>
                      <a:pt x="408" y="124"/>
                      <a:pt x="408" y="124"/>
                      <a:pt x="408" y="124"/>
                    </a:cubicBezTo>
                    <a:cubicBezTo>
                      <a:pt x="409" y="127"/>
                      <a:pt x="408" y="131"/>
                      <a:pt x="405" y="132"/>
                    </a:cubicBezTo>
                    <a:cubicBezTo>
                      <a:pt x="404" y="132"/>
                      <a:pt x="404" y="133"/>
                      <a:pt x="403" y="133"/>
                    </a:cubicBezTo>
                    <a:cubicBezTo>
                      <a:pt x="401" y="133"/>
                      <a:pt x="398" y="131"/>
                      <a:pt x="397" y="129"/>
                    </a:cubicBezTo>
                    <a:close/>
                    <a:moveTo>
                      <a:pt x="33" y="109"/>
                    </a:moveTo>
                    <a:cubicBezTo>
                      <a:pt x="31" y="107"/>
                      <a:pt x="30" y="104"/>
                      <a:pt x="32" y="101"/>
                    </a:cubicBezTo>
                    <a:cubicBezTo>
                      <a:pt x="33" y="98"/>
                      <a:pt x="37" y="97"/>
                      <a:pt x="40" y="99"/>
                    </a:cubicBezTo>
                    <a:cubicBezTo>
                      <a:pt x="42" y="101"/>
                      <a:pt x="43" y="104"/>
                      <a:pt x="41" y="107"/>
                    </a:cubicBezTo>
                    <a:cubicBezTo>
                      <a:pt x="40" y="109"/>
                      <a:pt x="38" y="110"/>
                      <a:pt x="36" y="110"/>
                    </a:cubicBezTo>
                    <a:cubicBezTo>
                      <a:pt x="35" y="110"/>
                      <a:pt x="34" y="110"/>
                      <a:pt x="33" y="109"/>
                    </a:cubicBezTo>
                    <a:close/>
                    <a:moveTo>
                      <a:pt x="382" y="102"/>
                    </a:moveTo>
                    <a:cubicBezTo>
                      <a:pt x="381" y="99"/>
                      <a:pt x="381" y="96"/>
                      <a:pt x="384" y="94"/>
                    </a:cubicBezTo>
                    <a:cubicBezTo>
                      <a:pt x="387" y="92"/>
                      <a:pt x="390" y="93"/>
                      <a:pt x="392" y="96"/>
                    </a:cubicBezTo>
                    <a:cubicBezTo>
                      <a:pt x="394" y="98"/>
                      <a:pt x="393" y="102"/>
                      <a:pt x="390" y="104"/>
                    </a:cubicBezTo>
                    <a:cubicBezTo>
                      <a:pt x="389" y="104"/>
                      <a:pt x="388" y="105"/>
                      <a:pt x="387" y="105"/>
                    </a:cubicBezTo>
                    <a:cubicBezTo>
                      <a:pt x="385" y="105"/>
                      <a:pt x="383" y="104"/>
                      <a:pt x="382" y="102"/>
                    </a:cubicBezTo>
                    <a:close/>
                    <a:moveTo>
                      <a:pt x="52" y="83"/>
                    </a:moveTo>
                    <a:cubicBezTo>
                      <a:pt x="49" y="80"/>
                      <a:pt x="49" y="77"/>
                      <a:pt x="51" y="74"/>
                    </a:cubicBezTo>
                    <a:cubicBezTo>
                      <a:pt x="53" y="72"/>
                      <a:pt x="57" y="72"/>
                      <a:pt x="59" y="74"/>
                    </a:cubicBezTo>
                    <a:cubicBezTo>
                      <a:pt x="62" y="76"/>
                      <a:pt x="62" y="79"/>
                      <a:pt x="60" y="82"/>
                    </a:cubicBezTo>
                    <a:cubicBezTo>
                      <a:pt x="59" y="83"/>
                      <a:pt x="57" y="84"/>
                      <a:pt x="55" y="84"/>
                    </a:cubicBezTo>
                    <a:cubicBezTo>
                      <a:pt x="54" y="84"/>
                      <a:pt x="53" y="83"/>
                      <a:pt x="52" y="83"/>
                    </a:cubicBezTo>
                    <a:close/>
                    <a:moveTo>
                      <a:pt x="363" y="77"/>
                    </a:moveTo>
                    <a:cubicBezTo>
                      <a:pt x="363" y="77"/>
                      <a:pt x="363" y="77"/>
                      <a:pt x="363" y="77"/>
                    </a:cubicBezTo>
                    <a:cubicBezTo>
                      <a:pt x="361" y="75"/>
                      <a:pt x="361" y="71"/>
                      <a:pt x="364" y="69"/>
                    </a:cubicBezTo>
                    <a:cubicBezTo>
                      <a:pt x="366" y="67"/>
                      <a:pt x="370" y="67"/>
                      <a:pt x="372" y="70"/>
                    </a:cubicBezTo>
                    <a:cubicBezTo>
                      <a:pt x="374" y="72"/>
                      <a:pt x="374" y="76"/>
                      <a:pt x="371" y="78"/>
                    </a:cubicBezTo>
                    <a:cubicBezTo>
                      <a:pt x="370" y="79"/>
                      <a:pt x="369" y="79"/>
                      <a:pt x="367" y="79"/>
                    </a:cubicBezTo>
                    <a:cubicBezTo>
                      <a:pt x="366" y="79"/>
                      <a:pt x="364" y="79"/>
                      <a:pt x="363" y="77"/>
                    </a:cubicBezTo>
                    <a:close/>
                    <a:moveTo>
                      <a:pt x="74" y="59"/>
                    </a:moveTo>
                    <a:cubicBezTo>
                      <a:pt x="72" y="57"/>
                      <a:pt x="72" y="53"/>
                      <a:pt x="74" y="51"/>
                    </a:cubicBezTo>
                    <a:cubicBezTo>
                      <a:pt x="74" y="51"/>
                      <a:pt x="74" y="51"/>
                      <a:pt x="74" y="51"/>
                    </a:cubicBezTo>
                    <a:cubicBezTo>
                      <a:pt x="77" y="49"/>
                      <a:pt x="80" y="49"/>
                      <a:pt x="83" y="52"/>
                    </a:cubicBezTo>
                    <a:cubicBezTo>
                      <a:pt x="85" y="54"/>
                      <a:pt x="84" y="58"/>
                      <a:pt x="82" y="60"/>
                    </a:cubicBezTo>
                    <a:cubicBezTo>
                      <a:pt x="81" y="61"/>
                      <a:pt x="79" y="61"/>
                      <a:pt x="78" y="61"/>
                    </a:cubicBezTo>
                    <a:cubicBezTo>
                      <a:pt x="76" y="61"/>
                      <a:pt x="75" y="61"/>
                      <a:pt x="74" y="59"/>
                    </a:cubicBezTo>
                    <a:close/>
                    <a:moveTo>
                      <a:pt x="340" y="56"/>
                    </a:moveTo>
                    <a:cubicBezTo>
                      <a:pt x="338" y="54"/>
                      <a:pt x="338" y="50"/>
                      <a:pt x="340" y="48"/>
                    </a:cubicBezTo>
                    <a:cubicBezTo>
                      <a:pt x="342" y="45"/>
                      <a:pt x="345" y="45"/>
                      <a:pt x="348" y="47"/>
                    </a:cubicBezTo>
                    <a:cubicBezTo>
                      <a:pt x="350" y="49"/>
                      <a:pt x="351" y="53"/>
                      <a:pt x="349" y="55"/>
                    </a:cubicBezTo>
                    <a:cubicBezTo>
                      <a:pt x="348" y="57"/>
                      <a:pt x="346" y="57"/>
                      <a:pt x="344" y="57"/>
                    </a:cubicBezTo>
                    <a:cubicBezTo>
                      <a:pt x="343" y="57"/>
                      <a:pt x="342" y="57"/>
                      <a:pt x="340" y="56"/>
                    </a:cubicBezTo>
                    <a:close/>
                    <a:moveTo>
                      <a:pt x="99" y="40"/>
                    </a:moveTo>
                    <a:cubicBezTo>
                      <a:pt x="97" y="37"/>
                      <a:pt x="98" y="33"/>
                      <a:pt x="101" y="32"/>
                    </a:cubicBezTo>
                    <a:cubicBezTo>
                      <a:pt x="104" y="30"/>
                      <a:pt x="107" y="31"/>
                      <a:pt x="109" y="33"/>
                    </a:cubicBezTo>
                    <a:cubicBezTo>
                      <a:pt x="111" y="36"/>
                      <a:pt x="110" y="40"/>
                      <a:pt x="107" y="42"/>
                    </a:cubicBezTo>
                    <a:cubicBezTo>
                      <a:pt x="106" y="42"/>
                      <a:pt x="105" y="42"/>
                      <a:pt x="104" y="42"/>
                    </a:cubicBezTo>
                    <a:cubicBezTo>
                      <a:pt x="102" y="42"/>
                      <a:pt x="100" y="41"/>
                      <a:pt x="99" y="40"/>
                    </a:cubicBezTo>
                    <a:close/>
                    <a:moveTo>
                      <a:pt x="315" y="38"/>
                    </a:moveTo>
                    <a:cubicBezTo>
                      <a:pt x="312" y="37"/>
                      <a:pt x="311" y="33"/>
                      <a:pt x="313" y="30"/>
                    </a:cubicBezTo>
                    <a:cubicBezTo>
                      <a:pt x="314" y="28"/>
                      <a:pt x="318" y="27"/>
                      <a:pt x="321" y="28"/>
                    </a:cubicBezTo>
                    <a:cubicBezTo>
                      <a:pt x="323" y="30"/>
                      <a:pt x="324" y="33"/>
                      <a:pt x="323" y="36"/>
                    </a:cubicBezTo>
                    <a:cubicBezTo>
                      <a:pt x="322" y="38"/>
                      <a:pt x="320" y="39"/>
                      <a:pt x="318" y="39"/>
                    </a:cubicBezTo>
                    <a:cubicBezTo>
                      <a:pt x="317" y="39"/>
                      <a:pt x="316" y="39"/>
                      <a:pt x="315" y="38"/>
                    </a:cubicBezTo>
                    <a:close/>
                    <a:moveTo>
                      <a:pt x="127" y="24"/>
                    </a:moveTo>
                    <a:cubicBezTo>
                      <a:pt x="126" y="21"/>
                      <a:pt x="127" y="18"/>
                      <a:pt x="130" y="16"/>
                    </a:cubicBezTo>
                    <a:cubicBezTo>
                      <a:pt x="133" y="15"/>
                      <a:pt x="136" y="17"/>
                      <a:pt x="138" y="20"/>
                    </a:cubicBezTo>
                    <a:cubicBezTo>
                      <a:pt x="139" y="23"/>
                      <a:pt x="138" y="26"/>
                      <a:pt x="135" y="27"/>
                    </a:cubicBezTo>
                    <a:cubicBezTo>
                      <a:pt x="134" y="28"/>
                      <a:pt x="133" y="28"/>
                      <a:pt x="132" y="28"/>
                    </a:cubicBezTo>
                    <a:cubicBezTo>
                      <a:pt x="130" y="28"/>
                      <a:pt x="128" y="26"/>
                      <a:pt x="127" y="24"/>
                    </a:cubicBezTo>
                    <a:close/>
                    <a:moveTo>
                      <a:pt x="287" y="25"/>
                    </a:moveTo>
                    <a:cubicBezTo>
                      <a:pt x="284" y="24"/>
                      <a:pt x="282" y="20"/>
                      <a:pt x="283" y="17"/>
                    </a:cubicBezTo>
                    <a:cubicBezTo>
                      <a:pt x="285" y="14"/>
                      <a:pt x="288" y="13"/>
                      <a:pt x="291" y="14"/>
                    </a:cubicBezTo>
                    <a:cubicBezTo>
                      <a:pt x="294" y="15"/>
                      <a:pt x="295" y="19"/>
                      <a:pt x="294" y="22"/>
                    </a:cubicBezTo>
                    <a:cubicBezTo>
                      <a:pt x="293" y="24"/>
                      <a:pt x="291" y="25"/>
                      <a:pt x="289" y="25"/>
                    </a:cubicBezTo>
                    <a:cubicBezTo>
                      <a:pt x="288" y="25"/>
                      <a:pt x="287" y="25"/>
                      <a:pt x="287" y="25"/>
                    </a:cubicBezTo>
                    <a:close/>
                    <a:moveTo>
                      <a:pt x="157" y="13"/>
                    </a:moveTo>
                    <a:cubicBezTo>
                      <a:pt x="156" y="10"/>
                      <a:pt x="158" y="7"/>
                      <a:pt x="161" y="6"/>
                    </a:cubicBezTo>
                    <a:cubicBezTo>
                      <a:pt x="164" y="5"/>
                      <a:pt x="168" y="7"/>
                      <a:pt x="168" y="10"/>
                    </a:cubicBezTo>
                    <a:cubicBezTo>
                      <a:pt x="169" y="13"/>
                      <a:pt x="167" y="17"/>
                      <a:pt x="164" y="17"/>
                    </a:cubicBezTo>
                    <a:cubicBezTo>
                      <a:pt x="164" y="17"/>
                      <a:pt x="163" y="17"/>
                      <a:pt x="163" y="17"/>
                    </a:cubicBezTo>
                    <a:cubicBezTo>
                      <a:pt x="160" y="17"/>
                      <a:pt x="158" y="16"/>
                      <a:pt x="157" y="13"/>
                    </a:cubicBezTo>
                    <a:close/>
                    <a:moveTo>
                      <a:pt x="257" y="16"/>
                    </a:moveTo>
                    <a:cubicBezTo>
                      <a:pt x="254" y="15"/>
                      <a:pt x="252" y="12"/>
                      <a:pt x="252" y="9"/>
                    </a:cubicBezTo>
                    <a:cubicBezTo>
                      <a:pt x="253" y="6"/>
                      <a:pt x="256" y="4"/>
                      <a:pt x="259" y="5"/>
                    </a:cubicBezTo>
                    <a:cubicBezTo>
                      <a:pt x="263" y="5"/>
                      <a:pt x="265" y="8"/>
                      <a:pt x="264" y="11"/>
                    </a:cubicBezTo>
                    <a:cubicBezTo>
                      <a:pt x="263" y="14"/>
                      <a:pt x="261" y="16"/>
                      <a:pt x="258" y="16"/>
                    </a:cubicBezTo>
                    <a:cubicBezTo>
                      <a:pt x="258" y="16"/>
                      <a:pt x="257" y="16"/>
                      <a:pt x="257" y="16"/>
                    </a:cubicBezTo>
                    <a:close/>
                    <a:moveTo>
                      <a:pt x="189" y="7"/>
                    </a:moveTo>
                    <a:cubicBezTo>
                      <a:pt x="188" y="4"/>
                      <a:pt x="191" y="1"/>
                      <a:pt x="194" y="0"/>
                    </a:cubicBezTo>
                    <a:cubicBezTo>
                      <a:pt x="197" y="0"/>
                      <a:pt x="200" y="3"/>
                      <a:pt x="200" y="6"/>
                    </a:cubicBezTo>
                    <a:cubicBezTo>
                      <a:pt x="200" y="9"/>
                      <a:pt x="198" y="12"/>
                      <a:pt x="195" y="12"/>
                    </a:cubicBezTo>
                    <a:cubicBezTo>
                      <a:pt x="194" y="12"/>
                      <a:pt x="194" y="12"/>
                      <a:pt x="194" y="12"/>
                    </a:cubicBezTo>
                    <a:cubicBezTo>
                      <a:pt x="191" y="12"/>
                      <a:pt x="189" y="10"/>
                      <a:pt x="189" y="7"/>
                    </a:cubicBezTo>
                    <a:close/>
                    <a:moveTo>
                      <a:pt x="226" y="12"/>
                    </a:moveTo>
                    <a:cubicBezTo>
                      <a:pt x="223" y="11"/>
                      <a:pt x="220" y="9"/>
                      <a:pt x="221" y="5"/>
                    </a:cubicBezTo>
                    <a:cubicBezTo>
                      <a:pt x="221" y="2"/>
                      <a:pt x="224" y="0"/>
                      <a:pt x="227" y="0"/>
                    </a:cubicBezTo>
                    <a:cubicBezTo>
                      <a:pt x="230" y="0"/>
                      <a:pt x="232" y="3"/>
                      <a:pt x="232" y="6"/>
                    </a:cubicBezTo>
                    <a:cubicBezTo>
                      <a:pt x="232" y="9"/>
                      <a:pt x="229" y="12"/>
                      <a:pt x="226" y="12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1" name="Google Shape;801;p18"/>
              <p:cNvSpPr/>
              <p:nvPr/>
            </p:nvSpPr>
            <p:spPr>
              <a:xfrm>
                <a:off x="5913438" y="4510088"/>
                <a:ext cx="625475" cy="625475"/>
              </a:xfrm>
              <a:custGeom>
                <a:avLst/>
                <a:gdLst/>
                <a:ahLst/>
                <a:cxnLst/>
                <a:rect l="l" t="t" r="r" b="b"/>
                <a:pathLst>
                  <a:path w="371" h="371" extrusionOk="0">
                    <a:moveTo>
                      <a:pt x="186" y="371"/>
                    </a:moveTo>
                    <a:cubicBezTo>
                      <a:pt x="83" y="371"/>
                      <a:pt x="0" y="288"/>
                      <a:pt x="0" y="186"/>
                    </a:cubicBezTo>
                    <a:cubicBezTo>
                      <a:pt x="0" y="83"/>
                      <a:pt x="83" y="0"/>
                      <a:pt x="186" y="0"/>
                    </a:cubicBezTo>
                    <a:cubicBezTo>
                      <a:pt x="288" y="0"/>
                      <a:pt x="371" y="83"/>
                      <a:pt x="371" y="186"/>
                    </a:cubicBezTo>
                    <a:cubicBezTo>
                      <a:pt x="371" y="288"/>
                      <a:pt x="288" y="371"/>
                      <a:pt x="186" y="371"/>
                    </a:cubicBezTo>
                    <a:close/>
                    <a:moveTo>
                      <a:pt x="186" y="8"/>
                    </a:moveTo>
                    <a:cubicBezTo>
                      <a:pt x="88" y="8"/>
                      <a:pt x="8" y="88"/>
                      <a:pt x="8" y="186"/>
                    </a:cubicBezTo>
                    <a:cubicBezTo>
                      <a:pt x="8" y="283"/>
                      <a:pt x="88" y="363"/>
                      <a:pt x="186" y="363"/>
                    </a:cubicBezTo>
                    <a:cubicBezTo>
                      <a:pt x="283" y="363"/>
                      <a:pt x="363" y="283"/>
                      <a:pt x="363" y="186"/>
                    </a:cubicBezTo>
                    <a:cubicBezTo>
                      <a:pt x="363" y="88"/>
                      <a:pt x="283" y="8"/>
                      <a:pt x="186" y="8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2" name="Google Shape;802;p18"/>
              <p:cNvSpPr/>
              <p:nvPr/>
            </p:nvSpPr>
            <p:spPr>
              <a:xfrm>
                <a:off x="5978525" y="4573588"/>
                <a:ext cx="496888" cy="498475"/>
              </a:xfrm>
              <a:custGeom>
                <a:avLst/>
                <a:gdLst/>
                <a:ahLst/>
                <a:cxnLst/>
                <a:rect l="l" t="t" r="r" b="b"/>
                <a:pathLst>
                  <a:path w="295" h="295" extrusionOk="0">
                    <a:moveTo>
                      <a:pt x="148" y="295"/>
                    </a:moveTo>
                    <a:cubicBezTo>
                      <a:pt x="66" y="295"/>
                      <a:pt x="0" y="229"/>
                      <a:pt x="0" y="148"/>
                    </a:cubicBezTo>
                    <a:cubicBezTo>
                      <a:pt x="0" y="66"/>
                      <a:pt x="66" y="0"/>
                      <a:pt x="148" y="0"/>
                    </a:cubicBezTo>
                    <a:cubicBezTo>
                      <a:pt x="229" y="0"/>
                      <a:pt x="295" y="66"/>
                      <a:pt x="295" y="148"/>
                    </a:cubicBezTo>
                    <a:cubicBezTo>
                      <a:pt x="295" y="229"/>
                      <a:pt x="229" y="295"/>
                      <a:pt x="148" y="295"/>
                    </a:cubicBezTo>
                    <a:close/>
                    <a:moveTo>
                      <a:pt x="148" y="31"/>
                    </a:moveTo>
                    <a:cubicBezTo>
                      <a:pt x="83" y="31"/>
                      <a:pt x="31" y="83"/>
                      <a:pt x="31" y="148"/>
                    </a:cubicBezTo>
                    <a:cubicBezTo>
                      <a:pt x="31" y="212"/>
                      <a:pt x="83" y="264"/>
                      <a:pt x="148" y="264"/>
                    </a:cubicBezTo>
                    <a:cubicBezTo>
                      <a:pt x="212" y="264"/>
                      <a:pt x="264" y="212"/>
                      <a:pt x="264" y="148"/>
                    </a:cubicBezTo>
                    <a:cubicBezTo>
                      <a:pt x="264" y="83"/>
                      <a:pt x="212" y="31"/>
                      <a:pt x="148" y="3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8">
    <p:spTree>
      <p:nvGrpSpPr>
        <p:cNvPr id="1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p19"/>
          <p:cNvSpPr txBox="1">
            <a:spLocks noGrp="1"/>
          </p:cNvSpPr>
          <p:nvPr>
            <p:ph type="title" hasCustomPrompt="1"/>
          </p:nvPr>
        </p:nvSpPr>
        <p:spPr>
          <a:xfrm>
            <a:off x="713224" y="1966198"/>
            <a:ext cx="31143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05" name="Google Shape;805;p19"/>
          <p:cNvSpPr txBox="1">
            <a:spLocks noGrp="1"/>
          </p:cNvSpPr>
          <p:nvPr>
            <p:ph type="subTitle" idx="1"/>
          </p:nvPr>
        </p:nvSpPr>
        <p:spPr>
          <a:xfrm>
            <a:off x="713235" y="2735088"/>
            <a:ext cx="3114300" cy="44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806" name="Google Shape;806;p19"/>
          <p:cNvSpPr txBox="1">
            <a:spLocks noGrp="1"/>
          </p:cNvSpPr>
          <p:nvPr>
            <p:ph type="title" idx="2" hasCustomPrompt="1"/>
          </p:nvPr>
        </p:nvSpPr>
        <p:spPr>
          <a:xfrm>
            <a:off x="713235" y="539500"/>
            <a:ext cx="31143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07" name="Google Shape;807;p19"/>
          <p:cNvSpPr txBox="1">
            <a:spLocks noGrp="1"/>
          </p:cNvSpPr>
          <p:nvPr>
            <p:ph type="subTitle" idx="3"/>
          </p:nvPr>
        </p:nvSpPr>
        <p:spPr>
          <a:xfrm>
            <a:off x="713235" y="1308420"/>
            <a:ext cx="3114300" cy="44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808" name="Google Shape;808;p19"/>
          <p:cNvSpPr txBox="1">
            <a:spLocks noGrp="1"/>
          </p:cNvSpPr>
          <p:nvPr>
            <p:ph type="title" idx="4" hasCustomPrompt="1"/>
          </p:nvPr>
        </p:nvSpPr>
        <p:spPr>
          <a:xfrm>
            <a:off x="713224" y="3392885"/>
            <a:ext cx="31143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09" name="Google Shape;809;p19"/>
          <p:cNvSpPr txBox="1">
            <a:spLocks noGrp="1"/>
          </p:cNvSpPr>
          <p:nvPr>
            <p:ph type="subTitle" idx="5"/>
          </p:nvPr>
        </p:nvSpPr>
        <p:spPr>
          <a:xfrm>
            <a:off x="713235" y="4161775"/>
            <a:ext cx="3114300" cy="44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810" name="Google Shape;810;p19"/>
          <p:cNvSpPr>
            <a:spLocks noGrp="1"/>
          </p:cNvSpPr>
          <p:nvPr>
            <p:ph type="pic" idx="6"/>
          </p:nvPr>
        </p:nvSpPr>
        <p:spPr>
          <a:xfrm>
            <a:off x="5183575" y="539500"/>
            <a:ext cx="3960300" cy="4064400"/>
          </a:xfrm>
          <a:prstGeom prst="snip2DiagRect">
            <a:avLst>
              <a:gd name="adj1" fmla="val 0"/>
              <a:gd name="adj2" fmla="val 16667"/>
            </a:avLst>
          </a:prstGeom>
          <a:noFill/>
          <a:ln>
            <a:noFill/>
          </a:ln>
        </p:spPr>
      </p:sp>
      <p:grpSp>
        <p:nvGrpSpPr>
          <p:cNvPr id="811" name="Google Shape;811;p19"/>
          <p:cNvGrpSpPr/>
          <p:nvPr/>
        </p:nvGrpSpPr>
        <p:grpSpPr>
          <a:xfrm>
            <a:off x="200264" y="145611"/>
            <a:ext cx="8943739" cy="4997885"/>
            <a:chOff x="200264" y="145611"/>
            <a:chExt cx="8943739" cy="4997885"/>
          </a:xfrm>
        </p:grpSpPr>
        <p:grpSp>
          <p:nvGrpSpPr>
            <p:cNvPr id="812" name="Google Shape;812;p19"/>
            <p:cNvGrpSpPr/>
            <p:nvPr/>
          </p:nvGrpSpPr>
          <p:grpSpPr>
            <a:xfrm>
              <a:off x="7356018" y="3353343"/>
              <a:ext cx="1787985" cy="1790153"/>
              <a:chOff x="4087813" y="1714500"/>
              <a:chExt cx="1309688" cy="1311275"/>
            </a:xfrm>
          </p:grpSpPr>
          <p:sp>
            <p:nvSpPr>
              <p:cNvPr id="813" name="Google Shape;813;p19"/>
              <p:cNvSpPr/>
              <p:nvPr/>
            </p:nvSpPr>
            <p:spPr>
              <a:xfrm>
                <a:off x="5318125" y="2239963"/>
                <a:ext cx="79375" cy="785813"/>
              </a:xfrm>
              <a:custGeom>
                <a:avLst/>
                <a:gdLst/>
                <a:ahLst/>
                <a:cxnLst/>
                <a:rect l="l" t="t" r="r" b="b"/>
                <a:pathLst>
                  <a:path w="50" h="495" extrusionOk="0">
                    <a:moveTo>
                      <a:pt x="50" y="495"/>
                    </a:moveTo>
                    <a:lnTo>
                      <a:pt x="0" y="495"/>
                    </a:lnTo>
                    <a:lnTo>
                      <a:pt x="0" y="50"/>
                    </a:lnTo>
                    <a:lnTo>
                      <a:pt x="50" y="0"/>
                    </a:lnTo>
                    <a:lnTo>
                      <a:pt x="50" y="49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4" name="Google Shape;814;p19"/>
              <p:cNvSpPr/>
              <p:nvPr/>
            </p:nvSpPr>
            <p:spPr>
              <a:xfrm>
                <a:off x="5318125" y="2065338"/>
                <a:ext cx="79375" cy="166688"/>
              </a:xfrm>
              <a:custGeom>
                <a:avLst/>
                <a:gdLst/>
                <a:ahLst/>
                <a:cxnLst/>
                <a:rect l="l" t="t" r="r" b="b"/>
                <a:pathLst>
                  <a:path w="50" h="105" extrusionOk="0">
                    <a:moveTo>
                      <a:pt x="50" y="55"/>
                    </a:moveTo>
                    <a:lnTo>
                      <a:pt x="0" y="105"/>
                    </a:lnTo>
                    <a:lnTo>
                      <a:pt x="0" y="50"/>
                    </a:lnTo>
                    <a:lnTo>
                      <a:pt x="50" y="0"/>
                    </a:lnTo>
                    <a:lnTo>
                      <a:pt x="50" y="5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5" name="Google Shape;815;p19"/>
              <p:cNvSpPr/>
              <p:nvPr/>
            </p:nvSpPr>
            <p:spPr>
              <a:xfrm>
                <a:off x="5318125" y="1889125"/>
                <a:ext cx="79375" cy="166688"/>
              </a:xfrm>
              <a:custGeom>
                <a:avLst/>
                <a:gdLst/>
                <a:ahLst/>
                <a:cxnLst/>
                <a:rect l="l" t="t" r="r" b="b"/>
                <a:pathLst>
                  <a:path w="50" h="105" extrusionOk="0">
                    <a:moveTo>
                      <a:pt x="50" y="56"/>
                    </a:moveTo>
                    <a:lnTo>
                      <a:pt x="0" y="105"/>
                    </a:lnTo>
                    <a:lnTo>
                      <a:pt x="0" y="50"/>
                    </a:lnTo>
                    <a:lnTo>
                      <a:pt x="50" y="0"/>
                    </a:lnTo>
                    <a:lnTo>
                      <a:pt x="50" y="56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6" name="Google Shape;816;p19"/>
              <p:cNvSpPr/>
              <p:nvPr/>
            </p:nvSpPr>
            <p:spPr>
              <a:xfrm>
                <a:off x="5318125" y="1714500"/>
                <a:ext cx="79375" cy="166688"/>
              </a:xfrm>
              <a:custGeom>
                <a:avLst/>
                <a:gdLst/>
                <a:ahLst/>
                <a:cxnLst/>
                <a:rect l="l" t="t" r="r" b="b"/>
                <a:pathLst>
                  <a:path w="50" h="105" extrusionOk="0">
                    <a:moveTo>
                      <a:pt x="0" y="50"/>
                    </a:moveTo>
                    <a:lnTo>
                      <a:pt x="50" y="0"/>
                    </a:lnTo>
                    <a:lnTo>
                      <a:pt x="50" y="55"/>
                    </a:lnTo>
                    <a:lnTo>
                      <a:pt x="0" y="105"/>
                    </a:lnTo>
                    <a:lnTo>
                      <a:pt x="0" y="5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7" name="Google Shape;817;p19"/>
              <p:cNvSpPr/>
              <p:nvPr/>
            </p:nvSpPr>
            <p:spPr>
              <a:xfrm>
                <a:off x="4613275" y="2943225"/>
                <a:ext cx="784225" cy="82550"/>
              </a:xfrm>
              <a:custGeom>
                <a:avLst/>
                <a:gdLst/>
                <a:ahLst/>
                <a:cxnLst/>
                <a:rect l="l" t="t" r="r" b="b"/>
                <a:pathLst>
                  <a:path w="494" h="52" extrusionOk="0">
                    <a:moveTo>
                      <a:pt x="494" y="52"/>
                    </a:moveTo>
                    <a:lnTo>
                      <a:pt x="494" y="0"/>
                    </a:lnTo>
                    <a:lnTo>
                      <a:pt x="51" y="0"/>
                    </a:lnTo>
                    <a:lnTo>
                      <a:pt x="0" y="52"/>
                    </a:lnTo>
                    <a:lnTo>
                      <a:pt x="494" y="5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8" name="Google Shape;818;p19"/>
              <p:cNvSpPr/>
              <p:nvPr/>
            </p:nvSpPr>
            <p:spPr>
              <a:xfrm>
                <a:off x="4438650" y="2943225"/>
                <a:ext cx="168275" cy="82550"/>
              </a:xfrm>
              <a:custGeom>
                <a:avLst/>
                <a:gdLst/>
                <a:ahLst/>
                <a:cxnLst/>
                <a:rect l="l" t="t" r="r" b="b"/>
                <a:pathLst>
                  <a:path w="106" h="52" extrusionOk="0">
                    <a:moveTo>
                      <a:pt x="55" y="52"/>
                    </a:moveTo>
                    <a:lnTo>
                      <a:pt x="106" y="0"/>
                    </a:lnTo>
                    <a:lnTo>
                      <a:pt x="50" y="0"/>
                    </a:lnTo>
                    <a:lnTo>
                      <a:pt x="0" y="52"/>
                    </a:lnTo>
                    <a:lnTo>
                      <a:pt x="55" y="5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9" name="Google Shape;819;p19"/>
              <p:cNvSpPr/>
              <p:nvPr/>
            </p:nvSpPr>
            <p:spPr>
              <a:xfrm>
                <a:off x="4262438" y="2943225"/>
                <a:ext cx="166688" cy="82550"/>
              </a:xfrm>
              <a:custGeom>
                <a:avLst/>
                <a:gdLst/>
                <a:ahLst/>
                <a:cxnLst/>
                <a:rect l="l" t="t" r="r" b="b"/>
                <a:pathLst>
                  <a:path w="105" h="52" extrusionOk="0">
                    <a:moveTo>
                      <a:pt x="56" y="52"/>
                    </a:moveTo>
                    <a:lnTo>
                      <a:pt x="105" y="0"/>
                    </a:lnTo>
                    <a:lnTo>
                      <a:pt x="50" y="0"/>
                    </a:lnTo>
                    <a:lnTo>
                      <a:pt x="0" y="52"/>
                    </a:lnTo>
                    <a:lnTo>
                      <a:pt x="56" y="5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0" name="Google Shape;820;p19"/>
              <p:cNvSpPr/>
              <p:nvPr/>
            </p:nvSpPr>
            <p:spPr>
              <a:xfrm>
                <a:off x="4087813" y="2943225"/>
                <a:ext cx="166688" cy="82550"/>
              </a:xfrm>
              <a:custGeom>
                <a:avLst/>
                <a:gdLst/>
                <a:ahLst/>
                <a:cxnLst/>
                <a:rect l="l" t="t" r="r" b="b"/>
                <a:pathLst>
                  <a:path w="105" h="52" extrusionOk="0">
                    <a:moveTo>
                      <a:pt x="50" y="0"/>
                    </a:moveTo>
                    <a:lnTo>
                      <a:pt x="0" y="52"/>
                    </a:lnTo>
                    <a:lnTo>
                      <a:pt x="55" y="52"/>
                    </a:lnTo>
                    <a:lnTo>
                      <a:pt x="105" y="0"/>
                    </a:lnTo>
                    <a:lnTo>
                      <a:pt x="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21" name="Google Shape;821;p19"/>
            <p:cNvGrpSpPr/>
            <p:nvPr/>
          </p:nvGrpSpPr>
          <p:grpSpPr>
            <a:xfrm>
              <a:off x="200264" y="145611"/>
              <a:ext cx="1025928" cy="248431"/>
              <a:chOff x="4287838" y="1025525"/>
              <a:chExt cx="708025" cy="171450"/>
            </a:xfrm>
          </p:grpSpPr>
          <p:sp>
            <p:nvSpPr>
              <p:cNvPr id="822" name="Google Shape;822;p19"/>
              <p:cNvSpPr/>
              <p:nvPr/>
            </p:nvSpPr>
            <p:spPr>
              <a:xfrm>
                <a:off x="4914900" y="1025525"/>
                <a:ext cx="80963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51" h="108" extrusionOk="0">
                    <a:moveTo>
                      <a:pt x="38" y="0"/>
                    </a:moveTo>
                    <a:lnTo>
                      <a:pt x="51" y="10"/>
                    </a:lnTo>
                    <a:lnTo>
                      <a:pt x="21" y="54"/>
                    </a:lnTo>
                    <a:lnTo>
                      <a:pt x="51" y="99"/>
                    </a:lnTo>
                    <a:lnTo>
                      <a:pt x="38" y="108"/>
                    </a:lnTo>
                    <a:lnTo>
                      <a:pt x="0" y="54"/>
                    </a:lnTo>
                    <a:lnTo>
                      <a:pt x="38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3" name="Google Shape;823;p19"/>
              <p:cNvSpPr/>
              <p:nvPr/>
            </p:nvSpPr>
            <p:spPr>
              <a:xfrm>
                <a:off x="4846638" y="1025525"/>
                <a:ext cx="80963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51" h="108" extrusionOk="0">
                    <a:moveTo>
                      <a:pt x="37" y="0"/>
                    </a:moveTo>
                    <a:lnTo>
                      <a:pt x="51" y="10"/>
                    </a:lnTo>
                    <a:lnTo>
                      <a:pt x="20" y="54"/>
                    </a:lnTo>
                    <a:lnTo>
                      <a:pt x="51" y="99"/>
                    </a:lnTo>
                    <a:lnTo>
                      <a:pt x="37" y="108"/>
                    </a:lnTo>
                    <a:lnTo>
                      <a:pt x="0" y="54"/>
                    </a:lnTo>
                    <a:lnTo>
                      <a:pt x="3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4" name="Google Shape;824;p19"/>
              <p:cNvSpPr/>
              <p:nvPr/>
            </p:nvSpPr>
            <p:spPr>
              <a:xfrm>
                <a:off x="4776788" y="1025525"/>
                <a:ext cx="79375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50" h="108" extrusionOk="0">
                    <a:moveTo>
                      <a:pt x="37" y="0"/>
                    </a:moveTo>
                    <a:lnTo>
                      <a:pt x="50" y="10"/>
                    </a:lnTo>
                    <a:lnTo>
                      <a:pt x="19" y="54"/>
                    </a:lnTo>
                    <a:lnTo>
                      <a:pt x="50" y="99"/>
                    </a:lnTo>
                    <a:lnTo>
                      <a:pt x="37" y="108"/>
                    </a:lnTo>
                    <a:lnTo>
                      <a:pt x="0" y="54"/>
                    </a:lnTo>
                    <a:lnTo>
                      <a:pt x="3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5" name="Google Shape;825;p19"/>
              <p:cNvSpPr/>
              <p:nvPr/>
            </p:nvSpPr>
            <p:spPr>
              <a:xfrm>
                <a:off x="4706938" y="1025525"/>
                <a:ext cx="80963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51" h="108" extrusionOk="0">
                    <a:moveTo>
                      <a:pt x="37" y="0"/>
                    </a:moveTo>
                    <a:lnTo>
                      <a:pt x="51" y="10"/>
                    </a:lnTo>
                    <a:lnTo>
                      <a:pt x="20" y="54"/>
                    </a:lnTo>
                    <a:lnTo>
                      <a:pt x="51" y="99"/>
                    </a:lnTo>
                    <a:lnTo>
                      <a:pt x="37" y="108"/>
                    </a:lnTo>
                    <a:lnTo>
                      <a:pt x="0" y="54"/>
                    </a:lnTo>
                    <a:lnTo>
                      <a:pt x="3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6" name="Google Shape;826;p19"/>
              <p:cNvSpPr/>
              <p:nvPr/>
            </p:nvSpPr>
            <p:spPr>
              <a:xfrm>
                <a:off x="4637088" y="1025525"/>
                <a:ext cx="79375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50" h="108" extrusionOk="0">
                    <a:moveTo>
                      <a:pt x="37" y="0"/>
                    </a:moveTo>
                    <a:lnTo>
                      <a:pt x="50" y="10"/>
                    </a:lnTo>
                    <a:lnTo>
                      <a:pt x="19" y="54"/>
                    </a:lnTo>
                    <a:lnTo>
                      <a:pt x="50" y="99"/>
                    </a:lnTo>
                    <a:lnTo>
                      <a:pt x="37" y="108"/>
                    </a:lnTo>
                    <a:lnTo>
                      <a:pt x="0" y="54"/>
                    </a:lnTo>
                    <a:lnTo>
                      <a:pt x="3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7" name="Google Shape;827;p19"/>
              <p:cNvSpPr/>
              <p:nvPr/>
            </p:nvSpPr>
            <p:spPr>
              <a:xfrm>
                <a:off x="4568825" y="1025525"/>
                <a:ext cx="77788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49" h="108" extrusionOk="0">
                    <a:moveTo>
                      <a:pt x="37" y="0"/>
                    </a:moveTo>
                    <a:lnTo>
                      <a:pt x="49" y="10"/>
                    </a:lnTo>
                    <a:lnTo>
                      <a:pt x="19" y="54"/>
                    </a:lnTo>
                    <a:lnTo>
                      <a:pt x="49" y="99"/>
                    </a:lnTo>
                    <a:lnTo>
                      <a:pt x="37" y="108"/>
                    </a:lnTo>
                    <a:lnTo>
                      <a:pt x="0" y="54"/>
                    </a:lnTo>
                    <a:lnTo>
                      <a:pt x="3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8" name="Google Shape;828;p19"/>
              <p:cNvSpPr/>
              <p:nvPr/>
            </p:nvSpPr>
            <p:spPr>
              <a:xfrm>
                <a:off x="4497388" y="1025525"/>
                <a:ext cx="80963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51" h="108" extrusionOk="0">
                    <a:moveTo>
                      <a:pt x="37" y="0"/>
                    </a:moveTo>
                    <a:lnTo>
                      <a:pt x="51" y="10"/>
                    </a:lnTo>
                    <a:lnTo>
                      <a:pt x="20" y="54"/>
                    </a:lnTo>
                    <a:lnTo>
                      <a:pt x="51" y="99"/>
                    </a:lnTo>
                    <a:lnTo>
                      <a:pt x="37" y="108"/>
                    </a:lnTo>
                    <a:lnTo>
                      <a:pt x="0" y="54"/>
                    </a:lnTo>
                    <a:lnTo>
                      <a:pt x="3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9" name="Google Shape;829;p19"/>
              <p:cNvSpPr/>
              <p:nvPr/>
            </p:nvSpPr>
            <p:spPr>
              <a:xfrm>
                <a:off x="4427538" y="1025525"/>
                <a:ext cx="79375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50" h="108" extrusionOk="0">
                    <a:moveTo>
                      <a:pt x="38" y="0"/>
                    </a:moveTo>
                    <a:lnTo>
                      <a:pt x="50" y="10"/>
                    </a:lnTo>
                    <a:lnTo>
                      <a:pt x="20" y="54"/>
                    </a:lnTo>
                    <a:lnTo>
                      <a:pt x="50" y="99"/>
                    </a:lnTo>
                    <a:lnTo>
                      <a:pt x="38" y="108"/>
                    </a:lnTo>
                    <a:lnTo>
                      <a:pt x="0" y="54"/>
                    </a:lnTo>
                    <a:lnTo>
                      <a:pt x="38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0" name="Google Shape;830;p19"/>
              <p:cNvSpPr/>
              <p:nvPr/>
            </p:nvSpPr>
            <p:spPr>
              <a:xfrm>
                <a:off x="4359275" y="1025525"/>
                <a:ext cx="79375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50" h="108" extrusionOk="0">
                    <a:moveTo>
                      <a:pt x="37" y="0"/>
                    </a:moveTo>
                    <a:lnTo>
                      <a:pt x="50" y="10"/>
                    </a:lnTo>
                    <a:lnTo>
                      <a:pt x="19" y="54"/>
                    </a:lnTo>
                    <a:lnTo>
                      <a:pt x="50" y="99"/>
                    </a:lnTo>
                    <a:lnTo>
                      <a:pt x="37" y="108"/>
                    </a:lnTo>
                    <a:lnTo>
                      <a:pt x="0" y="54"/>
                    </a:lnTo>
                    <a:lnTo>
                      <a:pt x="3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1" name="Google Shape;831;p19"/>
              <p:cNvSpPr/>
              <p:nvPr/>
            </p:nvSpPr>
            <p:spPr>
              <a:xfrm>
                <a:off x="4287838" y="1025525"/>
                <a:ext cx="80963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51" h="108" extrusionOk="0">
                    <a:moveTo>
                      <a:pt x="37" y="0"/>
                    </a:moveTo>
                    <a:lnTo>
                      <a:pt x="51" y="10"/>
                    </a:lnTo>
                    <a:lnTo>
                      <a:pt x="20" y="54"/>
                    </a:lnTo>
                    <a:lnTo>
                      <a:pt x="51" y="99"/>
                    </a:lnTo>
                    <a:lnTo>
                      <a:pt x="37" y="108"/>
                    </a:lnTo>
                    <a:lnTo>
                      <a:pt x="0" y="54"/>
                    </a:lnTo>
                    <a:lnTo>
                      <a:pt x="3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832" name="Google Shape;832;p19"/>
            <p:cNvCxnSpPr/>
            <p:nvPr/>
          </p:nvCxnSpPr>
          <p:spPr>
            <a:xfrm>
              <a:off x="715175" y="4873700"/>
              <a:ext cx="2783100" cy="0"/>
            </a:xfrm>
            <a:prstGeom prst="straightConnector1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_ONLY_1">
    <p:spTree>
      <p:nvGrpSpPr>
        <p:cNvPr id="1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4" name="Google Shape;834;p20"/>
          <p:cNvGrpSpPr/>
          <p:nvPr/>
        </p:nvGrpSpPr>
        <p:grpSpPr>
          <a:xfrm>
            <a:off x="8689327" y="4154888"/>
            <a:ext cx="900146" cy="898301"/>
            <a:chOff x="1120775" y="368300"/>
            <a:chExt cx="744538" cy="742950"/>
          </a:xfrm>
        </p:grpSpPr>
        <p:sp>
          <p:nvSpPr>
            <p:cNvPr id="835" name="Google Shape;835;p20"/>
            <p:cNvSpPr/>
            <p:nvPr/>
          </p:nvSpPr>
          <p:spPr>
            <a:xfrm>
              <a:off x="1120775" y="739775"/>
              <a:ext cx="60325" cy="157163"/>
            </a:xfrm>
            <a:custGeom>
              <a:avLst/>
              <a:gdLst/>
              <a:ahLst/>
              <a:cxnLst/>
              <a:rect l="l" t="t" r="r" b="b"/>
              <a:pathLst>
                <a:path w="36" h="94" extrusionOk="0">
                  <a:moveTo>
                    <a:pt x="21" y="94"/>
                  </a:moveTo>
                  <a:cubicBezTo>
                    <a:pt x="7" y="64"/>
                    <a:pt x="0" y="33"/>
                    <a:pt x="0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17" y="30"/>
                    <a:pt x="23" y="59"/>
                    <a:pt x="36" y="87"/>
                  </a:cubicBezTo>
                  <a:lnTo>
                    <a:pt x="21" y="9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6" name="Google Shape;836;p20"/>
            <p:cNvSpPr/>
            <p:nvPr/>
          </p:nvSpPr>
          <p:spPr>
            <a:xfrm>
              <a:off x="1184275" y="930275"/>
              <a:ext cx="127000" cy="125413"/>
            </a:xfrm>
            <a:custGeom>
              <a:avLst/>
              <a:gdLst/>
              <a:ahLst/>
              <a:cxnLst/>
              <a:rect l="l" t="t" r="r" b="b"/>
              <a:pathLst>
                <a:path w="76" h="75" extrusionOk="0">
                  <a:moveTo>
                    <a:pt x="67" y="75"/>
                  </a:moveTo>
                  <a:cubicBezTo>
                    <a:pt x="41" y="58"/>
                    <a:pt x="17" y="35"/>
                    <a:pt x="0" y="9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30" y="24"/>
                    <a:pt x="51" y="45"/>
                    <a:pt x="76" y="61"/>
                  </a:cubicBezTo>
                  <a:lnTo>
                    <a:pt x="67" y="75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7" name="Google Shape;837;p20"/>
            <p:cNvSpPr/>
            <p:nvPr/>
          </p:nvSpPr>
          <p:spPr>
            <a:xfrm>
              <a:off x="1341438" y="1054100"/>
              <a:ext cx="69850" cy="46037"/>
            </a:xfrm>
            <a:custGeom>
              <a:avLst/>
              <a:gdLst/>
              <a:ahLst/>
              <a:cxnLst/>
              <a:rect l="l" t="t" r="r" b="b"/>
              <a:pathLst>
                <a:path w="41" h="27" extrusionOk="0">
                  <a:moveTo>
                    <a:pt x="37" y="27"/>
                  </a:moveTo>
                  <a:cubicBezTo>
                    <a:pt x="25" y="24"/>
                    <a:pt x="12" y="20"/>
                    <a:pt x="0" y="15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8" y="5"/>
                    <a:pt x="30" y="9"/>
                    <a:pt x="41" y="11"/>
                  </a:cubicBezTo>
                  <a:lnTo>
                    <a:pt x="37" y="27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8" name="Google Shape;838;p20"/>
            <p:cNvSpPr/>
            <p:nvPr/>
          </p:nvSpPr>
          <p:spPr>
            <a:xfrm>
              <a:off x="1447800" y="1057275"/>
              <a:ext cx="187325" cy="53975"/>
            </a:xfrm>
            <a:custGeom>
              <a:avLst/>
              <a:gdLst/>
              <a:ahLst/>
              <a:cxnLst/>
              <a:rect l="l" t="t" r="r" b="b"/>
              <a:pathLst>
                <a:path w="111" h="32" extrusionOk="0">
                  <a:moveTo>
                    <a:pt x="27" y="32"/>
                  </a:moveTo>
                  <a:cubicBezTo>
                    <a:pt x="18" y="32"/>
                    <a:pt x="9" y="31"/>
                    <a:pt x="0" y="30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10" y="15"/>
                    <a:pt x="18" y="15"/>
                    <a:pt x="27" y="15"/>
                  </a:cubicBezTo>
                  <a:cubicBezTo>
                    <a:pt x="54" y="15"/>
                    <a:pt x="80" y="10"/>
                    <a:pt x="104" y="0"/>
                  </a:cubicBezTo>
                  <a:cubicBezTo>
                    <a:pt x="111" y="15"/>
                    <a:pt x="111" y="15"/>
                    <a:pt x="111" y="15"/>
                  </a:cubicBezTo>
                  <a:cubicBezTo>
                    <a:pt x="84" y="26"/>
                    <a:pt x="56" y="32"/>
                    <a:pt x="27" y="3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9" name="Google Shape;839;p20"/>
            <p:cNvSpPr/>
            <p:nvPr/>
          </p:nvSpPr>
          <p:spPr>
            <a:xfrm>
              <a:off x="1681163" y="923925"/>
              <a:ext cx="127000" cy="127000"/>
            </a:xfrm>
            <a:custGeom>
              <a:avLst/>
              <a:gdLst/>
              <a:ahLst/>
              <a:cxnLst/>
              <a:rect l="l" t="t" r="r" b="b"/>
              <a:pathLst>
                <a:path w="75" h="75" extrusionOk="0">
                  <a:moveTo>
                    <a:pt x="9" y="75"/>
                  </a:moveTo>
                  <a:cubicBezTo>
                    <a:pt x="0" y="61"/>
                    <a:pt x="0" y="61"/>
                    <a:pt x="0" y="61"/>
                  </a:cubicBezTo>
                  <a:cubicBezTo>
                    <a:pt x="24" y="46"/>
                    <a:pt x="45" y="24"/>
                    <a:pt x="61" y="0"/>
                  </a:cubicBezTo>
                  <a:cubicBezTo>
                    <a:pt x="75" y="9"/>
                    <a:pt x="75" y="9"/>
                    <a:pt x="75" y="9"/>
                  </a:cubicBezTo>
                  <a:cubicBezTo>
                    <a:pt x="58" y="35"/>
                    <a:pt x="35" y="58"/>
                    <a:pt x="9" y="7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0" name="Google Shape;840;p20"/>
            <p:cNvSpPr/>
            <p:nvPr/>
          </p:nvSpPr>
          <p:spPr>
            <a:xfrm>
              <a:off x="1830388" y="668338"/>
              <a:ext cx="34925" cy="142875"/>
            </a:xfrm>
            <a:custGeom>
              <a:avLst/>
              <a:gdLst/>
              <a:ahLst/>
              <a:cxnLst/>
              <a:rect l="l" t="t" r="r" b="b"/>
              <a:pathLst>
                <a:path w="20" h="85" extrusionOk="0">
                  <a:moveTo>
                    <a:pt x="16" y="85"/>
                  </a:moveTo>
                  <a:cubicBezTo>
                    <a:pt x="0" y="82"/>
                    <a:pt x="0" y="82"/>
                    <a:pt x="0" y="82"/>
                  </a:cubicBezTo>
                  <a:cubicBezTo>
                    <a:pt x="2" y="69"/>
                    <a:pt x="4" y="56"/>
                    <a:pt x="4" y="42"/>
                  </a:cubicBezTo>
                  <a:cubicBezTo>
                    <a:pt x="4" y="29"/>
                    <a:pt x="2" y="16"/>
                    <a:pt x="0" y="3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9" y="14"/>
                    <a:pt x="20" y="28"/>
                    <a:pt x="20" y="42"/>
                  </a:cubicBezTo>
                  <a:cubicBezTo>
                    <a:pt x="20" y="57"/>
                    <a:pt x="19" y="71"/>
                    <a:pt x="16" y="8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1" name="Google Shape;841;p20"/>
            <p:cNvSpPr/>
            <p:nvPr/>
          </p:nvSpPr>
          <p:spPr>
            <a:xfrm>
              <a:off x="1695450" y="438150"/>
              <a:ext cx="144463" cy="174625"/>
            </a:xfrm>
            <a:custGeom>
              <a:avLst/>
              <a:gdLst/>
              <a:ahLst/>
              <a:cxnLst/>
              <a:rect l="l" t="t" r="r" b="b"/>
              <a:pathLst>
                <a:path w="85" h="103" extrusionOk="0">
                  <a:moveTo>
                    <a:pt x="70" y="103"/>
                  </a:moveTo>
                  <a:cubicBezTo>
                    <a:pt x="55" y="67"/>
                    <a:pt x="31" y="36"/>
                    <a:pt x="0" y="13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44" y="25"/>
                    <a:pt x="70" y="58"/>
                    <a:pt x="85" y="97"/>
                  </a:cubicBezTo>
                  <a:lnTo>
                    <a:pt x="70" y="10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2" name="Google Shape;842;p20"/>
            <p:cNvSpPr/>
            <p:nvPr/>
          </p:nvSpPr>
          <p:spPr>
            <a:xfrm>
              <a:off x="1449388" y="368300"/>
              <a:ext cx="228600" cy="71438"/>
            </a:xfrm>
            <a:custGeom>
              <a:avLst/>
              <a:gdLst/>
              <a:ahLst/>
              <a:cxnLst/>
              <a:rect l="l" t="t" r="r" b="b"/>
              <a:pathLst>
                <a:path w="135" h="43" extrusionOk="0">
                  <a:moveTo>
                    <a:pt x="127" y="43"/>
                  </a:moveTo>
                  <a:cubicBezTo>
                    <a:pt x="96" y="26"/>
                    <a:pt x="61" y="16"/>
                    <a:pt x="26" y="16"/>
                  </a:cubicBezTo>
                  <a:cubicBezTo>
                    <a:pt x="18" y="16"/>
                    <a:pt x="10" y="17"/>
                    <a:pt x="2" y="18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9" y="0"/>
                    <a:pt x="17" y="0"/>
                    <a:pt x="26" y="0"/>
                  </a:cubicBezTo>
                  <a:cubicBezTo>
                    <a:pt x="64" y="0"/>
                    <a:pt x="102" y="10"/>
                    <a:pt x="135" y="29"/>
                  </a:cubicBezTo>
                  <a:lnTo>
                    <a:pt x="127" y="4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3" name="Google Shape;843;p20"/>
            <p:cNvSpPr/>
            <p:nvPr/>
          </p:nvSpPr>
          <p:spPr>
            <a:xfrm>
              <a:off x="1296988" y="377825"/>
              <a:ext cx="114300" cy="69850"/>
            </a:xfrm>
            <a:custGeom>
              <a:avLst/>
              <a:gdLst/>
              <a:ahLst/>
              <a:cxnLst/>
              <a:rect l="l" t="t" r="r" b="b"/>
              <a:pathLst>
                <a:path w="68" h="41" extrusionOk="0">
                  <a:moveTo>
                    <a:pt x="9" y="41"/>
                  </a:moveTo>
                  <a:cubicBezTo>
                    <a:pt x="0" y="27"/>
                    <a:pt x="0" y="27"/>
                    <a:pt x="0" y="27"/>
                  </a:cubicBezTo>
                  <a:cubicBezTo>
                    <a:pt x="20" y="15"/>
                    <a:pt x="42" y="6"/>
                    <a:pt x="64" y="0"/>
                  </a:cubicBezTo>
                  <a:cubicBezTo>
                    <a:pt x="68" y="16"/>
                    <a:pt x="68" y="16"/>
                    <a:pt x="68" y="16"/>
                  </a:cubicBezTo>
                  <a:cubicBezTo>
                    <a:pt x="47" y="21"/>
                    <a:pt x="28" y="30"/>
                    <a:pt x="9" y="4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4" name="Google Shape;844;p20"/>
            <p:cNvSpPr/>
            <p:nvPr/>
          </p:nvSpPr>
          <p:spPr>
            <a:xfrm>
              <a:off x="1127125" y="468313"/>
              <a:ext cx="130175" cy="206375"/>
            </a:xfrm>
            <a:custGeom>
              <a:avLst/>
              <a:gdLst/>
              <a:ahLst/>
              <a:cxnLst/>
              <a:rect l="l" t="t" r="r" b="b"/>
              <a:pathLst>
                <a:path w="77" h="122" extrusionOk="0">
                  <a:moveTo>
                    <a:pt x="16" y="122"/>
                  </a:moveTo>
                  <a:cubicBezTo>
                    <a:pt x="0" y="119"/>
                    <a:pt x="0" y="119"/>
                    <a:pt x="0" y="119"/>
                  </a:cubicBezTo>
                  <a:cubicBezTo>
                    <a:pt x="9" y="73"/>
                    <a:pt x="31" y="32"/>
                    <a:pt x="65" y="0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45" y="42"/>
                    <a:pt x="24" y="80"/>
                    <a:pt x="16" y="12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5" name="Google Shape;845;p20"/>
            <p:cNvSpPr/>
            <p:nvPr/>
          </p:nvSpPr>
          <p:spPr>
            <a:xfrm>
              <a:off x="1192213" y="847725"/>
              <a:ext cx="80963" cy="109538"/>
            </a:xfrm>
            <a:custGeom>
              <a:avLst/>
              <a:gdLst/>
              <a:ahLst/>
              <a:cxnLst/>
              <a:rect l="l" t="t" r="r" b="b"/>
              <a:pathLst>
                <a:path w="48" h="65" extrusionOk="0">
                  <a:moveTo>
                    <a:pt x="38" y="65"/>
                  </a:moveTo>
                  <a:cubicBezTo>
                    <a:pt x="21" y="47"/>
                    <a:pt x="9" y="27"/>
                    <a:pt x="0" y="5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21" y="21"/>
                    <a:pt x="33" y="39"/>
                    <a:pt x="48" y="56"/>
                  </a:cubicBezTo>
                  <a:lnTo>
                    <a:pt x="38" y="6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6" name="Google Shape;846;p20"/>
            <p:cNvSpPr/>
            <p:nvPr/>
          </p:nvSpPr>
          <p:spPr>
            <a:xfrm>
              <a:off x="1284288" y="966788"/>
              <a:ext cx="209550" cy="93663"/>
            </a:xfrm>
            <a:custGeom>
              <a:avLst/>
              <a:gdLst/>
              <a:ahLst/>
              <a:cxnLst/>
              <a:rect l="l" t="t" r="r" b="b"/>
              <a:pathLst>
                <a:path w="124" h="56" extrusionOk="0">
                  <a:moveTo>
                    <a:pt x="124" y="56"/>
                  </a:moveTo>
                  <a:cubicBezTo>
                    <a:pt x="78" y="56"/>
                    <a:pt x="34" y="40"/>
                    <a:pt x="0" y="11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41" y="28"/>
                    <a:pt x="82" y="43"/>
                    <a:pt x="124" y="43"/>
                  </a:cubicBezTo>
                  <a:lnTo>
                    <a:pt x="124" y="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7" name="Google Shape;847;p20"/>
            <p:cNvSpPr/>
            <p:nvPr/>
          </p:nvSpPr>
          <p:spPr>
            <a:xfrm>
              <a:off x="1555750" y="963613"/>
              <a:ext cx="150813" cy="90488"/>
            </a:xfrm>
            <a:custGeom>
              <a:avLst/>
              <a:gdLst/>
              <a:ahLst/>
              <a:cxnLst/>
              <a:rect l="l" t="t" r="r" b="b"/>
              <a:pathLst>
                <a:path w="89" h="54" extrusionOk="0">
                  <a:moveTo>
                    <a:pt x="3" y="54"/>
                  </a:moveTo>
                  <a:cubicBezTo>
                    <a:pt x="0" y="41"/>
                    <a:pt x="0" y="41"/>
                    <a:pt x="0" y="41"/>
                  </a:cubicBezTo>
                  <a:cubicBezTo>
                    <a:pt x="30" y="34"/>
                    <a:pt x="57" y="20"/>
                    <a:pt x="80" y="0"/>
                  </a:cubicBezTo>
                  <a:cubicBezTo>
                    <a:pt x="89" y="10"/>
                    <a:pt x="89" y="10"/>
                    <a:pt x="89" y="10"/>
                  </a:cubicBezTo>
                  <a:cubicBezTo>
                    <a:pt x="65" y="32"/>
                    <a:pt x="35" y="47"/>
                    <a:pt x="3" y="5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8" name="Google Shape;848;p20"/>
            <p:cNvSpPr/>
            <p:nvPr/>
          </p:nvSpPr>
          <p:spPr>
            <a:xfrm>
              <a:off x="1714500" y="839788"/>
              <a:ext cx="82550" cy="117475"/>
            </a:xfrm>
            <a:custGeom>
              <a:avLst/>
              <a:gdLst/>
              <a:ahLst/>
              <a:cxnLst/>
              <a:rect l="l" t="t" r="r" b="b"/>
              <a:pathLst>
                <a:path w="49" h="69" extrusionOk="0">
                  <a:moveTo>
                    <a:pt x="10" y="69"/>
                  </a:moveTo>
                  <a:cubicBezTo>
                    <a:pt x="0" y="60"/>
                    <a:pt x="0" y="60"/>
                    <a:pt x="0" y="60"/>
                  </a:cubicBezTo>
                  <a:cubicBezTo>
                    <a:pt x="16" y="42"/>
                    <a:pt x="28" y="22"/>
                    <a:pt x="36" y="0"/>
                  </a:cubicBezTo>
                  <a:cubicBezTo>
                    <a:pt x="49" y="5"/>
                    <a:pt x="49" y="5"/>
                    <a:pt x="49" y="5"/>
                  </a:cubicBezTo>
                  <a:cubicBezTo>
                    <a:pt x="40" y="29"/>
                    <a:pt x="27" y="50"/>
                    <a:pt x="10" y="6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9" name="Google Shape;849;p20"/>
            <p:cNvSpPr/>
            <p:nvPr/>
          </p:nvSpPr>
          <p:spPr>
            <a:xfrm>
              <a:off x="1784350" y="663575"/>
              <a:ext cx="31750" cy="133350"/>
            </a:xfrm>
            <a:custGeom>
              <a:avLst/>
              <a:gdLst/>
              <a:ahLst/>
              <a:cxnLst/>
              <a:rect l="l" t="t" r="r" b="b"/>
              <a:pathLst>
                <a:path w="19" h="79" extrusionOk="0">
                  <a:moveTo>
                    <a:pt x="16" y="79"/>
                  </a:moveTo>
                  <a:cubicBezTo>
                    <a:pt x="2" y="77"/>
                    <a:pt x="2" y="77"/>
                    <a:pt x="2" y="77"/>
                  </a:cubicBezTo>
                  <a:cubicBezTo>
                    <a:pt x="4" y="66"/>
                    <a:pt x="5" y="56"/>
                    <a:pt x="5" y="45"/>
                  </a:cubicBezTo>
                  <a:cubicBezTo>
                    <a:pt x="5" y="31"/>
                    <a:pt x="4" y="17"/>
                    <a:pt x="0" y="3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7" y="15"/>
                    <a:pt x="19" y="30"/>
                    <a:pt x="19" y="45"/>
                  </a:cubicBezTo>
                  <a:cubicBezTo>
                    <a:pt x="19" y="57"/>
                    <a:pt x="18" y="68"/>
                    <a:pt x="16" y="7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0" name="Google Shape;850;p20"/>
            <p:cNvSpPr/>
            <p:nvPr/>
          </p:nvSpPr>
          <p:spPr>
            <a:xfrm>
              <a:off x="1714500" y="520700"/>
              <a:ext cx="80963" cy="112712"/>
            </a:xfrm>
            <a:custGeom>
              <a:avLst/>
              <a:gdLst/>
              <a:ahLst/>
              <a:cxnLst/>
              <a:rect l="l" t="t" r="r" b="b"/>
              <a:pathLst>
                <a:path w="48" h="66" extrusionOk="0">
                  <a:moveTo>
                    <a:pt x="35" y="66"/>
                  </a:moveTo>
                  <a:cubicBezTo>
                    <a:pt x="27" y="45"/>
                    <a:pt x="15" y="26"/>
                    <a:pt x="0" y="9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26" y="18"/>
                    <a:pt x="39" y="39"/>
                    <a:pt x="48" y="61"/>
                  </a:cubicBezTo>
                  <a:lnTo>
                    <a:pt x="35" y="6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1" name="Google Shape;851;p20"/>
            <p:cNvSpPr/>
            <p:nvPr/>
          </p:nvSpPr>
          <p:spPr>
            <a:xfrm>
              <a:off x="1558925" y="425450"/>
              <a:ext cx="139700" cy="82550"/>
            </a:xfrm>
            <a:custGeom>
              <a:avLst/>
              <a:gdLst/>
              <a:ahLst/>
              <a:cxnLst/>
              <a:rect l="l" t="t" r="r" b="b"/>
              <a:pathLst>
                <a:path w="82" h="49" extrusionOk="0">
                  <a:moveTo>
                    <a:pt x="73" y="49"/>
                  </a:moveTo>
                  <a:cubicBezTo>
                    <a:pt x="52" y="32"/>
                    <a:pt x="27" y="19"/>
                    <a:pt x="0" y="13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2" y="6"/>
                    <a:pt x="59" y="20"/>
                    <a:pt x="82" y="38"/>
                  </a:cubicBezTo>
                  <a:lnTo>
                    <a:pt x="73" y="4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2" name="Google Shape;852;p20"/>
            <p:cNvSpPr/>
            <p:nvPr/>
          </p:nvSpPr>
          <p:spPr>
            <a:xfrm>
              <a:off x="1327150" y="417513"/>
              <a:ext cx="198437" cy="66675"/>
            </a:xfrm>
            <a:custGeom>
              <a:avLst/>
              <a:gdLst/>
              <a:ahLst/>
              <a:cxnLst/>
              <a:rect l="l" t="t" r="r" b="b"/>
              <a:pathLst>
                <a:path w="118" h="40" extrusionOk="0">
                  <a:moveTo>
                    <a:pt x="7" y="40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30" y="10"/>
                    <a:pt x="64" y="0"/>
                    <a:pt x="99" y="0"/>
                  </a:cubicBezTo>
                  <a:cubicBezTo>
                    <a:pt x="105" y="0"/>
                    <a:pt x="111" y="0"/>
                    <a:pt x="118" y="1"/>
                  </a:cubicBezTo>
                  <a:cubicBezTo>
                    <a:pt x="116" y="15"/>
                    <a:pt x="116" y="15"/>
                    <a:pt x="116" y="15"/>
                  </a:cubicBezTo>
                  <a:cubicBezTo>
                    <a:pt x="111" y="14"/>
                    <a:pt x="105" y="14"/>
                    <a:pt x="99" y="14"/>
                  </a:cubicBezTo>
                  <a:cubicBezTo>
                    <a:pt x="66" y="14"/>
                    <a:pt x="35" y="23"/>
                    <a:pt x="7" y="4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3" name="Google Shape;853;p20"/>
            <p:cNvSpPr/>
            <p:nvPr/>
          </p:nvSpPr>
          <p:spPr>
            <a:xfrm>
              <a:off x="1195388" y="487363"/>
              <a:ext cx="111125" cy="138113"/>
            </a:xfrm>
            <a:custGeom>
              <a:avLst/>
              <a:gdLst/>
              <a:ahLst/>
              <a:cxnLst/>
              <a:rect l="l" t="t" r="r" b="b"/>
              <a:pathLst>
                <a:path w="66" h="82" extrusionOk="0">
                  <a:moveTo>
                    <a:pt x="12" y="82"/>
                  </a:moveTo>
                  <a:cubicBezTo>
                    <a:pt x="0" y="77"/>
                    <a:pt x="0" y="77"/>
                    <a:pt x="0" y="77"/>
                  </a:cubicBezTo>
                  <a:cubicBezTo>
                    <a:pt x="12" y="47"/>
                    <a:pt x="32" y="20"/>
                    <a:pt x="58" y="0"/>
                  </a:cubicBezTo>
                  <a:cubicBezTo>
                    <a:pt x="66" y="11"/>
                    <a:pt x="66" y="11"/>
                    <a:pt x="66" y="11"/>
                  </a:cubicBezTo>
                  <a:cubicBezTo>
                    <a:pt x="43" y="29"/>
                    <a:pt x="24" y="54"/>
                    <a:pt x="12" y="8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4" name="Google Shape;854;p20"/>
            <p:cNvSpPr/>
            <p:nvPr/>
          </p:nvSpPr>
          <p:spPr>
            <a:xfrm>
              <a:off x="1171575" y="661988"/>
              <a:ext cx="31750" cy="152400"/>
            </a:xfrm>
            <a:custGeom>
              <a:avLst/>
              <a:gdLst/>
              <a:ahLst/>
              <a:cxnLst/>
              <a:rect l="l" t="t" r="r" b="b"/>
              <a:pathLst>
                <a:path w="19" h="91" extrusionOk="0">
                  <a:moveTo>
                    <a:pt x="5" y="91"/>
                  </a:moveTo>
                  <a:cubicBezTo>
                    <a:pt x="1" y="76"/>
                    <a:pt x="0" y="61"/>
                    <a:pt x="0" y="46"/>
                  </a:cubicBezTo>
                  <a:cubicBezTo>
                    <a:pt x="0" y="31"/>
                    <a:pt x="2" y="15"/>
                    <a:pt x="5" y="0"/>
                  </a:cubicBezTo>
                  <a:cubicBezTo>
                    <a:pt x="19" y="4"/>
                    <a:pt x="19" y="4"/>
                    <a:pt x="19" y="4"/>
                  </a:cubicBezTo>
                  <a:cubicBezTo>
                    <a:pt x="15" y="17"/>
                    <a:pt x="13" y="32"/>
                    <a:pt x="13" y="46"/>
                  </a:cubicBezTo>
                  <a:cubicBezTo>
                    <a:pt x="13" y="60"/>
                    <a:pt x="15" y="74"/>
                    <a:pt x="18" y="87"/>
                  </a:cubicBezTo>
                  <a:lnTo>
                    <a:pt x="5" y="9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5" name="Google Shape;855;p20"/>
            <p:cNvSpPr/>
            <p:nvPr/>
          </p:nvSpPr>
          <p:spPr>
            <a:xfrm>
              <a:off x="1493838" y="806450"/>
              <a:ext cx="265113" cy="207963"/>
            </a:xfrm>
            <a:custGeom>
              <a:avLst/>
              <a:gdLst/>
              <a:ahLst/>
              <a:cxnLst/>
              <a:rect l="l" t="t" r="r" b="b"/>
              <a:pathLst>
                <a:path w="157" h="123" extrusionOk="0">
                  <a:moveTo>
                    <a:pt x="0" y="123"/>
                  </a:moveTo>
                  <a:cubicBezTo>
                    <a:pt x="0" y="116"/>
                    <a:pt x="0" y="116"/>
                    <a:pt x="0" y="116"/>
                  </a:cubicBezTo>
                  <a:cubicBezTo>
                    <a:pt x="70" y="116"/>
                    <a:pt x="132" y="68"/>
                    <a:pt x="150" y="0"/>
                  </a:cubicBezTo>
                  <a:cubicBezTo>
                    <a:pt x="157" y="2"/>
                    <a:pt x="157" y="2"/>
                    <a:pt x="157" y="2"/>
                  </a:cubicBezTo>
                  <a:cubicBezTo>
                    <a:pt x="138" y="73"/>
                    <a:pt x="73" y="123"/>
                    <a:pt x="0" y="12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6" name="Google Shape;856;p20"/>
            <p:cNvSpPr/>
            <p:nvPr/>
          </p:nvSpPr>
          <p:spPr>
            <a:xfrm>
              <a:off x="1752600" y="693738"/>
              <a:ext cx="14288" cy="46037"/>
            </a:xfrm>
            <a:custGeom>
              <a:avLst/>
              <a:gdLst/>
              <a:ahLst/>
              <a:cxnLst/>
              <a:rect l="l" t="t" r="r" b="b"/>
              <a:pathLst>
                <a:path w="9" h="27" extrusionOk="0">
                  <a:moveTo>
                    <a:pt x="9" y="27"/>
                  </a:moveTo>
                  <a:cubicBezTo>
                    <a:pt x="3" y="27"/>
                    <a:pt x="3" y="27"/>
                    <a:pt x="3" y="27"/>
                  </a:cubicBezTo>
                  <a:cubicBezTo>
                    <a:pt x="3" y="19"/>
                    <a:pt x="2" y="10"/>
                    <a:pt x="0" y="1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9" y="9"/>
                    <a:pt x="9" y="18"/>
                    <a:pt x="9" y="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7" name="Google Shape;857;p20"/>
            <p:cNvSpPr/>
            <p:nvPr/>
          </p:nvSpPr>
          <p:spPr>
            <a:xfrm>
              <a:off x="1658938" y="527050"/>
              <a:ext cx="46037" cy="44450"/>
            </a:xfrm>
            <a:custGeom>
              <a:avLst/>
              <a:gdLst/>
              <a:ahLst/>
              <a:cxnLst/>
              <a:rect l="l" t="t" r="r" b="b"/>
              <a:pathLst>
                <a:path w="27" h="27" extrusionOk="0">
                  <a:moveTo>
                    <a:pt x="21" y="27"/>
                  </a:moveTo>
                  <a:cubicBezTo>
                    <a:pt x="15" y="19"/>
                    <a:pt x="8" y="12"/>
                    <a:pt x="0" y="6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13" y="7"/>
                    <a:pt x="20" y="14"/>
                    <a:pt x="27" y="22"/>
                  </a:cubicBezTo>
                  <a:lnTo>
                    <a:pt x="21" y="27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8" name="Google Shape;858;p20"/>
            <p:cNvSpPr/>
            <p:nvPr/>
          </p:nvSpPr>
          <p:spPr>
            <a:xfrm>
              <a:off x="1524000" y="466725"/>
              <a:ext cx="123825" cy="55563"/>
            </a:xfrm>
            <a:custGeom>
              <a:avLst/>
              <a:gdLst/>
              <a:ahLst/>
              <a:cxnLst/>
              <a:rect l="l" t="t" r="r" b="b"/>
              <a:pathLst>
                <a:path w="73" h="33" extrusionOk="0">
                  <a:moveTo>
                    <a:pt x="70" y="33"/>
                  </a:moveTo>
                  <a:cubicBezTo>
                    <a:pt x="49" y="18"/>
                    <a:pt x="25" y="9"/>
                    <a:pt x="0" y="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" y="3"/>
                    <a:pt x="52" y="12"/>
                    <a:pt x="73" y="27"/>
                  </a:cubicBezTo>
                  <a:lnTo>
                    <a:pt x="70" y="33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9" name="Google Shape;859;p20"/>
            <p:cNvSpPr/>
            <p:nvPr/>
          </p:nvSpPr>
          <p:spPr>
            <a:xfrm>
              <a:off x="1436688" y="465138"/>
              <a:ext cx="57150" cy="17463"/>
            </a:xfrm>
            <a:custGeom>
              <a:avLst/>
              <a:gdLst/>
              <a:ahLst/>
              <a:cxnLst/>
              <a:rect l="l" t="t" r="r" b="b"/>
              <a:pathLst>
                <a:path w="34" h="10" extrusionOk="0">
                  <a:moveTo>
                    <a:pt x="1" y="10"/>
                  </a:moveTo>
                  <a:cubicBezTo>
                    <a:pt x="0" y="3"/>
                    <a:pt x="0" y="3"/>
                    <a:pt x="0" y="3"/>
                  </a:cubicBezTo>
                  <a:cubicBezTo>
                    <a:pt x="11" y="1"/>
                    <a:pt x="22" y="0"/>
                    <a:pt x="34" y="0"/>
                  </a:cubicBezTo>
                  <a:cubicBezTo>
                    <a:pt x="34" y="7"/>
                    <a:pt x="34" y="7"/>
                    <a:pt x="34" y="7"/>
                  </a:cubicBezTo>
                  <a:cubicBezTo>
                    <a:pt x="23" y="7"/>
                    <a:pt x="12" y="8"/>
                    <a:pt x="1" y="1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0" name="Google Shape;860;p20"/>
            <p:cNvSpPr/>
            <p:nvPr/>
          </p:nvSpPr>
          <p:spPr>
            <a:xfrm>
              <a:off x="1231900" y="487363"/>
              <a:ext cx="158750" cy="173037"/>
            </a:xfrm>
            <a:custGeom>
              <a:avLst/>
              <a:gdLst/>
              <a:ahLst/>
              <a:cxnLst/>
              <a:rect l="l" t="t" r="r" b="b"/>
              <a:pathLst>
                <a:path w="94" h="102" extrusionOk="0">
                  <a:moveTo>
                    <a:pt x="6" y="102"/>
                  </a:moveTo>
                  <a:cubicBezTo>
                    <a:pt x="0" y="100"/>
                    <a:pt x="0" y="100"/>
                    <a:pt x="0" y="100"/>
                  </a:cubicBezTo>
                  <a:cubicBezTo>
                    <a:pt x="14" y="55"/>
                    <a:pt x="47" y="18"/>
                    <a:pt x="91" y="0"/>
                  </a:cubicBezTo>
                  <a:cubicBezTo>
                    <a:pt x="94" y="6"/>
                    <a:pt x="94" y="6"/>
                    <a:pt x="94" y="6"/>
                  </a:cubicBezTo>
                  <a:cubicBezTo>
                    <a:pt x="52" y="24"/>
                    <a:pt x="20" y="59"/>
                    <a:pt x="6" y="10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1" name="Google Shape;861;p20"/>
            <p:cNvSpPr/>
            <p:nvPr/>
          </p:nvSpPr>
          <p:spPr>
            <a:xfrm>
              <a:off x="1219200" y="685800"/>
              <a:ext cx="15875" cy="53975"/>
            </a:xfrm>
            <a:custGeom>
              <a:avLst/>
              <a:gdLst/>
              <a:ahLst/>
              <a:cxnLst/>
              <a:rect l="l" t="t" r="r" b="b"/>
              <a:pathLst>
                <a:path w="10" h="32" extrusionOk="0">
                  <a:moveTo>
                    <a:pt x="7" y="32"/>
                  </a:moveTo>
                  <a:cubicBezTo>
                    <a:pt x="0" y="32"/>
                    <a:pt x="0" y="32"/>
                    <a:pt x="0" y="32"/>
                  </a:cubicBezTo>
                  <a:cubicBezTo>
                    <a:pt x="0" y="21"/>
                    <a:pt x="1" y="10"/>
                    <a:pt x="4" y="0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8" y="11"/>
                    <a:pt x="7" y="22"/>
                    <a:pt x="7" y="3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2" name="Google Shape;862;p20"/>
            <p:cNvSpPr/>
            <p:nvPr/>
          </p:nvSpPr>
          <p:spPr>
            <a:xfrm>
              <a:off x="1231900" y="820738"/>
              <a:ext cx="111125" cy="144463"/>
            </a:xfrm>
            <a:custGeom>
              <a:avLst/>
              <a:gdLst/>
              <a:ahLst/>
              <a:cxnLst/>
              <a:rect l="l" t="t" r="r" b="b"/>
              <a:pathLst>
                <a:path w="66" h="86" extrusionOk="0">
                  <a:moveTo>
                    <a:pt x="62" y="86"/>
                  </a:moveTo>
                  <a:cubicBezTo>
                    <a:pt x="33" y="66"/>
                    <a:pt x="11" y="36"/>
                    <a:pt x="0" y="2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17" y="32"/>
                    <a:pt x="38" y="61"/>
                    <a:pt x="66" y="80"/>
                  </a:cubicBezTo>
                  <a:lnTo>
                    <a:pt x="62" y="8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3" name="Google Shape;863;p20"/>
            <p:cNvSpPr/>
            <p:nvPr/>
          </p:nvSpPr>
          <p:spPr>
            <a:xfrm>
              <a:off x="1377950" y="976313"/>
              <a:ext cx="38100" cy="25400"/>
            </a:xfrm>
            <a:custGeom>
              <a:avLst/>
              <a:gdLst/>
              <a:ahLst/>
              <a:cxnLst/>
              <a:rect l="l" t="t" r="r" b="b"/>
              <a:pathLst>
                <a:path w="23" h="15" extrusionOk="0">
                  <a:moveTo>
                    <a:pt x="21" y="15"/>
                  </a:moveTo>
                  <a:cubicBezTo>
                    <a:pt x="14" y="12"/>
                    <a:pt x="7" y="10"/>
                    <a:pt x="0" y="7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9" y="3"/>
                    <a:pt x="16" y="6"/>
                    <a:pt x="23" y="8"/>
                  </a:cubicBezTo>
                  <a:lnTo>
                    <a:pt x="21" y="1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4" name="Google Shape;864;p20"/>
            <p:cNvSpPr/>
            <p:nvPr/>
          </p:nvSpPr>
          <p:spPr>
            <a:xfrm>
              <a:off x="1325563" y="739775"/>
              <a:ext cx="26988" cy="69850"/>
            </a:xfrm>
            <a:custGeom>
              <a:avLst/>
              <a:gdLst/>
              <a:ahLst/>
              <a:cxnLst/>
              <a:rect l="l" t="t" r="r" b="b"/>
              <a:pathLst>
                <a:path w="16" h="42" extrusionOk="0">
                  <a:moveTo>
                    <a:pt x="9" y="42"/>
                  </a:moveTo>
                  <a:cubicBezTo>
                    <a:pt x="3" y="29"/>
                    <a:pt x="0" y="15"/>
                    <a:pt x="0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14"/>
                    <a:pt x="11" y="27"/>
                    <a:pt x="16" y="39"/>
                  </a:cubicBezTo>
                  <a:lnTo>
                    <a:pt x="9" y="42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5" name="Google Shape;865;p20"/>
            <p:cNvSpPr/>
            <p:nvPr/>
          </p:nvSpPr>
          <p:spPr>
            <a:xfrm>
              <a:off x="1354138" y="825500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34" h="34" extrusionOk="0">
                  <a:moveTo>
                    <a:pt x="30" y="34"/>
                  </a:moveTo>
                  <a:cubicBezTo>
                    <a:pt x="18" y="26"/>
                    <a:pt x="8" y="16"/>
                    <a:pt x="0" y="4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13" y="11"/>
                    <a:pt x="23" y="21"/>
                    <a:pt x="34" y="28"/>
                  </a:cubicBezTo>
                  <a:lnTo>
                    <a:pt x="30" y="3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6" name="Google Shape;866;p20"/>
            <p:cNvSpPr/>
            <p:nvPr/>
          </p:nvSpPr>
          <p:spPr>
            <a:xfrm>
              <a:off x="1423988" y="882650"/>
              <a:ext cx="33337" cy="20638"/>
            </a:xfrm>
            <a:custGeom>
              <a:avLst/>
              <a:gdLst/>
              <a:ahLst/>
              <a:cxnLst/>
              <a:rect l="l" t="t" r="r" b="b"/>
              <a:pathLst>
                <a:path w="19" h="12" extrusionOk="0">
                  <a:moveTo>
                    <a:pt x="17" y="12"/>
                  </a:moveTo>
                  <a:cubicBezTo>
                    <a:pt x="11" y="11"/>
                    <a:pt x="6" y="9"/>
                    <a:pt x="0" y="6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8" y="2"/>
                    <a:pt x="14" y="4"/>
                    <a:pt x="19" y="5"/>
                  </a:cubicBezTo>
                  <a:lnTo>
                    <a:pt x="17" y="12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7" name="Google Shape;867;p20"/>
            <p:cNvSpPr/>
            <p:nvPr/>
          </p:nvSpPr>
          <p:spPr>
            <a:xfrm>
              <a:off x="1473200" y="884238"/>
              <a:ext cx="84138" cy="23812"/>
            </a:xfrm>
            <a:custGeom>
              <a:avLst/>
              <a:gdLst/>
              <a:ahLst/>
              <a:cxnLst/>
              <a:rect l="l" t="t" r="r" b="b"/>
              <a:pathLst>
                <a:path w="50" h="14" extrusionOk="0">
                  <a:moveTo>
                    <a:pt x="12" y="14"/>
                  </a:moveTo>
                  <a:cubicBezTo>
                    <a:pt x="8" y="14"/>
                    <a:pt x="4" y="14"/>
                    <a:pt x="0" y="13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4" y="6"/>
                    <a:pt x="8" y="6"/>
                    <a:pt x="12" y="6"/>
                  </a:cubicBezTo>
                  <a:cubicBezTo>
                    <a:pt x="24" y="6"/>
                    <a:pt x="36" y="4"/>
                    <a:pt x="47" y="0"/>
                  </a:cubicBezTo>
                  <a:cubicBezTo>
                    <a:pt x="50" y="7"/>
                    <a:pt x="50" y="7"/>
                    <a:pt x="50" y="7"/>
                  </a:cubicBezTo>
                  <a:cubicBezTo>
                    <a:pt x="38" y="11"/>
                    <a:pt x="25" y="14"/>
                    <a:pt x="12" y="1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8" name="Google Shape;868;p20"/>
            <p:cNvSpPr/>
            <p:nvPr/>
          </p:nvSpPr>
          <p:spPr>
            <a:xfrm>
              <a:off x="1577975" y="823913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34" h="34" extrusionOk="0">
                  <a:moveTo>
                    <a:pt x="4" y="34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11" y="21"/>
                    <a:pt x="20" y="11"/>
                    <a:pt x="28" y="0"/>
                  </a:cubicBezTo>
                  <a:cubicBezTo>
                    <a:pt x="34" y="4"/>
                    <a:pt x="34" y="4"/>
                    <a:pt x="34" y="4"/>
                  </a:cubicBezTo>
                  <a:cubicBezTo>
                    <a:pt x="26" y="16"/>
                    <a:pt x="16" y="26"/>
                    <a:pt x="4" y="3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9" name="Google Shape;869;p20"/>
            <p:cNvSpPr/>
            <p:nvPr/>
          </p:nvSpPr>
          <p:spPr>
            <a:xfrm>
              <a:off x="1646238" y="706438"/>
              <a:ext cx="14288" cy="65088"/>
            </a:xfrm>
            <a:custGeom>
              <a:avLst/>
              <a:gdLst/>
              <a:ahLst/>
              <a:cxnLst/>
              <a:rect l="l" t="t" r="r" b="b"/>
              <a:pathLst>
                <a:path w="9" h="38" extrusionOk="0">
                  <a:moveTo>
                    <a:pt x="8" y="38"/>
                  </a:moveTo>
                  <a:cubicBezTo>
                    <a:pt x="0" y="37"/>
                    <a:pt x="0" y="37"/>
                    <a:pt x="0" y="37"/>
                  </a:cubicBezTo>
                  <a:cubicBezTo>
                    <a:pt x="1" y="31"/>
                    <a:pt x="2" y="25"/>
                    <a:pt x="2" y="19"/>
                  </a:cubicBezTo>
                  <a:cubicBezTo>
                    <a:pt x="2" y="13"/>
                    <a:pt x="1" y="7"/>
                    <a:pt x="0" y="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9" y="6"/>
                    <a:pt x="9" y="13"/>
                    <a:pt x="9" y="19"/>
                  </a:cubicBezTo>
                  <a:cubicBezTo>
                    <a:pt x="9" y="26"/>
                    <a:pt x="9" y="32"/>
                    <a:pt x="8" y="3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0" name="Google Shape;870;p20"/>
            <p:cNvSpPr/>
            <p:nvPr/>
          </p:nvSpPr>
          <p:spPr>
            <a:xfrm>
              <a:off x="1584325" y="603250"/>
              <a:ext cx="66675" cy="77787"/>
            </a:xfrm>
            <a:custGeom>
              <a:avLst/>
              <a:gdLst/>
              <a:ahLst/>
              <a:cxnLst/>
              <a:rect l="l" t="t" r="r" b="b"/>
              <a:pathLst>
                <a:path w="39" h="46" extrusionOk="0">
                  <a:moveTo>
                    <a:pt x="32" y="46"/>
                  </a:moveTo>
                  <a:cubicBezTo>
                    <a:pt x="25" y="30"/>
                    <a:pt x="14" y="16"/>
                    <a:pt x="0" y="6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20" y="11"/>
                    <a:pt x="32" y="26"/>
                    <a:pt x="39" y="44"/>
                  </a:cubicBezTo>
                  <a:lnTo>
                    <a:pt x="32" y="4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1" name="Google Shape;871;p20"/>
            <p:cNvSpPr/>
            <p:nvPr/>
          </p:nvSpPr>
          <p:spPr>
            <a:xfrm>
              <a:off x="1473200" y="571500"/>
              <a:ext cx="103187" cy="31750"/>
            </a:xfrm>
            <a:custGeom>
              <a:avLst/>
              <a:gdLst/>
              <a:ahLst/>
              <a:cxnLst/>
              <a:rect l="l" t="t" r="r" b="b"/>
              <a:pathLst>
                <a:path w="61" h="19" extrusionOk="0">
                  <a:moveTo>
                    <a:pt x="58" y="19"/>
                  </a:moveTo>
                  <a:cubicBezTo>
                    <a:pt x="44" y="11"/>
                    <a:pt x="28" y="7"/>
                    <a:pt x="12" y="7"/>
                  </a:cubicBezTo>
                  <a:cubicBezTo>
                    <a:pt x="8" y="7"/>
                    <a:pt x="5" y="7"/>
                    <a:pt x="1" y="8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" y="0"/>
                    <a:pt x="8" y="0"/>
                    <a:pt x="12" y="0"/>
                  </a:cubicBezTo>
                  <a:cubicBezTo>
                    <a:pt x="29" y="0"/>
                    <a:pt x="46" y="4"/>
                    <a:pt x="61" y="13"/>
                  </a:cubicBezTo>
                  <a:lnTo>
                    <a:pt x="58" y="1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2" name="Google Shape;872;p20"/>
            <p:cNvSpPr/>
            <p:nvPr/>
          </p:nvSpPr>
          <p:spPr>
            <a:xfrm>
              <a:off x="1404938" y="574675"/>
              <a:ext cx="52388" cy="33337"/>
            </a:xfrm>
            <a:custGeom>
              <a:avLst/>
              <a:gdLst/>
              <a:ahLst/>
              <a:cxnLst/>
              <a:rect l="l" t="t" r="r" b="b"/>
              <a:pathLst>
                <a:path w="31" h="19" extrusionOk="0">
                  <a:moveTo>
                    <a:pt x="4" y="19"/>
                  </a:moveTo>
                  <a:cubicBezTo>
                    <a:pt x="0" y="13"/>
                    <a:pt x="0" y="13"/>
                    <a:pt x="0" y="13"/>
                  </a:cubicBezTo>
                  <a:cubicBezTo>
                    <a:pt x="9" y="7"/>
                    <a:pt x="19" y="3"/>
                    <a:pt x="29" y="0"/>
                  </a:cubicBezTo>
                  <a:cubicBezTo>
                    <a:pt x="31" y="8"/>
                    <a:pt x="31" y="8"/>
                    <a:pt x="31" y="8"/>
                  </a:cubicBezTo>
                  <a:cubicBezTo>
                    <a:pt x="21" y="10"/>
                    <a:pt x="12" y="14"/>
                    <a:pt x="4" y="1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3" name="Google Shape;873;p20"/>
            <p:cNvSpPr/>
            <p:nvPr/>
          </p:nvSpPr>
          <p:spPr>
            <a:xfrm>
              <a:off x="1328738" y="617538"/>
              <a:ext cx="57150" cy="92075"/>
            </a:xfrm>
            <a:custGeom>
              <a:avLst/>
              <a:gdLst/>
              <a:ahLst/>
              <a:cxnLst/>
              <a:rect l="l" t="t" r="r" b="b"/>
              <a:pathLst>
                <a:path w="34" h="55" extrusionOk="0">
                  <a:moveTo>
                    <a:pt x="7" y="55"/>
                  </a:moveTo>
                  <a:cubicBezTo>
                    <a:pt x="0" y="54"/>
                    <a:pt x="0" y="54"/>
                    <a:pt x="0" y="54"/>
                  </a:cubicBezTo>
                  <a:cubicBezTo>
                    <a:pt x="4" y="33"/>
                    <a:pt x="14" y="14"/>
                    <a:pt x="29" y="0"/>
                  </a:cubicBezTo>
                  <a:cubicBezTo>
                    <a:pt x="34" y="5"/>
                    <a:pt x="34" y="5"/>
                    <a:pt x="34" y="5"/>
                  </a:cubicBezTo>
                  <a:cubicBezTo>
                    <a:pt x="20" y="19"/>
                    <a:pt x="11" y="36"/>
                    <a:pt x="7" y="5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4" name="Google Shape;874;p20"/>
            <p:cNvSpPr/>
            <p:nvPr/>
          </p:nvSpPr>
          <p:spPr>
            <a:xfrm>
              <a:off x="1357313" y="787400"/>
              <a:ext cx="36513" cy="50800"/>
            </a:xfrm>
            <a:custGeom>
              <a:avLst/>
              <a:gdLst/>
              <a:ahLst/>
              <a:cxnLst/>
              <a:rect l="l" t="t" r="r" b="b"/>
              <a:pathLst>
                <a:path w="22" h="30" extrusionOk="0">
                  <a:moveTo>
                    <a:pt x="17" y="30"/>
                  </a:moveTo>
                  <a:cubicBezTo>
                    <a:pt x="10" y="21"/>
                    <a:pt x="4" y="12"/>
                    <a:pt x="0" y="2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10" y="9"/>
                    <a:pt x="15" y="18"/>
                    <a:pt x="22" y="25"/>
                  </a:cubicBezTo>
                  <a:lnTo>
                    <a:pt x="17" y="3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5" name="Google Shape;875;p20"/>
            <p:cNvSpPr/>
            <p:nvPr/>
          </p:nvSpPr>
          <p:spPr>
            <a:xfrm>
              <a:off x="1400175" y="841375"/>
              <a:ext cx="93663" cy="44450"/>
            </a:xfrm>
            <a:custGeom>
              <a:avLst/>
              <a:gdLst/>
              <a:ahLst/>
              <a:cxnLst/>
              <a:rect l="l" t="t" r="r" b="b"/>
              <a:pathLst>
                <a:path w="56" h="26" extrusionOk="0">
                  <a:moveTo>
                    <a:pt x="56" y="26"/>
                  </a:moveTo>
                  <a:cubicBezTo>
                    <a:pt x="35" y="26"/>
                    <a:pt x="15" y="18"/>
                    <a:pt x="0" y="5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18" y="13"/>
                    <a:pt x="37" y="19"/>
                    <a:pt x="56" y="19"/>
                  </a:cubicBezTo>
                  <a:lnTo>
                    <a:pt x="56" y="2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6" name="Google Shape;876;p20"/>
            <p:cNvSpPr/>
            <p:nvPr/>
          </p:nvSpPr>
          <p:spPr>
            <a:xfrm>
              <a:off x="1522413" y="839788"/>
              <a:ext cx="68263" cy="42863"/>
            </a:xfrm>
            <a:custGeom>
              <a:avLst/>
              <a:gdLst/>
              <a:ahLst/>
              <a:cxnLst/>
              <a:rect l="l" t="t" r="r" b="b"/>
              <a:pathLst>
                <a:path w="40" h="25" extrusionOk="0">
                  <a:moveTo>
                    <a:pt x="1" y="25"/>
                  </a:moveTo>
                  <a:cubicBezTo>
                    <a:pt x="0" y="19"/>
                    <a:pt x="0" y="19"/>
                    <a:pt x="0" y="19"/>
                  </a:cubicBezTo>
                  <a:cubicBezTo>
                    <a:pt x="13" y="16"/>
                    <a:pt x="26" y="10"/>
                    <a:pt x="36" y="0"/>
                  </a:cubicBezTo>
                  <a:cubicBezTo>
                    <a:pt x="40" y="5"/>
                    <a:pt x="40" y="5"/>
                    <a:pt x="40" y="5"/>
                  </a:cubicBezTo>
                  <a:cubicBezTo>
                    <a:pt x="29" y="15"/>
                    <a:pt x="15" y="22"/>
                    <a:pt x="1" y="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7" name="Google Shape;877;p20"/>
            <p:cNvSpPr/>
            <p:nvPr/>
          </p:nvSpPr>
          <p:spPr>
            <a:xfrm>
              <a:off x="1593850" y="784225"/>
              <a:ext cx="36513" cy="53975"/>
            </a:xfrm>
            <a:custGeom>
              <a:avLst/>
              <a:gdLst/>
              <a:ahLst/>
              <a:cxnLst/>
              <a:rect l="l" t="t" r="r" b="b"/>
              <a:pathLst>
                <a:path w="22" h="32" extrusionOk="0">
                  <a:moveTo>
                    <a:pt x="5" y="32"/>
                  </a:moveTo>
                  <a:cubicBezTo>
                    <a:pt x="0" y="27"/>
                    <a:pt x="0" y="27"/>
                    <a:pt x="0" y="27"/>
                  </a:cubicBezTo>
                  <a:cubicBezTo>
                    <a:pt x="7" y="19"/>
                    <a:pt x="13" y="10"/>
                    <a:pt x="16" y="0"/>
                  </a:cubicBezTo>
                  <a:cubicBezTo>
                    <a:pt x="22" y="3"/>
                    <a:pt x="22" y="3"/>
                    <a:pt x="22" y="3"/>
                  </a:cubicBezTo>
                  <a:cubicBezTo>
                    <a:pt x="18" y="13"/>
                    <a:pt x="12" y="23"/>
                    <a:pt x="5" y="3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8" name="Google Shape;878;p20"/>
            <p:cNvSpPr/>
            <p:nvPr/>
          </p:nvSpPr>
          <p:spPr>
            <a:xfrm>
              <a:off x="1625600" y="704850"/>
              <a:ext cx="12700" cy="61913"/>
            </a:xfrm>
            <a:custGeom>
              <a:avLst/>
              <a:gdLst/>
              <a:ahLst/>
              <a:cxnLst/>
              <a:rect l="l" t="t" r="r" b="b"/>
              <a:pathLst>
                <a:path w="8" h="36" extrusionOk="0">
                  <a:moveTo>
                    <a:pt x="7" y="36"/>
                  </a:moveTo>
                  <a:cubicBezTo>
                    <a:pt x="1" y="34"/>
                    <a:pt x="1" y="34"/>
                    <a:pt x="1" y="34"/>
                  </a:cubicBezTo>
                  <a:cubicBezTo>
                    <a:pt x="2" y="30"/>
                    <a:pt x="2" y="25"/>
                    <a:pt x="2" y="20"/>
                  </a:cubicBezTo>
                  <a:cubicBezTo>
                    <a:pt x="2" y="14"/>
                    <a:pt x="1" y="7"/>
                    <a:pt x="0" y="1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7" y="6"/>
                    <a:pt x="8" y="13"/>
                    <a:pt x="8" y="20"/>
                  </a:cubicBezTo>
                  <a:cubicBezTo>
                    <a:pt x="8" y="25"/>
                    <a:pt x="8" y="31"/>
                    <a:pt x="7" y="3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9" name="Google Shape;879;p20"/>
            <p:cNvSpPr/>
            <p:nvPr/>
          </p:nvSpPr>
          <p:spPr>
            <a:xfrm>
              <a:off x="1593850" y="641350"/>
              <a:ext cx="36513" cy="50800"/>
            </a:xfrm>
            <a:custGeom>
              <a:avLst/>
              <a:gdLst/>
              <a:ahLst/>
              <a:cxnLst/>
              <a:rect l="l" t="t" r="r" b="b"/>
              <a:pathLst>
                <a:path w="22" h="30" extrusionOk="0">
                  <a:moveTo>
                    <a:pt x="16" y="30"/>
                  </a:moveTo>
                  <a:cubicBezTo>
                    <a:pt x="12" y="20"/>
                    <a:pt x="7" y="12"/>
                    <a:pt x="0" y="4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12" y="8"/>
                    <a:pt x="18" y="17"/>
                    <a:pt x="22" y="28"/>
                  </a:cubicBezTo>
                  <a:lnTo>
                    <a:pt x="16" y="3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0" name="Google Shape;880;p20"/>
            <p:cNvSpPr/>
            <p:nvPr/>
          </p:nvSpPr>
          <p:spPr>
            <a:xfrm>
              <a:off x="1524000" y="596900"/>
              <a:ext cx="61912" cy="38100"/>
            </a:xfrm>
            <a:custGeom>
              <a:avLst/>
              <a:gdLst/>
              <a:ahLst/>
              <a:cxnLst/>
              <a:rect l="l" t="t" r="r" b="b"/>
              <a:pathLst>
                <a:path w="37" h="22" extrusionOk="0">
                  <a:moveTo>
                    <a:pt x="33" y="22"/>
                  </a:moveTo>
                  <a:cubicBezTo>
                    <a:pt x="23" y="14"/>
                    <a:pt x="12" y="9"/>
                    <a:pt x="0" y="6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4" y="3"/>
                    <a:pt x="26" y="9"/>
                    <a:pt x="37" y="17"/>
                  </a:cubicBezTo>
                  <a:lnTo>
                    <a:pt x="33" y="2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1" name="Google Shape;881;p20"/>
            <p:cNvSpPr/>
            <p:nvPr/>
          </p:nvSpPr>
          <p:spPr>
            <a:xfrm>
              <a:off x="1417638" y="593725"/>
              <a:ext cx="90488" cy="30163"/>
            </a:xfrm>
            <a:custGeom>
              <a:avLst/>
              <a:gdLst/>
              <a:ahLst/>
              <a:cxnLst/>
              <a:rect l="l" t="t" r="r" b="b"/>
              <a:pathLst>
                <a:path w="53" h="18" extrusionOk="0">
                  <a:moveTo>
                    <a:pt x="3" y="18"/>
                  </a:moveTo>
                  <a:cubicBezTo>
                    <a:pt x="0" y="12"/>
                    <a:pt x="0" y="12"/>
                    <a:pt x="0" y="12"/>
                  </a:cubicBezTo>
                  <a:cubicBezTo>
                    <a:pt x="14" y="4"/>
                    <a:pt x="29" y="0"/>
                    <a:pt x="45" y="0"/>
                  </a:cubicBezTo>
                  <a:cubicBezTo>
                    <a:pt x="48" y="0"/>
                    <a:pt x="51" y="0"/>
                    <a:pt x="53" y="0"/>
                  </a:cubicBezTo>
                  <a:cubicBezTo>
                    <a:pt x="53" y="6"/>
                    <a:pt x="53" y="6"/>
                    <a:pt x="53" y="6"/>
                  </a:cubicBezTo>
                  <a:cubicBezTo>
                    <a:pt x="50" y="6"/>
                    <a:pt x="47" y="6"/>
                    <a:pt x="45" y="6"/>
                  </a:cubicBezTo>
                  <a:cubicBezTo>
                    <a:pt x="30" y="6"/>
                    <a:pt x="16" y="10"/>
                    <a:pt x="3" y="1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2" name="Google Shape;882;p20"/>
            <p:cNvSpPr/>
            <p:nvPr/>
          </p:nvSpPr>
          <p:spPr>
            <a:xfrm>
              <a:off x="1358900" y="625475"/>
              <a:ext cx="50800" cy="63500"/>
            </a:xfrm>
            <a:custGeom>
              <a:avLst/>
              <a:gdLst/>
              <a:ahLst/>
              <a:cxnLst/>
              <a:rect l="l" t="t" r="r" b="b"/>
              <a:pathLst>
                <a:path w="30" h="37" extrusionOk="0">
                  <a:moveTo>
                    <a:pt x="6" y="37"/>
                  </a:moveTo>
                  <a:cubicBezTo>
                    <a:pt x="0" y="35"/>
                    <a:pt x="0" y="35"/>
                    <a:pt x="0" y="35"/>
                  </a:cubicBezTo>
                  <a:cubicBezTo>
                    <a:pt x="5" y="21"/>
                    <a:pt x="14" y="9"/>
                    <a:pt x="26" y="0"/>
                  </a:cubicBezTo>
                  <a:cubicBezTo>
                    <a:pt x="30" y="5"/>
                    <a:pt x="30" y="5"/>
                    <a:pt x="30" y="5"/>
                  </a:cubicBezTo>
                  <a:cubicBezTo>
                    <a:pt x="19" y="13"/>
                    <a:pt x="11" y="24"/>
                    <a:pt x="6" y="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3" name="Google Shape;883;p20"/>
            <p:cNvSpPr/>
            <p:nvPr/>
          </p:nvSpPr>
          <p:spPr>
            <a:xfrm>
              <a:off x="1347788" y="703263"/>
              <a:ext cx="14288" cy="69850"/>
            </a:xfrm>
            <a:custGeom>
              <a:avLst/>
              <a:gdLst/>
              <a:ahLst/>
              <a:cxnLst/>
              <a:rect l="l" t="t" r="r" b="b"/>
              <a:pathLst>
                <a:path w="9" h="41" extrusionOk="0">
                  <a:moveTo>
                    <a:pt x="3" y="41"/>
                  </a:moveTo>
                  <a:cubicBezTo>
                    <a:pt x="1" y="35"/>
                    <a:pt x="0" y="28"/>
                    <a:pt x="0" y="21"/>
                  </a:cubicBezTo>
                  <a:cubicBezTo>
                    <a:pt x="0" y="14"/>
                    <a:pt x="1" y="7"/>
                    <a:pt x="3" y="0"/>
                  </a:cubicBezTo>
                  <a:cubicBezTo>
                    <a:pt x="9" y="2"/>
                    <a:pt x="9" y="2"/>
                    <a:pt x="9" y="2"/>
                  </a:cubicBezTo>
                  <a:cubicBezTo>
                    <a:pt x="7" y="8"/>
                    <a:pt x="7" y="15"/>
                    <a:pt x="7" y="21"/>
                  </a:cubicBezTo>
                  <a:cubicBezTo>
                    <a:pt x="7" y="28"/>
                    <a:pt x="7" y="34"/>
                    <a:pt x="9" y="40"/>
                  </a:cubicBezTo>
                  <a:lnTo>
                    <a:pt x="3" y="4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4" name="Google Shape;884;p20"/>
            <p:cNvSpPr/>
            <p:nvPr/>
          </p:nvSpPr>
          <p:spPr>
            <a:xfrm>
              <a:off x="1493838" y="769938"/>
              <a:ext cx="119063" cy="93663"/>
            </a:xfrm>
            <a:custGeom>
              <a:avLst/>
              <a:gdLst/>
              <a:ahLst/>
              <a:cxnLst/>
              <a:rect l="l" t="t" r="r" b="b"/>
              <a:pathLst>
                <a:path w="71" h="56" extrusionOk="0">
                  <a:moveTo>
                    <a:pt x="0" y="56"/>
                  </a:moveTo>
                  <a:cubicBezTo>
                    <a:pt x="0" y="53"/>
                    <a:pt x="0" y="53"/>
                    <a:pt x="0" y="53"/>
                  </a:cubicBezTo>
                  <a:cubicBezTo>
                    <a:pt x="32" y="53"/>
                    <a:pt x="60" y="31"/>
                    <a:pt x="68" y="0"/>
                  </a:cubicBezTo>
                  <a:cubicBezTo>
                    <a:pt x="71" y="1"/>
                    <a:pt x="71" y="1"/>
                    <a:pt x="71" y="1"/>
                  </a:cubicBezTo>
                  <a:cubicBezTo>
                    <a:pt x="62" y="33"/>
                    <a:pt x="33" y="56"/>
                    <a:pt x="0" y="5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5" name="Google Shape;885;p20"/>
            <p:cNvSpPr/>
            <p:nvPr/>
          </p:nvSpPr>
          <p:spPr>
            <a:xfrm>
              <a:off x="1609725" y="719138"/>
              <a:ext cx="7938" cy="20638"/>
            </a:xfrm>
            <a:custGeom>
              <a:avLst/>
              <a:gdLst/>
              <a:ahLst/>
              <a:cxnLst/>
              <a:rect l="l" t="t" r="r" b="b"/>
              <a:pathLst>
                <a:path w="4" h="12" extrusionOk="0">
                  <a:moveTo>
                    <a:pt x="4" y="12"/>
                  </a:moveTo>
                  <a:cubicBezTo>
                    <a:pt x="1" y="12"/>
                    <a:pt x="1" y="12"/>
                    <a:pt x="1" y="12"/>
                  </a:cubicBezTo>
                  <a:cubicBezTo>
                    <a:pt x="1" y="8"/>
                    <a:pt x="1" y="4"/>
                    <a:pt x="0" y="1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4" y="4"/>
                    <a:pt x="4" y="8"/>
                    <a:pt x="4" y="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6" name="Google Shape;886;p20"/>
            <p:cNvSpPr/>
            <p:nvPr/>
          </p:nvSpPr>
          <p:spPr>
            <a:xfrm>
              <a:off x="1568450" y="642938"/>
              <a:ext cx="20638" cy="20638"/>
            </a:xfrm>
            <a:custGeom>
              <a:avLst/>
              <a:gdLst/>
              <a:ahLst/>
              <a:cxnLst/>
              <a:rect l="l" t="t" r="r" b="b"/>
              <a:pathLst>
                <a:path w="12" h="12" extrusionOk="0">
                  <a:moveTo>
                    <a:pt x="10" y="12"/>
                  </a:moveTo>
                  <a:cubicBezTo>
                    <a:pt x="7" y="9"/>
                    <a:pt x="4" y="6"/>
                    <a:pt x="0" y="3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6" y="3"/>
                    <a:pt x="9" y="7"/>
                    <a:pt x="12" y="10"/>
                  </a:cubicBezTo>
                  <a:lnTo>
                    <a:pt x="10" y="1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7" name="Google Shape;887;p20"/>
            <p:cNvSpPr/>
            <p:nvPr/>
          </p:nvSpPr>
          <p:spPr>
            <a:xfrm>
              <a:off x="1508125" y="615950"/>
              <a:ext cx="55563" cy="25400"/>
            </a:xfrm>
            <a:custGeom>
              <a:avLst/>
              <a:gdLst/>
              <a:ahLst/>
              <a:cxnLst/>
              <a:rect l="l" t="t" r="r" b="b"/>
              <a:pathLst>
                <a:path w="33" h="15" extrusionOk="0">
                  <a:moveTo>
                    <a:pt x="31" y="15"/>
                  </a:moveTo>
                  <a:cubicBezTo>
                    <a:pt x="22" y="9"/>
                    <a:pt x="11" y="5"/>
                    <a:pt x="0" y="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2" y="2"/>
                    <a:pt x="23" y="6"/>
                    <a:pt x="33" y="13"/>
                  </a:cubicBezTo>
                  <a:lnTo>
                    <a:pt x="31" y="1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8" name="Google Shape;888;p20"/>
            <p:cNvSpPr/>
            <p:nvPr/>
          </p:nvSpPr>
          <p:spPr>
            <a:xfrm>
              <a:off x="1466850" y="615950"/>
              <a:ext cx="26988" cy="6350"/>
            </a:xfrm>
            <a:custGeom>
              <a:avLst/>
              <a:gdLst/>
              <a:ahLst/>
              <a:cxnLst/>
              <a:rect l="l" t="t" r="r" b="b"/>
              <a:pathLst>
                <a:path w="16" h="4" extrusionOk="0">
                  <a:moveTo>
                    <a:pt x="1" y="4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5" y="0"/>
                    <a:pt x="11" y="0"/>
                    <a:pt x="16" y="0"/>
                  </a:cubicBezTo>
                  <a:cubicBezTo>
                    <a:pt x="16" y="3"/>
                    <a:pt x="16" y="3"/>
                    <a:pt x="16" y="3"/>
                  </a:cubicBezTo>
                  <a:cubicBezTo>
                    <a:pt x="11" y="3"/>
                    <a:pt x="6" y="3"/>
                    <a:pt x="1" y="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9" name="Google Shape;889;p20"/>
            <p:cNvSpPr/>
            <p:nvPr/>
          </p:nvSpPr>
          <p:spPr>
            <a:xfrm>
              <a:off x="1376363" y="625475"/>
              <a:ext cx="69850" cy="77787"/>
            </a:xfrm>
            <a:custGeom>
              <a:avLst/>
              <a:gdLst/>
              <a:ahLst/>
              <a:cxnLst/>
              <a:rect l="l" t="t" r="r" b="b"/>
              <a:pathLst>
                <a:path w="42" h="46" extrusionOk="0">
                  <a:moveTo>
                    <a:pt x="3" y="46"/>
                  </a:moveTo>
                  <a:cubicBezTo>
                    <a:pt x="0" y="45"/>
                    <a:pt x="0" y="45"/>
                    <a:pt x="0" y="45"/>
                  </a:cubicBezTo>
                  <a:cubicBezTo>
                    <a:pt x="6" y="25"/>
                    <a:pt x="21" y="8"/>
                    <a:pt x="41" y="0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23" y="11"/>
                    <a:pt x="9" y="26"/>
                    <a:pt x="3" y="4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0" name="Google Shape;890;p20"/>
            <p:cNvSpPr/>
            <p:nvPr/>
          </p:nvSpPr>
          <p:spPr>
            <a:xfrm>
              <a:off x="1368425" y="714375"/>
              <a:ext cx="9525" cy="25400"/>
            </a:xfrm>
            <a:custGeom>
              <a:avLst/>
              <a:gdLst/>
              <a:ahLst/>
              <a:cxnLst/>
              <a:rect l="l" t="t" r="r" b="b"/>
              <a:pathLst>
                <a:path w="5" h="15" extrusionOk="0">
                  <a:moveTo>
                    <a:pt x="3" y="15"/>
                  </a:moveTo>
                  <a:cubicBezTo>
                    <a:pt x="0" y="15"/>
                    <a:pt x="0" y="15"/>
                    <a:pt x="0" y="15"/>
                  </a:cubicBezTo>
                  <a:cubicBezTo>
                    <a:pt x="0" y="10"/>
                    <a:pt x="1" y="5"/>
                    <a:pt x="2" y="0"/>
                  </a:cubicBezTo>
                  <a:cubicBezTo>
                    <a:pt x="5" y="1"/>
                    <a:pt x="5" y="1"/>
                    <a:pt x="5" y="1"/>
                  </a:cubicBezTo>
                  <a:cubicBezTo>
                    <a:pt x="4" y="6"/>
                    <a:pt x="3" y="11"/>
                    <a:pt x="3" y="1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1" name="Google Shape;891;p20"/>
            <p:cNvSpPr/>
            <p:nvPr/>
          </p:nvSpPr>
          <p:spPr>
            <a:xfrm>
              <a:off x="1376363" y="776288"/>
              <a:ext cx="50800" cy="65087"/>
            </a:xfrm>
            <a:custGeom>
              <a:avLst/>
              <a:gdLst/>
              <a:ahLst/>
              <a:cxnLst/>
              <a:rect l="l" t="t" r="r" b="b"/>
              <a:pathLst>
                <a:path w="30" h="39" extrusionOk="0">
                  <a:moveTo>
                    <a:pt x="28" y="39"/>
                  </a:moveTo>
                  <a:cubicBezTo>
                    <a:pt x="15" y="30"/>
                    <a:pt x="5" y="16"/>
                    <a:pt x="0" y="1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7" y="14"/>
                    <a:pt x="17" y="27"/>
                    <a:pt x="30" y="36"/>
                  </a:cubicBezTo>
                  <a:lnTo>
                    <a:pt x="28" y="39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2" name="Google Shape;892;p20"/>
            <p:cNvSpPr/>
            <p:nvPr/>
          </p:nvSpPr>
          <p:spPr>
            <a:xfrm>
              <a:off x="1441450" y="847725"/>
              <a:ext cx="17463" cy="11113"/>
            </a:xfrm>
            <a:custGeom>
              <a:avLst/>
              <a:gdLst/>
              <a:ahLst/>
              <a:cxnLst/>
              <a:rect l="l" t="t" r="r" b="b"/>
              <a:pathLst>
                <a:path w="10" h="7" extrusionOk="0">
                  <a:moveTo>
                    <a:pt x="9" y="7"/>
                  </a:moveTo>
                  <a:cubicBezTo>
                    <a:pt x="6" y="6"/>
                    <a:pt x="3" y="4"/>
                    <a:pt x="0" y="3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4" y="1"/>
                    <a:pt x="7" y="3"/>
                    <a:pt x="10" y="4"/>
                  </a:cubicBezTo>
                  <a:lnTo>
                    <a:pt x="9" y="7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93" name="Google Shape;893;p20"/>
          <p:cNvGrpSpPr/>
          <p:nvPr/>
        </p:nvGrpSpPr>
        <p:grpSpPr>
          <a:xfrm>
            <a:off x="200268" y="-7"/>
            <a:ext cx="8943737" cy="4873707"/>
            <a:chOff x="200268" y="-7"/>
            <a:chExt cx="8943737" cy="4873707"/>
          </a:xfrm>
        </p:grpSpPr>
        <p:cxnSp>
          <p:nvCxnSpPr>
            <p:cNvPr id="894" name="Google Shape;894;p20"/>
            <p:cNvCxnSpPr/>
            <p:nvPr/>
          </p:nvCxnSpPr>
          <p:spPr>
            <a:xfrm>
              <a:off x="713221" y="4873700"/>
              <a:ext cx="2783100" cy="0"/>
            </a:xfrm>
            <a:prstGeom prst="straightConnector1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895" name="Google Shape;895;p20"/>
            <p:cNvGrpSpPr/>
            <p:nvPr/>
          </p:nvGrpSpPr>
          <p:grpSpPr>
            <a:xfrm rot="10800000" flipH="1">
              <a:off x="7356019" y="-7"/>
              <a:ext cx="1787985" cy="1790153"/>
              <a:chOff x="4087813" y="1714500"/>
              <a:chExt cx="1309688" cy="1311275"/>
            </a:xfrm>
          </p:grpSpPr>
          <p:sp>
            <p:nvSpPr>
              <p:cNvPr id="896" name="Google Shape;896;p20"/>
              <p:cNvSpPr/>
              <p:nvPr/>
            </p:nvSpPr>
            <p:spPr>
              <a:xfrm>
                <a:off x="5318125" y="2239963"/>
                <a:ext cx="79375" cy="785813"/>
              </a:xfrm>
              <a:custGeom>
                <a:avLst/>
                <a:gdLst/>
                <a:ahLst/>
                <a:cxnLst/>
                <a:rect l="l" t="t" r="r" b="b"/>
                <a:pathLst>
                  <a:path w="50" h="495" extrusionOk="0">
                    <a:moveTo>
                      <a:pt x="50" y="495"/>
                    </a:moveTo>
                    <a:lnTo>
                      <a:pt x="0" y="495"/>
                    </a:lnTo>
                    <a:lnTo>
                      <a:pt x="0" y="50"/>
                    </a:lnTo>
                    <a:lnTo>
                      <a:pt x="50" y="0"/>
                    </a:lnTo>
                    <a:lnTo>
                      <a:pt x="50" y="49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7" name="Google Shape;897;p20"/>
              <p:cNvSpPr/>
              <p:nvPr/>
            </p:nvSpPr>
            <p:spPr>
              <a:xfrm>
                <a:off x="5318125" y="2065338"/>
                <a:ext cx="79375" cy="166688"/>
              </a:xfrm>
              <a:custGeom>
                <a:avLst/>
                <a:gdLst/>
                <a:ahLst/>
                <a:cxnLst/>
                <a:rect l="l" t="t" r="r" b="b"/>
                <a:pathLst>
                  <a:path w="50" h="105" extrusionOk="0">
                    <a:moveTo>
                      <a:pt x="50" y="55"/>
                    </a:moveTo>
                    <a:lnTo>
                      <a:pt x="0" y="105"/>
                    </a:lnTo>
                    <a:lnTo>
                      <a:pt x="0" y="50"/>
                    </a:lnTo>
                    <a:lnTo>
                      <a:pt x="50" y="0"/>
                    </a:lnTo>
                    <a:lnTo>
                      <a:pt x="50" y="5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8" name="Google Shape;898;p20"/>
              <p:cNvSpPr/>
              <p:nvPr/>
            </p:nvSpPr>
            <p:spPr>
              <a:xfrm>
                <a:off x="5318125" y="1889125"/>
                <a:ext cx="79375" cy="166688"/>
              </a:xfrm>
              <a:custGeom>
                <a:avLst/>
                <a:gdLst/>
                <a:ahLst/>
                <a:cxnLst/>
                <a:rect l="l" t="t" r="r" b="b"/>
                <a:pathLst>
                  <a:path w="50" h="105" extrusionOk="0">
                    <a:moveTo>
                      <a:pt x="50" y="56"/>
                    </a:moveTo>
                    <a:lnTo>
                      <a:pt x="0" y="105"/>
                    </a:lnTo>
                    <a:lnTo>
                      <a:pt x="0" y="50"/>
                    </a:lnTo>
                    <a:lnTo>
                      <a:pt x="50" y="0"/>
                    </a:lnTo>
                    <a:lnTo>
                      <a:pt x="50" y="56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9" name="Google Shape;899;p20"/>
              <p:cNvSpPr/>
              <p:nvPr/>
            </p:nvSpPr>
            <p:spPr>
              <a:xfrm>
                <a:off x="5318125" y="1714500"/>
                <a:ext cx="79375" cy="166688"/>
              </a:xfrm>
              <a:custGeom>
                <a:avLst/>
                <a:gdLst/>
                <a:ahLst/>
                <a:cxnLst/>
                <a:rect l="l" t="t" r="r" b="b"/>
                <a:pathLst>
                  <a:path w="50" h="105" extrusionOk="0">
                    <a:moveTo>
                      <a:pt x="0" y="50"/>
                    </a:moveTo>
                    <a:lnTo>
                      <a:pt x="50" y="0"/>
                    </a:lnTo>
                    <a:lnTo>
                      <a:pt x="50" y="55"/>
                    </a:lnTo>
                    <a:lnTo>
                      <a:pt x="0" y="105"/>
                    </a:lnTo>
                    <a:lnTo>
                      <a:pt x="0" y="5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0" name="Google Shape;900;p20"/>
              <p:cNvSpPr/>
              <p:nvPr/>
            </p:nvSpPr>
            <p:spPr>
              <a:xfrm>
                <a:off x="4613275" y="2943225"/>
                <a:ext cx="784225" cy="82550"/>
              </a:xfrm>
              <a:custGeom>
                <a:avLst/>
                <a:gdLst/>
                <a:ahLst/>
                <a:cxnLst/>
                <a:rect l="l" t="t" r="r" b="b"/>
                <a:pathLst>
                  <a:path w="494" h="52" extrusionOk="0">
                    <a:moveTo>
                      <a:pt x="494" y="52"/>
                    </a:moveTo>
                    <a:lnTo>
                      <a:pt x="494" y="0"/>
                    </a:lnTo>
                    <a:lnTo>
                      <a:pt x="51" y="0"/>
                    </a:lnTo>
                    <a:lnTo>
                      <a:pt x="0" y="52"/>
                    </a:lnTo>
                    <a:lnTo>
                      <a:pt x="494" y="5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1" name="Google Shape;901;p20"/>
              <p:cNvSpPr/>
              <p:nvPr/>
            </p:nvSpPr>
            <p:spPr>
              <a:xfrm>
                <a:off x="4438650" y="2943225"/>
                <a:ext cx="168275" cy="82550"/>
              </a:xfrm>
              <a:custGeom>
                <a:avLst/>
                <a:gdLst/>
                <a:ahLst/>
                <a:cxnLst/>
                <a:rect l="l" t="t" r="r" b="b"/>
                <a:pathLst>
                  <a:path w="106" h="52" extrusionOk="0">
                    <a:moveTo>
                      <a:pt x="55" y="52"/>
                    </a:moveTo>
                    <a:lnTo>
                      <a:pt x="106" y="0"/>
                    </a:lnTo>
                    <a:lnTo>
                      <a:pt x="50" y="0"/>
                    </a:lnTo>
                    <a:lnTo>
                      <a:pt x="0" y="52"/>
                    </a:lnTo>
                    <a:lnTo>
                      <a:pt x="55" y="5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2" name="Google Shape;902;p20"/>
              <p:cNvSpPr/>
              <p:nvPr/>
            </p:nvSpPr>
            <p:spPr>
              <a:xfrm>
                <a:off x="4262438" y="2943225"/>
                <a:ext cx="166688" cy="82550"/>
              </a:xfrm>
              <a:custGeom>
                <a:avLst/>
                <a:gdLst/>
                <a:ahLst/>
                <a:cxnLst/>
                <a:rect l="l" t="t" r="r" b="b"/>
                <a:pathLst>
                  <a:path w="105" h="52" extrusionOk="0">
                    <a:moveTo>
                      <a:pt x="56" y="52"/>
                    </a:moveTo>
                    <a:lnTo>
                      <a:pt x="105" y="0"/>
                    </a:lnTo>
                    <a:lnTo>
                      <a:pt x="50" y="0"/>
                    </a:lnTo>
                    <a:lnTo>
                      <a:pt x="0" y="52"/>
                    </a:lnTo>
                    <a:lnTo>
                      <a:pt x="56" y="5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3" name="Google Shape;903;p20"/>
              <p:cNvSpPr/>
              <p:nvPr/>
            </p:nvSpPr>
            <p:spPr>
              <a:xfrm>
                <a:off x="4087813" y="2943225"/>
                <a:ext cx="166688" cy="82550"/>
              </a:xfrm>
              <a:custGeom>
                <a:avLst/>
                <a:gdLst/>
                <a:ahLst/>
                <a:cxnLst/>
                <a:rect l="l" t="t" r="r" b="b"/>
                <a:pathLst>
                  <a:path w="105" h="52" extrusionOk="0">
                    <a:moveTo>
                      <a:pt x="50" y="0"/>
                    </a:moveTo>
                    <a:lnTo>
                      <a:pt x="0" y="52"/>
                    </a:lnTo>
                    <a:lnTo>
                      <a:pt x="55" y="52"/>
                    </a:lnTo>
                    <a:lnTo>
                      <a:pt x="105" y="0"/>
                    </a:lnTo>
                    <a:lnTo>
                      <a:pt x="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04" name="Google Shape;904;p20"/>
            <p:cNvGrpSpPr/>
            <p:nvPr/>
          </p:nvGrpSpPr>
          <p:grpSpPr>
            <a:xfrm flipH="1">
              <a:off x="200268" y="145611"/>
              <a:ext cx="1025928" cy="248431"/>
              <a:chOff x="4287838" y="1025525"/>
              <a:chExt cx="708025" cy="171450"/>
            </a:xfrm>
          </p:grpSpPr>
          <p:sp>
            <p:nvSpPr>
              <p:cNvPr id="905" name="Google Shape;905;p20"/>
              <p:cNvSpPr/>
              <p:nvPr/>
            </p:nvSpPr>
            <p:spPr>
              <a:xfrm>
                <a:off x="4914900" y="1025525"/>
                <a:ext cx="80963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51" h="108" extrusionOk="0">
                    <a:moveTo>
                      <a:pt x="38" y="0"/>
                    </a:moveTo>
                    <a:lnTo>
                      <a:pt x="51" y="10"/>
                    </a:lnTo>
                    <a:lnTo>
                      <a:pt x="21" y="54"/>
                    </a:lnTo>
                    <a:lnTo>
                      <a:pt x="51" y="99"/>
                    </a:lnTo>
                    <a:lnTo>
                      <a:pt x="38" y="108"/>
                    </a:lnTo>
                    <a:lnTo>
                      <a:pt x="0" y="54"/>
                    </a:lnTo>
                    <a:lnTo>
                      <a:pt x="38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6" name="Google Shape;906;p20"/>
              <p:cNvSpPr/>
              <p:nvPr/>
            </p:nvSpPr>
            <p:spPr>
              <a:xfrm>
                <a:off x="4846638" y="1025525"/>
                <a:ext cx="80963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51" h="108" extrusionOk="0">
                    <a:moveTo>
                      <a:pt x="37" y="0"/>
                    </a:moveTo>
                    <a:lnTo>
                      <a:pt x="51" y="10"/>
                    </a:lnTo>
                    <a:lnTo>
                      <a:pt x="20" y="54"/>
                    </a:lnTo>
                    <a:lnTo>
                      <a:pt x="51" y="99"/>
                    </a:lnTo>
                    <a:lnTo>
                      <a:pt x="37" y="108"/>
                    </a:lnTo>
                    <a:lnTo>
                      <a:pt x="0" y="54"/>
                    </a:lnTo>
                    <a:lnTo>
                      <a:pt x="3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7" name="Google Shape;907;p20"/>
              <p:cNvSpPr/>
              <p:nvPr/>
            </p:nvSpPr>
            <p:spPr>
              <a:xfrm>
                <a:off x="4776788" y="1025525"/>
                <a:ext cx="79375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50" h="108" extrusionOk="0">
                    <a:moveTo>
                      <a:pt x="37" y="0"/>
                    </a:moveTo>
                    <a:lnTo>
                      <a:pt x="50" y="10"/>
                    </a:lnTo>
                    <a:lnTo>
                      <a:pt x="19" y="54"/>
                    </a:lnTo>
                    <a:lnTo>
                      <a:pt x="50" y="99"/>
                    </a:lnTo>
                    <a:lnTo>
                      <a:pt x="37" y="108"/>
                    </a:lnTo>
                    <a:lnTo>
                      <a:pt x="0" y="54"/>
                    </a:lnTo>
                    <a:lnTo>
                      <a:pt x="3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8" name="Google Shape;908;p20"/>
              <p:cNvSpPr/>
              <p:nvPr/>
            </p:nvSpPr>
            <p:spPr>
              <a:xfrm>
                <a:off x="4706938" y="1025525"/>
                <a:ext cx="80963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51" h="108" extrusionOk="0">
                    <a:moveTo>
                      <a:pt x="37" y="0"/>
                    </a:moveTo>
                    <a:lnTo>
                      <a:pt x="51" y="10"/>
                    </a:lnTo>
                    <a:lnTo>
                      <a:pt x="20" y="54"/>
                    </a:lnTo>
                    <a:lnTo>
                      <a:pt x="51" y="99"/>
                    </a:lnTo>
                    <a:lnTo>
                      <a:pt x="37" y="108"/>
                    </a:lnTo>
                    <a:lnTo>
                      <a:pt x="0" y="54"/>
                    </a:lnTo>
                    <a:lnTo>
                      <a:pt x="3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9" name="Google Shape;909;p20"/>
              <p:cNvSpPr/>
              <p:nvPr/>
            </p:nvSpPr>
            <p:spPr>
              <a:xfrm>
                <a:off x="4637088" y="1025525"/>
                <a:ext cx="79375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50" h="108" extrusionOk="0">
                    <a:moveTo>
                      <a:pt x="37" y="0"/>
                    </a:moveTo>
                    <a:lnTo>
                      <a:pt x="50" y="10"/>
                    </a:lnTo>
                    <a:lnTo>
                      <a:pt x="19" y="54"/>
                    </a:lnTo>
                    <a:lnTo>
                      <a:pt x="50" y="99"/>
                    </a:lnTo>
                    <a:lnTo>
                      <a:pt x="37" y="108"/>
                    </a:lnTo>
                    <a:lnTo>
                      <a:pt x="0" y="54"/>
                    </a:lnTo>
                    <a:lnTo>
                      <a:pt x="3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0" name="Google Shape;910;p20"/>
              <p:cNvSpPr/>
              <p:nvPr/>
            </p:nvSpPr>
            <p:spPr>
              <a:xfrm>
                <a:off x="4568825" y="1025525"/>
                <a:ext cx="77788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49" h="108" extrusionOk="0">
                    <a:moveTo>
                      <a:pt x="37" y="0"/>
                    </a:moveTo>
                    <a:lnTo>
                      <a:pt x="49" y="10"/>
                    </a:lnTo>
                    <a:lnTo>
                      <a:pt x="19" y="54"/>
                    </a:lnTo>
                    <a:lnTo>
                      <a:pt x="49" y="99"/>
                    </a:lnTo>
                    <a:lnTo>
                      <a:pt x="37" y="108"/>
                    </a:lnTo>
                    <a:lnTo>
                      <a:pt x="0" y="54"/>
                    </a:lnTo>
                    <a:lnTo>
                      <a:pt x="3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1" name="Google Shape;911;p20"/>
              <p:cNvSpPr/>
              <p:nvPr/>
            </p:nvSpPr>
            <p:spPr>
              <a:xfrm>
                <a:off x="4497388" y="1025525"/>
                <a:ext cx="80963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51" h="108" extrusionOk="0">
                    <a:moveTo>
                      <a:pt x="37" y="0"/>
                    </a:moveTo>
                    <a:lnTo>
                      <a:pt x="51" y="10"/>
                    </a:lnTo>
                    <a:lnTo>
                      <a:pt x="20" y="54"/>
                    </a:lnTo>
                    <a:lnTo>
                      <a:pt x="51" y="99"/>
                    </a:lnTo>
                    <a:lnTo>
                      <a:pt x="37" y="108"/>
                    </a:lnTo>
                    <a:lnTo>
                      <a:pt x="0" y="54"/>
                    </a:lnTo>
                    <a:lnTo>
                      <a:pt x="3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2" name="Google Shape;912;p20"/>
              <p:cNvSpPr/>
              <p:nvPr/>
            </p:nvSpPr>
            <p:spPr>
              <a:xfrm>
                <a:off x="4427538" y="1025525"/>
                <a:ext cx="79375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50" h="108" extrusionOk="0">
                    <a:moveTo>
                      <a:pt x="38" y="0"/>
                    </a:moveTo>
                    <a:lnTo>
                      <a:pt x="50" y="10"/>
                    </a:lnTo>
                    <a:lnTo>
                      <a:pt x="20" y="54"/>
                    </a:lnTo>
                    <a:lnTo>
                      <a:pt x="50" y="99"/>
                    </a:lnTo>
                    <a:lnTo>
                      <a:pt x="38" y="108"/>
                    </a:lnTo>
                    <a:lnTo>
                      <a:pt x="0" y="54"/>
                    </a:lnTo>
                    <a:lnTo>
                      <a:pt x="38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3" name="Google Shape;913;p20"/>
              <p:cNvSpPr/>
              <p:nvPr/>
            </p:nvSpPr>
            <p:spPr>
              <a:xfrm>
                <a:off x="4359275" y="1025525"/>
                <a:ext cx="79375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50" h="108" extrusionOk="0">
                    <a:moveTo>
                      <a:pt x="37" y="0"/>
                    </a:moveTo>
                    <a:lnTo>
                      <a:pt x="50" y="10"/>
                    </a:lnTo>
                    <a:lnTo>
                      <a:pt x="19" y="54"/>
                    </a:lnTo>
                    <a:lnTo>
                      <a:pt x="50" y="99"/>
                    </a:lnTo>
                    <a:lnTo>
                      <a:pt x="37" y="108"/>
                    </a:lnTo>
                    <a:lnTo>
                      <a:pt x="0" y="54"/>
                    </a:lnTo>
                    <a:lnTo>
                      <a:pt x="3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4" name="Google Shape;914;p20"/>
              <p:cNvSpPr/>
              <p:nvPr/>
            </p:nvSpPr>
            <p:spPr>
              <a:xfrm>
                <a:off x="4287838" y="1025525"/>
                <a:ext cx="80963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51" h="108" extrusionOk="0">
                    <a:moveTo>
                      <a:pt x="37" y="0"/>
                    </a:moveTo>
                    <a:lnTo>
                      <a:pt x="51" y="10"/>
                    </a:lnTo>
                    <a:lnTo>
                      <a:pt x="20" y="54"/>
                    </a:lnTo>
                    <a:lnTo>
                      <a:pt x="51" y="99"/>
                    </a:lnTo>
                    <a:lnTo>
                      <a:pt x="37" y="108"/>
                    </a:lnTo>
                    <a:lnTo>
                      <a:pt x="0" y="54"/>
                    </a:lnTo>
                    <a:lnTo>
                      <a:pt x="3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915" name="Google Shape;915;p2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_ONLY_1_1">
    <p:spTree>
      <p:nvGrpSpPr>
        <p:cNvPr id="1" name="Shape 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17" name="Google Shape;917;p21"/>
          <p:cNvGrpSpPr/>
          <p:nvPr/>
        </p:nvGrpSpPr>
        <p:grpSpPr>
          <a:xfrm>
            <a:off x="-7" y="-7"/>
            <a:ext cx="8943737" cy="4873707"/>
            <a:chOff x="-7" y="-7"/>
            <a:chExt cx="8943737" cy="4873707"/>
          </a:xfrm>
        </p:grpSpPr>
        <p:cxnSp>
          <p:nvCxnSpPr>
            <p:cNvPr id="918" name="Google Shape;918;p21"/>
            <p:cNvCxnSpPr/>
            <p:nvPr/>
          </p:nvCxnSpPr>
          <p:spPr>
            <a:xfrm>
              <a:off x="715175" y="4873700"/>
              <a:ext cx="2783100" cy="0"/>
            </a:xfrm>
            <a:prstGeom prst="straightConnector1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919" name="Google Shape;919;p21"/>
            <p:cNvGrpSpPr/>
            <p:nvPr/>
          </p:nvGrpSpPr>
          <p:grpSpPr>
            <a:xfrm rot="10800000">
              <a:off x="-7" y="-7"/>
              <a:ext cx="1787985" cy="1790153"/>
              <a:chOff x="4087813" y="1714500"/>
              <a:chExt cx="1309688" cy="1311275"/>
            </a:xfrm>
          </p:grpSpPr>
          <p:sp>
            <p:nvSpPr>
              <p:cNvPr id="920" name="Google Shape;920;p21"/>
              <p:cNvSpPr/>
              <p:nvPr/>
            </p:nvSpPr>
            <p:spPr>
              <a:xfrm>
                <a:off x="5318125" y="2239963"/>
                <a:ext cx="79375" cy="785813"/>
              </a:xfrm>
              <a:custGeom>
                <a:avLst/>
                <a:gdLst/>
                <a:ahLst/>
                <a:cxnLst/>
                <a:rect l="l" t="t" r="r" b="b"/>
                <a:pathLst>
                  <a:path w="50" h="495" extrusionOk="0">
                    <a:moveTo>
                      <a:pt x="50" y="495"/>
                    </a:moveTo>
                    <a:lnTo>
                      <a:pt x="0" y="495"/>
                    </a:lnTo>
                    <a:lnTo>
                      <a:pt x="0" y="50"/>
                    </a:lnTo>
                    <a:lnTo>
                      <a:pt x="50" y="0"/>
                    </a:lnTo>
                    <a:lnTo>
                      <a:pt x="50" y="49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1" name="Google Shape;921;p21"/>
              <p:cNvSpPr/>
              <p:nvPr/>
            </p:nvSpPr>
            <p:spPr>
              <a:xfrm>
                <a:off x="5318125" y="2065338"/>
                <a:ext cx="79375" cy="166688"/>
              </a:xfrm>
              <a:custGeom>
                <a:avLst/>
                <a:gdLst/>
                <a:ahLst/>
                <a:cxnLst/>
                <a:rect l="l" t="t" r="r" b="b"/>
                <a:pathLst>
                  <a:path w="50" h="105" extrusionOk="0">
                    <a:moveTo>
                      <a:pt x="50" y="55"/>
                    </a:moveTo>
                    <a:lnTo>
                      <a:pt x="0" y="105"/>
                    </a:lnTo>
                    <a:lnTo>
                      <a:pt x="0" y="50"/>
                    </a:lnTo>
                    <a:lnTo>
                      <a:pt x="50" y="0"/>
                    </a:lnTo>
                    <a:lnTo>
                      <a:pt x="50" y="5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2" name="Google Shape;922;p21"/>
              <p:cNvSpPr/>
              <p:nvPr/>
            </p:nvSpPr>
            <p:spPr>
              <a:xfrm>
                <a:off x="5318125" y="1889125"/>
                <a:ext cx="79375" cy="166688"/>
              </a:xfrm>
              <a:custGeom>
                <a:avLst/>
                <a:gdLst/>
                <a:ahLst/>
                <a:cxnLst/>
                <a:rect l="l" t="t" r="r" b="b"/>
                <a:pathLst>
                  <a:path w="50" h="105" extrusionOk="0">
                    <a:moveTo>
                      <a:pt x="50" y="56"/>
                    </a:moveTo>
                    <a:lnTo>
                      <a:pt x="0" y="105"/>
                    </a:lnTo>
                    <a:lnTo>
                      <a:pt x="0" y="50"/>
                    </a:lnTo>
                    <a:lnTo>
                      <a:pt x="50" y="0"/>
                    </a:lnTo>
                    <a:lnTo>
                      <a:pt x="50" y="56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3" name="Google Shape;923;p21"/>
              <p:cNvSpPr/>
              <p:nvPr/>
            </p:nvSpPr>
            <p:spPr>
              <a:xfrm>
                <a:off x="5318125" y="1714500"/>
                <a:ext cx="79375" cy="166688"/>
              </a:xfrm>
              <a:custGeom>
                <a:avLst/>
                <a:gdLst/>
                <a:ahLst/>
                <a:cxnLst/>
                <a:rect l="l" t="t" r="r" b="b"/>
                <a:pathLst>
                  <a:path w="50" h="105" extrusionOk="0">
                    <a:moveTo>
                      <a:pt x="0" y="50"/>
                    </a:moveTo>
                    <a:lnTo>
                      <a:pt x="50" y="0"/>
                    </a:lnTo>
                    <a:lnTo>
                      <a:pt x="50" y="55"/>
                    </a:lnTo>
                    <a:lnTo>
                      <a:pt x="0" y="105"/>
                    </a:lnTo>
                    <a:lnTo>
                      <a:pt x="0" y="5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4" name="Google Shape;924;p21"/>
              <p:cNvSpPr/>
              <p:nvPr/>
            </p:nvSpPr>
            <p:spPr>
              <a:xfrm>
                <a:off x="4613275" y="2943225"/>
                <a:ext cx="784225" cy="82550"/>
              </a:xfrm>
              <a:custGeom>
                <a:avLst/>
                <a:gdLst/>
                <a:ahLst/>
                <a:cxnLst/>
                <a:rect l="l" t="t" r="r" b="b"/>
                <a:pathLst>
                  <a:path w="494" h="52" extrusionOk="0">
                    <a:moveTo>
                      <a:pt x="494" y="52"/>
                    </a:moveTo>
                    <a:lnTo>
                      <a:pt x="494" y="0"/>
                    </a:lnTo>
                    <a:lnTo>
                      <a:pt x="51" y="0"/>
                    </a:lnTo>
                    <a:lnTo>
                      <a:pt x="0" y="52"/>
                    </a:lnTo>
                    <a:lnTo>
                      <a:pt x="494" y="5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5" name="Google Shape;925;p21"/>
              <p:cNvSpPr/>
              <p:nvPr/>
            </p:nvSpPr>
            <p:spPr>
              <a:xfrm>
                <a:off x="4438650" y="2943225"/>
                <a:ext cx="168275" cy="82550"/>
              </a:xfrm>
              <a:custGeom>
                <a:avLst/>
                <a:gdLst/>
                <a:ahLst/>
                <a:cxnLst/>
                <a:rect l="l" t="t" r="r" b="b"/>
                <a:pathLst>
                  <a:path w="106" h="52" extrusionOk="0">
                    <a:moveTo>
                      <a:pt x="55" y="52"/>
                    </a:moveTo>
                    <a:lnTo>
                      <a:pt x="106" y="0"/>
                    </a:lnTo>
                    <a:lnTo>
                      <a:pt x="50" y="0"/>
                    </a:lnTo>
                    <a:lnTo>
                      <a:pt x="0" y="52"/>
                    </a:lnTo>
                    <a:lnTo>
                      <a:pt x="55" y="5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6" name="Google Shape;926;p21"/>
              <p:cNvSpPr/>
              <p:nvPr/>
            </p:nvSpPr>
            <p:spPr>
              <a:xfrm>
                <a:off x="4262438" y="2943225"/>
                <a:ext cx="166688" cy="82550"/>
              </a:xfrm>
              <a:custGeom>
                <a:avLst/>
                <a:gdLst/>
                <a:ahLst/>
                <a:cxnLst/>
                <a:rect l="l" t="t" r="r" b="b"/>
                <a:pathLst>
                  <a:path w="105" h="52" extrusionOk="0">
                    <a:moveTo>
                      <a:pt x="56" y="52"/>
                    </a:moveTo>
                    <a:lnTo>
                      <a:pt x="105" y="0"/>
                    </a:lnTo>
                    <a:lnTo>
                      <a:pt x="50" y="0"/>
                    </a:lnTo>
                    <a:lnTo>
                      <a:pt x="0" y="52"/>
                    </a:lnTo>
                    <a:lnTo>
                      <a:pt x="56" y="5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7" name="Google Shape;927;p21"/>
              <p:cNvSpPr/>
              <p:nvPr/>
            </p:nvSpPr>
            <p:spPr>
              <a:xfrm>
                <a:off x="4087813" y="2943225"/>
                <a:ext cx="166688" cy="82550"/>
              </a:xfrm>
              <a:custGeom>
                <a:avLst/>
                <a:gdLst/>
                <a:ahLst/>
                <a:cxnLst/>
                <a:rect l="l" t="t" r="r" b="b"/>
                <a:pathLst>
                  <a:path w="105" h="52" extrusionOk="0">
                    <a:moveTo>
                      <a:pt x="50" y="0"/>
                    </a:moveTo>
                    <a:lnTo>
                      <a:pt x="0" y="52"/>
                    </a:lnTo>
                    <a:lnTo>
                      <a:pt x="55" y="52"/>
                    </a:lnTo>
                    <a:lnTo>
                      <a:pt x="105" y="0"/>
                    </a:lnTo>
                    <a:lnTo>
                      <a:pt x="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28" name="Google Shape;928;p21"/>
            <p:cNvGrpSpPr/>
            <p:nvPr/>
          </p:nvGrpSpPr>
          <p:grpSpPr>
            <a:xfrm>
              <a:off x="7917802" y="145611"/>
              <a:ext cx="1025928" cy="248431"/>
              <a:chOff x="4287838" y="1025525"/>
              <a:chExt cx="708025" cy="171450"/>
            </a:xfrm>
          </p:grpSpPr>
          <p:sp>
            <p:nvSpPr>
              <p:cNvPr id="929" name="Google Shape;929;p21"/>
              <p:cNvSpPr/>
              <p:nvPr/>
            </p:nvSpPr>
            <p:spPr>
              <a:xfrm>
                <a:off x="4914900" y="1025525"/>
                <a:ext cx="80963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51" h="108" extrusionOk="0">
                    <a:moveTo>
                      <a:pt x="38" y="0"/>
                    </a:moveTo>
                    <a:lnTo>
                      <a:pt x="51" y="10"/>
                    </a:lnTo>
                    <a:lnTo>
                      <a:pt x="21" y="54"/>
                    </a:lnTo>
                    <a:lnTo>
                      <a:pt x="51" y="99"/>
                    </a:lnTo>
                    <a:lnTo>
                      <a:pt x="38" y="108"/>
                    </a:lnTo>
                    <a:lnTo>
                      <a:pt x="0" y="54"/>
                    </a:lnTo>
                    <a:lnTo>
                      <a:pt x="38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0" name="Google Shape;930;p21"/>
              <p:cNvSpPr/>
              <p:nvPr/>
            </p:nvSpPr>
            <p:spPr>
              <a:xfrm>
                <a:off x="4846638" y="1025525"/>
                <a:ext cx="80963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51" h="108" extrusionOk="0">
                    <a:moveTo>
                      <a:pt x="37" y="0"/>
                    </a:moveTo>
                    <a:lnTo>
                      <a:pt x="51" y="10"/>
                    </a:lnTo>
                    <a:lnTo>
                      <a:pt x="20" y="54"/>
                    </a:lnTo>
                    <a:lnTo>
                      <a:pt x="51" y="99"/>
                    </a:lnTo>
                    <a:lnTo>
                      <a:pt x="37" y="108"/>
                    </a:lnTo>
                    <a:lnTo>
                      <a:pt x="0" y="54"/>
                    </a:lnTo>
                    <a:lnTo>
                      <a:pt x="3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1" name="Google Shape;931;p21"/>
              <p:cNvSpPr/>
              <p:nvPr/>
            </p:nvSpPr>
            <p:spPr>
              <a:xfrm>
                <a:off x="4776788" y="1025525"/>
                <a:ext cx="79375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50" h="108" extrusionOk="0">
                    <a:moveTo>
                      <a:pt x="37" y="0"/>
                    </a:moveTo>
                    <a:lnTo>
                      <a:pt x="50" y="10"/>
                    </a:lnTo>
                    <a:lnTo>
                      <a:pt x="19" y="54"/>
                    </a:lnTo>
                    <a:lnTo>
                      <a:pt x="50" y="99"/>
                    </a:lnTo>
                    <a:lnTo>
                      <a:pt x="37" y="108"/>
                    </a:lnTo>
                    <a:lnTo>
                      <a:pt x="0" y="54"/>
                    </a:lnTo>
                    <a:lnTo>
                      <a:pt x="3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2" name="Google Shape;932;p21"/>
              <p:cNvSpPr/>
              <p:nvPr/>
            </p:nvSpPr>
            <p:spPr>
              <a:xfrm>
                <a:off x="4706938" y="1025525"/>
                <a:ext cx="80963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51" h="108" extrusionOk="0">
                    <a:moveTo>
                      <a:pt x="37" y="0"/>
                    </a:moveTo>
                    <a:lnTo>
                      <a:pt x="51" y="10"/>
                    </a:lnTo>
                    <a:lnTo>
                      <a:pt x="20" y="54"/>
                    </a:lnTo>
                    <a:lnTo>
                      <a:pt x="51" y="99"/>
                    </a:lnTo>
                    <a:lnTo>
                      <a:pt x="37" y="108"/>
                    </a:lnTo>
                    <a:lnTo>
                      <a:pt x="0" y="54"/>
                    </a:lnTo>
                    <a:lnTo>
                      <a:pt x="3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3" name="Google Shape;933;p21"/>
              <p:cNvSpPr/>
              <p:nvPr/>
            </p:nvSpPr>
            <p:spPr>
              <a:xfrm>
                <a:off x="4637088" y="1025525"/>
                <a:ext cx="79375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50" h="108" extrusionOk="0">
                    <a:moveTo>
                      <a:pt x="37" y="0"/>
                    </a:moveTo>
                    <a:lnTo>
                      <a:pt x="50" y="10"/>
                    </a:lnTo>
                    <a:lnTo>
                      <a:pt x="19" y="54"/>
                    </a:lnTo>
                    <a:lnTo>
                      <a:pt x="50" y="99"/>
                    </a:lnTo>
                    <a:lnTo>
                      <a:pt x="37" y="108"/>
                    </a:lnTo>
                    <a:lnTo>
                      <a:pt x="0" y="54"/>
                    </a:lnTo>
                    <a:lnTo>
                      <a:pt x="3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4" name="Google Shape;934;p21"/>
              <p:cNvSpPr/>
              <p:nvPr/>
            </p:nvSpPr>
            <p:spPr>
              <a:xfrm>
                <a:off x="4568825" y="1025525"/>
                <a:ext cx="77788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49" h="108" extrusionOk="0">
                    <a:moveTo>
                      <a:pt x="37" y="0"/>
                    </a:moveTo>
                    <a:lnTo>
                      <a:pt x="49" y="10"/>
                    </a:lnTo>
                    <a:lnTo>
                      <a:pt x="19" y="54"/>
                    </a:lnTo>
                    <a:lnTo>
                      <a:pt x="49" y="99"/>
                    </a:lnTo>
                    <a:lnTo>
                      <a:pt x="37" y="108"/>
                    </a:lnTo>
                    <a:lnTo>
                      <a:pt x="0" y="54"/>
                    </a:lnTo>
                    <a:lnTo>
                      <a:pt x="3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5" name="Google Shape;935;p21"/>
              <p:cNvSpPr/>
              <p:nvPr/>
            </p:nvSpPr>
            <p:spPr>
              <a:xfrm>
                <a:off x="4497388" y="1025525"/>
                <a:ext cx="80963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51" h="108" extrusionOk="0">
                    <a:moveTo>
                      <a:pt x="37" y="0"/>
                    </a:moveTo>
                    <a:lnTo>
                      <a:pt x="51" y="10"/>
                    </a:lnTo>
                    <a:lnTo>
                      <a:pt x="20" y="54"/>
                    </a:lnTo>
                    <a:lnTo>
                      <a:pt x="51" y="99"/>
                    </a:lnTo>
                    <a:lnTo>
                      <a:pt x="37" y="108"/>
                    </a:lnTo>
                    <a:lnTo>
                      <a:pt x="0" y="54"/>
                    </a:lnTo>
                    <a:lnTo>
                      <a:pt x="3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6" name="Google Shape;936;p21"/>
              <p:cNvSpPr/>
              <p:nvPr/>
            </p:nvSpPr>
            <p:spPr>
              <a:xfrm>
                <a:off x="4427538" y="1025525"/>
                <a:ext cx="79375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50" h="108" extrusionOk="0">
                    <a:moveTo>
                      <a:pt x="38" y="0"/>
                    </a:moveTo>
                    <a:lnTo>
                      <a:pt x="50" y="10"/>
                    </a:lnTo>
                    <a:lnTo>
                      <a:pt x="20" y="54"/>
                    </a:lnTo>
                    <a:lnTo>
                      <a:pt x="50" y="99"/>
                    </a:lnTo>
                    <a:lnTo>
                      <a:pt x="38" y="108"/>
                    </a:lnTo>
                    <a:lnTo>
                      <a:pt x="0" y="54"/>
                    </a:lnTo>
                    <a:lnTo>
                      <a:pt x="38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7" name="Google Shape;937;p21"/>
              <p:cNvSpPr/>
              <p:nvPr/>
            </p:nvSpPr>
            <p:spPr>
              <a:xfrm>
                <a:off x="4359275" y="1025525"/>
                <a:ext cx="79375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50" h="108" extrusionOk="0">
                    <a:moveTo>
                      <a:pt x="37" y="0"/>
                    </a:moveTo>
                    <a:lnTo>
                      <a:pt x="50" y="10"/>
                    </a:lnTo>
                    <a:lnTo>
                      <a:pt x="19" y="54"/>
                    </a:lnTo>
                    <a:lnTo>
                      <a:pt x="50" y="99"/>
                    </a:lnTo>
                    <a:lnTo>
                      <a:pt x="37" y="108"/>
                    </a:lnTo>
                    <a:lnTo>
                      <a:pt x="0" y="54"/>
                    </a:lnTo>
                    <a:lnTo>
                      <a:pt x="3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8" name="Google Shape;938;p21"/>
              <p:cNvSpPr/>
              <p:nvPr/>
            </p:nvSpPr>
            <p:spPr>
              <a:xfrm>
                <a:off x="4287838" y="1025525"/>
                <a:ext cx="80963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51" h="108" extrusionOk="0">
                    <a:moveTo>
                      <a:pt x="37" y="0"/>
                    </a:moveTo>
                    <a:lnTo>
                      <a:pt x="51" y="10"/>
                    </a:lnTo>
                    <a:lnTo>
                      <a:pt x="20" y="54"/>
                    </a:lnTo>
                    <a:lnTo>
                      <a:pt x="51" y="99"/>
                    </a:lnTo>
                    <a:lnTo>
                      <a:pt x="37" y="108"/>
                    </a:lnTo>
                    <a:lnTo>
                      <a:pt x="0" y="54"/>
                    </a:lnTo>
                    <a:lnTo>
                      <a:pt x="3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939" name="Google Shape;939;p21"/>
          <p:cNvGrpSpPr/>
          <p:nvPr/>
        </p:nvGrpSpPr>
        <p:grpSpPr>
          <a:xfrm>
            <a:off x="8572185" y="4028118"/>
            <a:ext cx="1153423" cy="1152159"/>
            <a:chOff x="5502275" y="4098925"/>
            <a:chExt cx="1449389" cy="1447800"/>
          </a:xfrm>
        </p:grpSpPr>
        <p:sp>
          <p:nvSpPr>
            <p:cNvPr id="940" name="Google Shape;940;p21"/>
            <p:cNvSpPr/>
            <p:nvPr/>
          </p:nvSpPr>
          <p:spPr>
            <a:xfrm>
              <a:off x="5502275" y="4098925"/>
              <a:ext cx="1449389" cy="1447800"/>
            </a:xfrm>
            <a:custGeom>
              <a:avLst/>
              <a:gdLst/>
              <a:ahLst/>
              <a:cxnLst/>
              <a:rect l="l" t="t" r="r" b="b"/>
              <a:pathLst>
                <a:path w="859" h="858" extrusionOk="0">
                  <a:moveTo>
                    <a:pt x="430" y="858"/>
                  </a:moveTo>
                  <a:cubicBezTo>
                    <a:pt x="193" y="858"/>
                    <a:pt x="0" y="665"/>
                    <a:pt x="0" y="429"/>
                  </a:cubicBezTo>
                  <a:cubicBezTo>
                    <a:pt x="0" y="192"/>
                    <a:pt x="193" y="0"/>
                    <a:pt x="430" y="0"/>
                  </a:cubicBezTo>
                  <a:cubicBezTo>
                    <a:pt x="666" y="0"/>
                    <a:pt x="859" y="192"/>
                    <a:pt x="859" y="429"/>
                  </a:cubicBezTo>
                  <a:cubicBezTo>
                    <a:pt x="859" y="665"/>
                    <a:pt x="666" y="858"/>
                    <a:pt x="430" y="858"/>
                  </a:cubicBezTo>
                  <a:close/>
                  <a:moveTo>
                    <a:pt x="430" y="10"/>
                  </a:moveTo>
                  <a:cubicBezTo>
                    <a:pt x="199" y="10"/>
                    <a:pt x="11" y="198"/>
                    <a:pt x="11" y="429"/>
                  </a:cubicBezTo>
                  <a:cubicBezTo>
                    <a:pt x="11" y="659"/>
                    <a:pt x="199" y="847"/>
                    <a:pt x="430" y="847"/>
                  </a:cubicBezTo>
                  <a:cubicBezTo>
                    <a:pt x="660" y="847"/>
                    <a:pt x="848" y="659"/>
                    <a:pt x="848" y="429"/>
                  </a:cubicBezTo>
                  <a:cubicBezTo>
                    <a:pt x="848" y="198"/>
                    <a:pt x="660" y="10"/>
                    <a:pt x="430" y="1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1" name="Google Shape;941;p21"/>
            <p:cNvSpPr/>
            <p:nvPr/>
          </p:nvSpPr>
          <p:spPr>
            <a:xfrm>
              <a:off x="5548313" y="4143375"/>
              <a:ext cx="1357313" cy="1358900"/>
            </a:xfrm>
            <a:custGeom>
              <a:avLst/>
              <a:gdLst/>
              <a:ahLst/>
              <a:cxnLst/>
              <a:rect l="l" t="t" r="r" b="b"/>
              <a:pathLst>
                <a:path w="805" h="805" extrusionOk="0">
                  <a:moveTo>
                    <a:pt x="403" y="805"/>
                  </a:moveTo>
                  <a:cubicBezTo>
                    <a:pt x="180" y="805"/>
                    <a:pt x="0" y="625"/>
                    <a:pt x="0" y="403"/>
                  </a:cubicBezTo>
                  <a:cubicBezTo>
                    <a:pt x="0" y="181"/>
                    <a:pt x="180" y="0"/>
                    <a:pt x="403" y="0"/>
                  </a:cubicBezTo>
                  <a:cubicBezTo>
                    <a:pt x="625" y="0"/>
                    <a:pt x="805" y="181"/>
                    <a:pt x="805" y="403"/>
                  </a:cubicBezTo>
                  <a:cubicBezTo>
                    <a:pt x="805" y="625"/>
                    <a:pt x="625" y="805"/>
                    <a:pt x="403" y="805"/>
                  </a:cubicBezTo>
                  <a:close/>
                  <a:moveTo>
                    <a:pt x="403" y="7"/>
                  </a:moveTo>
                  <a:cubicBezTo>
                    <a:pt x="184" y="7"/>
                    <a:pt x="7" y="185"/>
                    <a:pt x="7" y="403"/>
                  </a:cubicBezTo>
                  <a:cubicBezTo>
                    <a:pt x="7" y="621"/>
                    <a:pt x="184" y="798"/>
                    <a:pt x="403" y="798"/>
                  </a:cubicBezTo>
                  <a:cubicBezTo>
                    <a:pt x="621" y="798"/>
                    <a:pt x="798" y="621"/>
                    <a:pt x="798" y="403"/>
                  </a:cubicBezTo>
                  <a:cubicBezTo>
                    <a:pt x="798" y="185"/>
                    <a:pt x="621" y="7"/>
                    <a:pt x="403" y="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2" name="Google Shape;942;p21"/>
            <p:cNvSpPr/>
            <p:nvPr/>
          </p:nvSpPr>
          <p:spPr>
            <a:xfrm>
              <a:off x="5595938" y="4192588"/>
              <a:ext cx="1262063" cy="1262063"/>
            </a:xfrm>
            <a:custGeom>
              <a:avLst/>
              <a:gdLst/>
              <a:ahLst/>
              <a:cxnLst/>
              <a:rect l="l" t="t" r="r" b="b"/>
              <a:pathLst>
                <a:path w="749" h="748" extrusionOk="0">
                  <a:moveTo>
                    <a:pt x="375" y="748"/>
                  </a:moveTo>
                  <a:cubicBezTo>
                    <a:pt x="375" y="748"/>
                    <a:pt x="375" y="748"/>
                    <a:pt x="375" y="748"/>
                  </a:cubicBezTo>
                  <a:cubicBezTo>
                    <a:pt x="372" y="748"/>
                    <a:pt x="369" y="748"/>
                    <a:pt x="366" y="748"/>
                  </a:cubicBezTo>
                  <a:cubicBezTo>
                    <a:pt x="367" y="689"/>
                    <a:pt x="367" y="689"/>
                    <a:pt x="367" y="689"/>
                  </a:cubicBezTo>
                  <a:cubicBezTo>
                    <a:pt x="370" y="689"/>
                    <a:pt x="372" y="689"/>
                    <a:pt x="375" y="689"/>
                  </a:cubicBezTo>
                  <a:lnTo>
                    <a:pt x="375" y="748"/>
                  </a:lnTo>
                  <a:close/>
                  <a:moveTo>
                    <a:pt x="382" y="748"/>
                  </a:moveTo>
                  <a:cubicBezTo>
                    <a:pt x="381" y="689"/>
                    <a:pt x="381" y="689"/>
                    <a:pt x="381" y="689"/>
                  </a:cubicBezTo>
                  <a:cubicBezTo>
                    <a:pt x="383" y="689"/>
                    <a:pt x="386" y="689"/>
                    <a:pt x="388" y="689"/>
                  </a:cubicBezTo>
                  <a:cubicBezTo>
                    <a:pt x="390" y="747"/>
                    <a:pt x="390" y="747"/>
                    <a:pt x="390" y="747"/>
                  </a:cubicBezTo>
                  <a:cubicBezTo>
                    <a:pt x="388" y="747"/>
                    <a:pt x="385" y="748"/>
                    <a:pt x="382" y="748"/>
                  </a:cubicBezTo>
                  <a:close/>
                  <a:moveTo>
                    <a:pt x="359" y="747"/>
                  </a:moveTo>
                  <a:cubicBezTo>
                    <a:pt x="356" y="747"/>
                    <a:pt x="353" y="747"/>
                    <a:pt x="350" y="747"/>
                  </a:cubicBezTo>
                  <a:cubicBezTo>
                    <a:pt x="354" y="689"/>
                    <a:pt x="354" y="689"/>
                    <a:pt x="354" y="689"/>
                  </a:cubicBezTo>
                  <a:cubicBezTo>
                    <a:pt x="356" y="689"/>
                    <a:pt x="359" y="689"/>
                    <a:pt x="361" y="689"/>
                  </a:cubicBezTo>
                  <a:lnTo>
                    <a:pt x="359" y="747"/>
                  </a:lnTo>
                  <a:close/>
                  <a:moveTo>
                    <a:pt x="398" y="747"/>
                  </a:moveTo>
                  <a:cubicBezTo>
                    <a:pt x="394" y="689"/>
                    <a:pt x="394" y="689"/>
                    <a:pt x="394" y="689"/>
                  </a:cubicBezTo>
                  <a:cubicBezTo>
                    <a:pt x="397" y="688"/>
                    <a:pt x="399" y="688"/>
                    <a:pt x="401" y="688"/>
                  </a:cubicBezTo>
                  <a:cubicBezTo>
                    <a:pt x="406" y="746"/>
                    <a:pt x="406" y="746"/>
                    <a:pt x="406" y="746"/>
                  </a:cubicBezTo>
                  <a:cubicBezTo>
                    <a:pt x="403" y="747"/>
                    <a:pt x="401" y="747"/>
                    <a:pt x="398" y="747"/>
                  </a:cubicBezTo>
                  <a:close/>
                  <a:moveTo>
                    <a:pt x="343" y="746"/>
                  </a:moveTo>
                  <a:cubicBezTo>
                    <a:pt x="340" y="746"/>
                    <a:pt x="337" y="746"/>
                    <a:pt x="334" y="746"/>
                  </a:cubicBezTo>
                  <a:cubicBezTo>
                    <a:pt x="341" y="687"/>
                    <a:pt x="341" y="687"/>
                    <a:pt x="341" y="687"/>
                  </a:cubicBezTo>
                  <a:cubicBezTo>
                    <a:pt x="343" y="688"/>
                    <a:pt x="345" y="688"/>
                    <a:pt x="348" y="688"/>
                  </a:cubicBezTo>
                  <a:lnTo>
                    <a:pt x="343" y="746"/>
                  </a:lnTo>
                  <a:close/>
                  <a:moveTo>
                    <a:pt x="414" y="746"/>
                  </a:moveTo>
                  <a:cubicBezTo>
                    <a:pt x="407" y="688"/>
                    <a:pt x="407" y="688"/>
                    <a:pt x="407" y="688"/>
                  </a:cubicBezTo>
                  <a:cubicBezTo>
                    <a:pt x="410" y="687"/>
                    <a:pt x="412" y="687"/>
                    <a:pt x="415" y="687"/>
                  </a:cubicBezTo>
                  <a:cubicBezTo>
                    <a:pt x="422" y="745"/>
                    <a:pt x="422" y="745"/>
                    <a:pt x="422" y="745"/>
                  </a:cubicBezTo>
                  <a:cubicBezTo>
                    <a:pt x="419" y="745"/>
                    <a:pt x="416" y="745"/>
                    <a:pt x="414" y="746"/>
                  </a:cubicBezTo>
                  <a:close/>
                  <a:moveTo>
                    <a:pt x="327" y="745"/>
                  </a:moveTo>
                  <a:cubicBezTo>
                    <a:pt x="324" y="744"/>
                    <a:pt x="321" y="744"/>
                    <a:pt x="319" y="744"/>
                  </a:cubicBezTo>
                  <a:cubicBezTo>
                    <a:pt x="327" y="686"/>
                    <a:pt x="327" y="686"/>
                    <a:pt x="327" y="686"/>
                  </a:cubicBezTo>
                  <a:cubicBezTo>
                    <a:pt x="330" y="686"/>
                    <a:pt x="332" y="686"/>
                    <a:pt x="334" y="687"/>
                  </a:cubicBezTo>
                  <a:lnTo>
                    <a:pt x="327" y="745"/>
                  </a:lnTo>
                  <a:close/>
                  <a:moveTo>
                    <a:pt x="429" y="744"/>
                  </a:moveTo>
                  <a:cubicBezTo>
                    <a:pt x="421" y="686"/>
                    <a:pt x="421" y="686"/>
                    <a:pt x="421" y="686"/>
                  </a:cubicBezTo>
                  <a:cubicBezTo>
                    <a:pt x="423" y="686"/>
                    <a:pt x="426" y="685"/>
                    <a:pt x="428" y="685"/>
                  </a:cubicBezTo>
                  <a:cubicBezTo>
                    <a:pt x="438" y="742"/>
                    <a:pt x="438" y="742"/>
                    <a:pt x="438" y="742"/>
                  </a:cubicBezTo>
                  <a:cubicBezTo>
                    <a:pt x="435" y="743"/>
                    <a:pt x="432" y="743"/>
                    <a:pt x="429" y="744"/>
                  </a:cubicBezTo>
                  <a:close/>
                  <a:moveTo>
                    <a:pt x="311" y="742"/>
                  </a:moveTo>
                  <a:cubicBezTo>
                    <a:pt x="309" y="742"/>
                    <a:pt x="306" y="741"/>
                    <a:pt x="303" y="741"/>
                  </a:cubicBezTo>
                  <a:cubicBezTo>
                    <a:pt x="314" y="683"/>
                    <a:pt x="314" y="683"/>
                    <a:pt x="314" y="683"/>
                  </a:cubicBezTo>
                  <a:cubicBezTo>
                    <a:pt x="316" y="684"/>
                    <a:pt x="319" y="684"/>
                    <a:pt x="321" y="685"/>
                  </a:cubicBezTo>
                  <a:lnTo>
                    <a:pt x="311" y="742"/>
                  </a:lnTo>
                  <a:close/>
                  <a:moveTo>
                    <a:pt x="445" y="741"/>
                  </a:moveTo>
                  <a:cubicBezTo>
                    <a:pt x="434" y="684"/>
                    <a:pt x="434" y="684"/>
                    <a:pt x="434" y="684"/>
                  </a:cubicBezTo>
                  <a:cubicBezTo>
                    <a:pt x="436" y="683"/>
                    <a:pt x="439" y="683"/>
                    <a:pt x="441" y="682"/>
                  </a:cubicBezTo>
                  <a:cubicBezTo>
                    <a:pt x="453" y="739"/>
                    <a:pt x="453" y="739"/>
                    <a:pt x="453" y="739"/>
                  </a:cubicBezTo>
                  <a:cubicBezTo>
                    <a:pt x="451" y="740"/>
                    <a:pt x="448" y="741"/>
                    <a:pt x="445" y="741"/>
                  </a:cubicBezTo>
                  <a:close/>
                  <a:moveTo>
                    <a:pt x="296" y="739"/>
                  </a:moveTo>
                  <a:cubicBezTo>
                    <a:pt x="293" y="739"/>
                    <a:pt x="290" y="738"/>
                    <a:pt x="287" y="737"/>
                  </a:cubicBezTo>
                  <a:cubicBezTo>
                    <a:pt x="301" y="681"/>
                    <a:pt x="301" y="681"/>
                    <a:pt x="301" y="681"/>
                  </a:cubicBezTo>
                  <a:cubicBezTo>
                    <a:pt x="303" y="681"/>
                    <a:pt x="306" y="682"/>
                    <a:pt x="308" y="682"/>
                  </a:cubicBezTo>
                  <a:lnTo>
                    <a:pt x="296" y="739"/>
                  </a:lnTo>
                  <a:close/>
                  <a:moveTo>
                    <a:pt x="460" y="738"/>
                  </a:moveTo>
                  <a:cubicBezTo>
                    <a:pt x="447" y="681"/>
                    <a:pt x="447" y="681"/>
                    <a:pt x="447" y="681"/>
                  </a:cubicBezTo>
                  <a:cubicBezTo>
                    <a:pt x="449" y="680"/>
                    <a:pt x="452" y="680"/>
                    <a:pt x="454" y="679"/>
                  </a:cubicBezTo>
                  <a:cubicBezTo>
                    <a:pt x="469" y="736"/>
                    <a:pt x="469" y="736"/>
                    <a:pt x="469" y="736"/>
                  </a:cubicBezTo>
                  <a:cubicBezTo>
                    <a:pt x="466" y="736"/>
                    <a:pt x="463" y="737"/>
                    <a:pt x="460" y="738"/>
                  </a:cubicBezTo>
                  <a:close/>
                  <a:moveTo>
                    <a:pt x="280" y="736"/>
                  </a:moveTo>
                  <a:cubicBezTo>
                    <a:pt x="278" y="735"/>
                    <a:pt x="275" y="734"/>
                    <a:pt x="272" y="733"/>
                  </a:cubicBezTo>
                  <a:cubicBezTo>
                    <a:pt x="288" y="677"/>
                    <a:pt x="288" y="677"/>
                    <a:pt x="288" y="677"/>
                  </a:cubicBezTo>
                  <a:cubicBezTo>
                    <a:pt x="290" y="678"/>
                    <a:pt x="293" y="679"/>
                    <a:pt x="295" y="679"/>
                  </a:cubicBezTo>
                  <a:lnTo>
                    <a:pt x="280" y="736"/>
                  </a:lnTo>
                  <a:close/>
                  <a:moveTo>
                    <a:pt x="476" y="734"/>
                  </a:moveTo>
                  <a:cubicBezTo>
                    <a:pt x="460" y="678"/>
                    <a:pt x="460" y="678"/>
                    <a:pt x="460" y="678"/>
                  </a:cubicBezTo>
                  <a:cubicBezTo>
                    <a:pt x="462" y="677"/>
                    <a:pt x="465" y="676"/>
                    <a:pt x="467" y="675"/>
                  </a:cubicBezTo>
                  <a:cubicBezTo>
                    <a:pt x="484" y="731"/>
                    <a:pt x="484" y="731"/>
                    <a:pt x="484" y="731"/>
                  </a:cubicBezTo>
                  <a:cubicBezTo>
                    <a:pt x="481" y="732"/>
                    <a:pt x="479" y="733"/>
                    <a:pt x="476" y="734"/>
                  </a:cubicBezTo>
                  <a:close/>
                  <a:moveTo>
                    <a:pt x="265" y="731"/>
                  </a:moveTo>
                  <a:cubicBezTo>
                    <a:pt x="262" y="731"/>
                    <a:pt x="260" y="730"/>
                    <a:pt x="257" y="729"/>
                  </a:cubicBezTo>
                  <a:cubicBezTo>
                    <a:pt x="275" y="673"/>
                    <a:pt x="275" y="673"/>
                    <a:pt x="275" y="673"/>
                  </a:cubicBezTo>
                  <a:cubicBezTo>
                    <a:pt x="278" y="674"/>
                    <a:pt x="280" y="675"/>
                    <a:pt x="282" y="676"/>
                  </a:cubicBezTo>
                  <a:lnTo>
                    <a:pt x="265" y="731"/>
                  </a:lnTo>
                  <a:close/>
                  <a:moveTo>
                    <a:pt x="491" y="729"/>
                  </a:moveTo>
                  <a:cubicBezTo>
                    <a:pt x="473" y="674"/>
                    <a:pt x="473" y="674"/>
                    <a:pt x="473" y="674"/>
                  </a:cubicBezTo>
                  <a:cubicBezTo>
                    <a:pt x="475" y="673"/>
                    <a:pt x="477" y="672"/>
                    <a:pt x="480" y="671"/>
                  </a:cubicBezTo>
                  <a:cubicBezTo>
                    <a:pt x="499" y="726"/>
                    <a:pt x="499" y="726"/>
                    <a:pt x="499" y="726"/>
                  </a:cubicBezTo>
                  <a:cubicBezTo>
                    <a:pt x="496" y="727"/>
                    <a:pt x="494" y="728"/>
                    <a:pt x="491" y="729"/>
                  </a:cubicBezTo>
                  <a:close/>
                  <a:moveTo>
                    <a:pt x="250" y="726"/>
                  </a:moveTo>
                  <a:cubicBezTo>
                    <a:pt x="247" y="725"/>
                    <a:pt x="244" y="724"/>
                    <a:pt x="242" y="723"/>
                  </a:cubicBezTo>
                  <a:cubicBezTo>
                    <a:pt x="263" y="669"/>
                    <a:pt x="263" y="669"/>
                    <a:pt x="263" y="669"/>
                  </a:cubicBezTo>
                  <a:cubicBezTo>
                    <a:pt x="265" y="670"/>
                    <a:pt x="267" y="671"/>
                    <a:pt x="269" y="671"/>
                  </a:cubicBezTo>
                  <a:lnTo>
                    <a:pt x="250" y="726"/>
                  </a:lnTo>
                  <a:close/>
                  <a:moveTo>
                    <a:pt x="506" y="724"/>
                  </a:moveTo>
                  <a:cubicBezTo>
                    <a:pt x="485" y="669"/>
                    <a:pt x="485" y="669"/>
                    <a:pt x="485" y="669"/>
                  </a:cubicBezTo>
                  <a:cubicBezTo>
                    <a:pt x="488" y="668"/>
                    <a:pt x="490" y="667"/>
                    <a:pt x="492" y="667"/>
                  </a:cubicBezTo>
                  <a:cubicBezTo>
                    <a:pt x="514" y="721"/>
                    <a:pt x="514" y="721"/>
                    <a:pt x="514" y="721"/>
                  </a:cubicBezTo>
                  <a:cubicBezTo>
                    <a:pt x="511" y="722"/>
                    <a:pt x="509" y="723"/>
                    <a:pt x="506" y="724"/>
                  </a:cubicBezTo>
                  <a:close/>
                  <a:moveTo>
                    <a:pt x="235" y="721"/>
                  </a:moveTo>
                  <a:cubicBezTo>
                    <a:pt x="232" y="720"/>
                    <a:pt x="230" y="719"/>
                    <a:pt x="227" y="718"/>
                  </a:cubicBezTo>
                  <a:cubicBezTo>
                    <a:pt x="250" y="664"/>
                    <a:pt x="250" y="664"/>
                    <a:pt x="250" y="664"/>
                  </a:cubicBezTo>
                  <a:cubicBezTo>
                    <a:pt x="252" y="665"/>
                    <a:pt x="255" y="666"/>
                    <a:pt x="257" y="667"/>
                  </a:cubicBezTo>
                  <a:lnTo>
                    <a:pt x="235" y="721"/>
                  </a:lnTo>
                  <a:close/>
                  <a:moveTo>
                    <a:pt x="521" y="718"/>
                  </a:moveTo>
                  <a:cubicBezTo>
                    <a:pt x="498" y="664"/>
                    <a:pt x="498" y="664"/>
                    <a:pt x="498" y="664"/>
                  </a:cubicBezTo>
                  <a:cubicBezTo>
                    <a:pt x="500" y="663"/>
                    <a:pt x="502" y="662"/>
                    <a:pt x="504" y="661"/>
                  </a:cubicBezTo>
                  <a:cubicBezTo>
                    <a:pt x="529" y="715"/>
                    <a:pt x="529" y="715"/>
                    <a:pt x="529" y="715"/>
                  </a:cubicBezTo>
                  <a:cubicBezTo>
                    <a:pt x="526" y="716"/>
                    <a:pt x="523" y="717"/>
                    <a:pt x="521" y="718"/>
                  </a:cubicBezTo>
                  <a:close/>
                  <a:moveTo>
                    <a:pt x="220" y="715"/>
                  </a:moveTo>
                  <a:cubicBezTo>
                    <a:pt x="218" y="713"/>
                    <a:pt x="215" y="712"/>
                    <a:pt x="213" y="711"/>
                  </a:cubicBezTo>
                  <a:cubicBezTo>
                    <a:pt x="238" y="658"/>
                    <a:pt x="238" y="658"/>
                    <a:pt x="238" y="658"/>
                  </a:cubicBezTo>
                  <a:cubicBezTo>
                    <a:pt x="240" y="659"/>
                    <a:pt x="242" y="660"/>
                    <a:pt x="245" y="661"/>
                  </a:cubicBezTo>
                  <a:lnTo>
                    <a:pt x="220" y="715"/>
                  </a:lnTo>
                  <a:close/>
                  <a:moveTo>
                    <a:pt x="535" y="712"/>
                  </a:moveTo>
                  <a:cubicBezTo>
                    <a:pt x="510" y="659"/>
                    <a:pt x="510" y="659"/>
                    <a:pt x="510" y="659"/>
                  </a:cubicBezTo>
                  <a:cubicBezTo>
                    <a:pt x="512" y="658"/>
                    <a:pt x="514" y="657"/>
                    <a:pt x="517" y="656"/>
                  </a:cubicBezTo>
                  <a:cubicBezTo>
                    <a:pt x="543" y="708"/>
                    <a:pt x="543" y="708"/>
                    <a:pt x="543" y="708"/>
                  </a:cubicBezTo>
                  <a:cubicBezTo>
                    <a:pt x="540" y="709"/>
                    <a:pt x="538" y="710"/>
                    <a:pt x="535" y="712"/>
                  </a:cubicBezTo>
                  <a:close/>
                  <a:moveTo>
                    <a:pt x="206" y="708"/>
                  </a:moveTo>
                  <a:cubicBezTo>
                    <a:pt x="203" y="706"/>
                    <a:pt x="201" y="705"/>
                    <a:pt x="198" y="704"/>
                  </a:cubicBezTo>
                  <a:cubicBezTo>
                    <a:pt x="226" y="652"/>
                    <a:pt x="226" y="652"/>
                    <a:pt x="226" y="652"/>
                  </a:cubicBezTo>
                  <a:cubicBezTo>
                    <a:pt x="228" y="653"/>
                    <a:pt x="230" y="654"/>
                    <a:pt x="232" y="656"/>
                  </a:cubicBezTo>
                  <a:lnTo>
                    <a:pt x="206" y="708"/>
                  </a:lnTo>
                  <a:close/>
                  <a:moveTo>
                    <a:pt x="549" y="704"/>
                  </a:moveTo>
                  <a:cubicBezTo>
                    <a:pt x="522" y="653"/>
                    <a:pt x="522" y="653"/>
                    <a:pt x="522" y="653"/>
                  </a:cubicBezTo>
                  <a:cubicBezTo>
                    <a:pt x="524" y="652"/>
                    <a:pt x="526" y="650"/>
                    <a:pt x="528" y="649"/>
                  </a:cubicBezTo>
                  <a:cubicBezTo>
                    <a:pt x="557" y="700"/>
                    <a:pt x="557" y="700"/>
                    <a:pt x="557" y="700"/>
                  </a:cubicBezTo>
                  <a:cubicBezTo>
                    <a:pt x="554" y="702"/>
                    <a:pt x="552" y="703"/>
                    <a:pt x="549" y="704"/>
                  </a:cubicBezTo>
                  <a:close/>
                  <a:moveTo>
                    <a:pt x="192" y="700"/>
                  </a:moveTo>
                  <a:cubicBezTo>
                    <a:pt x="189" y="699"/>
                    <a:pt x="187" y="697"/>
                    <a:pt x="184" y="696"/>
                  </a:cubicBezTo>
                  <a:cubicBezTo>
                    <a:pt x="214" y="646"/>
                    <a:pt x="214" y="646"/>
                    <a:pt x="214" y="646"/>
                  </a:cubicBezTo>
                  <a:cubicBezTo>
                    <a:pt x="216" y="647"/>
                    <a:pt x="218" y="648"/>
                    <a:pt x="221" y="649"/>
                  </a:cubicBezTo>
                  <a:lnTo>
                    <a:pt x="192" y="700"/>
                  </a:lnTo>
                  <a:close/>
                  <a:moveTo>
                    <a:pt x="563" y="697"/>
                  </a:moveTo>
                  <a:cubicBezTo>
                    <a:pt x="534" y="646"/>
                    <a:pt x="534" y="646"/>
                    <a:pt x="534" y="646"/>
                  </a:cubicBezTo>
                  <a:cubicBezTo>
                    <a:pt x="536" y="645"/>
                    <a:pt x="538" y="644"/>
                    <a:pt x="540" y="642"/>
                  </a:cubicBezTo>
                  <a:cubicBezTo>
                    <a:pt x="571" y="692"/>
                    <a:pt x="571" y="692"/>
                    <a:pt x="571" y="692"/>
                  </a:cubicBezTo>
                  <a:cubicBezTo>
                    <a:pt x="568" y="694"/>
                    <a:pt x="566" y="695"/>
                    <a:pt x="563" y="697"/>
                  </a:cubicBezTo>
                  <a:close/>
                  <a:moveTo>
                    <a:pt x="178" y="692"/>
                  </a:moveTo>
                  <a:cubicBezTo>
                    <a:pt x="176" y="691"/>
                    <a:pt x="173" y="689"/>
                    <a:pt x="171" y="688"/>
                  </a:cubicBezTo>
                  <a:cubicBezTo>
                    <a:pt x="203" y="638"/>
                    <a:pt x="203" y="638"/>
                    <a:pt x="203" y="638"/>
                  </a:cubicBezTo>
                  <a:cubicBezTo>
                    <a:pt x="205" y="640"/>
                    <a:pt x="207" y="641"/>
                    <a:pt x="209" y="642"/>
                  </a:cubicBezTo>
                  <a:lnTo>
                    <a:pt x="178" y="692"/>
                  </a:lnTo>
                  <a:close/>
                  <a:moveTo>
                    <a:pt x="577" y="688"/>
                  </a:moveTo>
                  <a:cubicBezTo>
                    <a:pt x="545" y="639"/>
                    <a:pt x="545" y="639"/>
                    <a:pt x="545" y="639"/>
                  </a:cubicBezTo>
                  <a:cubicBezTo>
                    <a:pt x="547" y="638"/>
                    <a:pt x="549" y="637"/>
                    <a:pt x="551" y="635"/>
                  </a:cubicBezTo>
                  <a:cubicBezTo>
                    <a:pt x="584" y="684"/>
                    <a:pt x="584" y="684"/>
                    <a:pt x="584" y="684"/>
                  </a:cubicBezTo>
                  <a:cubicBezTo>
                    <a:pt x="581" y="685"/>
                    <a:pt x="579" y="687"/>
                    <a:pt x="577" y="688"/>
                  </a:cubicBezTo>
                  <a:close/>
                  <a:moveTo>
                    <a:pt x="165" y="684"/>
                  </a:moveTo>
                  <a:cubicBezTo>
                    <a:pt x="163" y="682"/>
                    <a:pt x="160" y="680"/>
                    <a:pt x="158" y="679"/>
                  </a:cubicBezTo>
                  <a:cubicBezTo>
                    <a:pt x="192" y="631"/>
                    <a:pt x="192" y="631"/>
                    <a:pt x="192" y="631"/>
                  </a:cubicBezTo>
                  <a:cubicBezTo>
                    <a:pt x="194" y="632"/>
                    <a:pt x="196" y="634"/>
                    <a:pt x="198" y="635"/>
                  </a:cubicBezTo>
                  <a:lnTo>
                    <a:pt x="165" y="684"/>
                  </a:lnTo>
                  <a:close/>
                  <a:moveTo>
                    <a:pt x="590" y="680"/>
                  </a:moveTo>
                  <a:cubicBezTo>
                    <a:pt x="556" y="632"/>
                    <a:pt x="556" y="632"/>
                    <a:pt x="556" y="632"/>
                  </a:cubicBezTo>
                  <a:cubicBezTo>
                    <a:pt x="558" y="630"/>
                    <a:pt x="560" y="629"/>
                    <a:pt x="562" y="628"/>
                  </a:cubicBezTo>
                  <a:cubicBezTo>
                    <a:pt x="597" y="675"/>
                    <a:pt x="597" y="675"/>
                    <a:pt x="597" y="675"/>
                  </a:cubicBezTo>
                  <a:cubicBezTo>
                    <a:pt x="594" y="676"/>
                    <a:pt x="592" y="678"/>
                    <a:pt x="590" y="680"/>
                  </a:cubicBezTo>
                  <a:close/>
                  <a:moveTo>
                    <a:pt x="152" y="674"/>
                  </a:moveTo>
                  <a:cubicBezTo>
                    <a:pt x="150" y="673"/>
                    <a:pt x="147" y="671"/>
                    <a:pt x="145" y="669"/>
                  </a:cubicBezTo>
                  <a:cubicBezTo>
                    <a:pt x="181" y="623"/>
                    <a:pt x="181" y="623"/>
                    <a:pt x="181" y="623"/>
                  </a:cubicBezTo>
                  <a:cubicBezTo>
                    <a:pt x="183" y="624"/>
                    <a:pt x="185" y="626"/>
                    <a:pt x="187" y="627"/>
                  </a:cubicBezTo>
                  <a:lnTo>
                    <a:pt x="152" y="674"/>
                  </a:lnTo>
                  <a:close/>
                  <a:moveTo>
                    <a:pt x="603" y="670"/>
                  </a:moveTo>
                  <a:cubicBezTo>
                    <a:pt x="567" y="624"/>
                    <a:pt x="567" y="624"/>
                    <a:pt x="567" y="624"/>
                  </a:cubicBezTo>
                  <a:cubicBezTo>
                    <a:pt x="569" y="622"/>
                    <a:pt x="571" y="621"/>
                    <a:pt x="573" y="619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7" y="667"/>
                    <a:pt x="605" y="668"/>
                    <a:pt x="603" y="670"/>
                  </a:cubicBezTo>
                  <a:close/>
                  <a:moveTo>
                    <a:pt x="139" y="665"/>
                  </a:moveTo>
                  <a:cubicBezTo>
                    <a:pt x="137" y="663"/>
                    <a:pt x="135" y="661"/>
                    <a:pt x="133" y="659"/>
                  </a:cubicBezTo>
                  <a:cubicBezTo>
                    <a:pt x="171" y="614"/>
                    <a:pt x="171" y="614"/>
                    <a:pt x="171" y="614"/>
                  </a:cubicBezTo>
                  <a:cubicBezTo>
                    <a:pt x="172" y="616"/>
                    <a:pt x="174" y="618"/>
                    <a:pt x="176" y="619"/>
                  </a:cubicBezTo>
                  <a:lnTo>
                    <a:pt x="139" y="665"/>
                  </a:lnTo>
                  <a:close/>
                  <a:moveTo>
                    <a:pt x="615" y="660"/>
                  </a:moveTo>
                  <a:cubicBezTo>
                    <a:pt x="577" y="615"/>
                    <a:pt x="577" y="615"/>
                    <a:pt x="577" y="615"/>
                  </a:cubicBezTo>
                  <a:cubicBezTo>
                    <a:pt x="579" y="614"/>
                    <a:pt x="581" y="612"/>
                    <a:pt x="583" y="611"/>
                  </a:cubicBezTo>
                  <a:cubicBezTo>
                    <a:pt x="621" y="655"/>
                    <a:pt x="621" y="655"/>
                    <a:pt x="621" y="655"/>
                  </a:cubicBezTo>
                  <a:cubicBezTo>
                    <a:pt x="619" y="656"/>
                    <a:pt x="617" y="658"/>
                    <a:pt x="615" y="660"/>
                  </a:cubicBezTo>
                  <a:close/>
                  <a:moveTo>
                    <a:pt x="127" y="654"/>
                  </a:moveTo>
                  <a:cubicBezTo>
                    <a:pt x="125" y="652"/>
                    <a:pt x="123" y="651"/>
                    <a:pt x="121" y="649"/>
                  </a:cubicBezTo>
                  <a:cubicBezTo>
                    <a:pt x="161" y="606"/>
                    <a:pt x="161" y="606"/>
                    <a:pt x="161" y="606"/>
                  </a:cubicBezTo>
                  <a:cubicBezTo>
                    <a:pt x="162" y="607"/>
                    <a:pt x="164" y="609"/>
                    <a:pt x="166" y="610"/>
                  </a:cubicBezTo>
                  <a:lnTo>
                    <a:pt x="127" y="654"/>
                  </a:lnTo>
                  <a:close/>
                  <a:moveTo>
                    <a:pt x="627" y="650"/>
                  </a:moveTo>
                  <a:cubicBezTo>
                    <a:pt x="587" y="607"/>
                    <a:pt x="587" y="607"/>
                    <a:pt x="587" y="607"/>
                  </a:cubicBezTo>
                  <a:cubicBezTo>
                    <a:pt x="589" y="605"/>
                    <a:pt x="591" y="603"/>
                    <a:pt x="593" y="602"/>
                  </a:cubicBezTo>
                  <a:cubicBezTo>
                    <a:pt x="633" y="644"/>
                    <a:pt x="633" y="644"/>
                    <a:pt x="633" y="644"/>
                  </a:cubicBezTo>
                  <a:cubicBezTo>
                    <a:pt x="631" y="646"/>
                    <a:pt x="629" y="648"/>
                    <a:pt x="627" y="650"/>
                  </a:cubicBezTo>
                  <a:close/>
                  <a:moveTo>
                    <a:pt x="116" y="644"/>
                  </a:moveTo>
                  <a:cubicBezTo>
                    <a:pt x="114" y="642"/>
                    <a:pt x="111" y="640"/>
                    <a:pt x="109" y="638"/>
                  </a:cubicBezTo>
                  <a:cubicBezTo>
                    <a:pt x="151" y="596"/>
                    <a:pt x="151" y="596"/>
                    <a:pt x="151" y="596"/>
                  </a:cubicBezTo>
                  <a:cubicBezTo>
                    <a:pt x="153" y="598"/>
                    <a:pt x="154" y="600"/>
                    <a:pt x="156" y="601"/>
                  </a:cubicBezTo>
                  <a:lnTo>
                    <a:pt x="116" y="644"/>
                  </a:lnTo>
                  <a:close/>
                  <a:moveTo>
                    <a:pt x="638" y="639"/>
                  </a:moveTo>
                  <a:cubicBezTo>
                    <a:pt x="597" y="597"/>
                    <a:pt x="597" y="597"/>
                    <a:pt x="597" y="597"/>
                  </a:cubicBezTo>
                  <a:cubicBezTo>
                    <a:pt x="599" y="596"/>
                    <a:pt x="601" y="594"/>
                    <a:pt x="602" y="592"/>
                  </a:cubicBezTo>
                  <a:cubicBezTo>
                    <a:pt x="644" y="633"/>
                    <a:pt x="644" y="633"/>
                    <a:pt x="644" y="633"/>
                  </a:cubicBezTo>
                  <a:cubicBezTo>
                    <a:pt x="642" y="635"/>
                    <a:pt x="640" y="637"/>
                    <a:pt x="638" y="639"/>
                  </a:cubicBezTo>
                  <a:close/>
                  <a:moveTo>
                    <a:pt x="104" y="632"/>
                  </a:moveTo>
                  <a:cubicBezTo>
                    <a:pt x="102" y="630"/>
                    <a:pt x="100" y="628"/>
                    <a:pt x="98" y="626"/>
                  </a:cubicBezTo>
                  <a:cubicBezTo>
                    <a:pt x="142" y="587"/>
                    <a:pt x="142" y="587"/>
                    <a:pt x="142" y="587"/>
                  </a:cubicBezTo>
                  <a:cubicBezTo>
                    <a:pt x="143" y="588"/>
                    <a:pt x="145" y="590"/>
                    <a:pt x="147" y="592"/>
                  </a:cubicBezTo>
                  <a:lnTo>
                    <a:pt x="104" y="632"/>
                  </a:lnTo>
                  <a:close/>
                  <a:moveTo>
                    <a:pt x="649" y="627"/>
                  </a:moveTo>
                  <a:cubicBezTo>
                    <a:pt x="606" y="588"/>
                    <a:pt x="606" y="588"/>
                    <a:pt x="606" y="588"/>
                  </a:cubicBezTo>
                  <a:cubicBezTo>
                    <a:pt x="608" y="586"/>
                    <a:pt x="610" y="584"/>
                    <a:pt x="611" y="582"/>
                  </a:cubicBezTo>
                  <a:cubicBezTo>
                    <a:pt x="655" y="621"/>
                    <a:pt x="655" y="621"/>
                    <a:pt x="655" y="621"/>
                  </a:cubicBezTo>
                  <a:cubicBezTo>
                    <a:pt x="653" y="623"/>
                    <a:pt x="651" y="625"/>
                    <a:pt x="649" y="627"/>
                  </a:cubicBezTo>
                  <a:close/>
                  <a:moveTo>
                    <a:pt x="94" y="621"/>
                  </a:moveTo>
                  <a:cubicBezTo>
                    <a:pt x="92" y="619"/>
                    <a:pt x="90" y="616"/>
                    <a:pt x="88" y="614"/>
                  </a:cubicBezTo>
                  <a:cubicBezTo>
                    <a:pt x="133" y="577"/>
                    <a:pt x="133" y="577"/>
                    <a:pt x="133" y="577"/>
                  </a:cubicBezTo>
                  <a:cubicBezTo>
                    <a:pt x="134" y="578"/>
                    <a:pt x="136" y="580"/>
                    <a:pt x="138" y="582"/>
                  </a:cubicBezTo>
                  <a:lnTo>
                    <a:pt x="94" y="621"/>
                  </a:lnTo>
                  <a:close/>
                  <a:moveTo>
                    <a:pt x="660" y="616"/>
                  </a:moveTo>
                  <a:cubicBezTo>
                    <a:pt x="615" y="578"/>
                    <a:pt x="615" y="578"/>
                    <a:pt x="615" y="578"/>
                  </a:cubicBezTo>
                  <a:cubicBezTo>
                    <a:pt x="617" y="576"/>
                    <a:pt x="618" y="574"/>
                    <a:pt x="620" y="572"/>
                  </a:cubicBezTo>
                  <a:cubicBezTo>
                    <a:pt x="665" y="609"/>
                    <a:pt x="665" y="609"/>
                    <a:pt x="665" y="609"/>
                  </a:cubicBezTo>
                  <a:cubicBezTo>
                    <a:pt x="664" y="611"/>
                    <a:pt x="662" y="613"/>
                    <a:pt x="660" y="616"/>
                  </a:cubicBezTo>
                  <a:close/>
                  <a:moveTo>
                    <a:pt x="83" y="609"/>
                  </a:moveTo>
                  <a:cubicBezTo>
                    <a:pt x="82" y="606"/>
                    <a:pt x="80" y="604"/>
                    <a:pt x="78" y="602"/>
                  </a:cubicBezTo>
                  <a:cubicBezTo>
                    <a:pt x="124" y="566"/>
                    <a:pt x="124" y="566"/>
                    <a:pt x="124" y="566"/>
                  </a:cubicBezTo>
                  <a:cubicBezTo>
                    <a:pt x="126" y="568"/>
                    <a:pt x="127" y="570"/>
                    <a:pt x="129" y="572"/>
                  </a:cubicBezTo>
                  <a:lnTo>
                    <a:pt x="83" y="609"/>
                  </a:lnTo>
                  <a:close/>
                  <a:moveTo>
                    <a:pt x="670" y="603"/>
                  </a:moveTo>
                  <a:cubicBezTo>
                    <a:pt x="624" y="567"/>
                    <a:pt x="624" y="567"/>
                    <a:pt x="624" y="567"/>
                  </a:cubicBezTo>
                  <a:cubicBezTo>
                    <a:pt x="625" y="565"/>
                    <a:pt x="627" y="563"/>
                    <a:pt x="628" y="561"/>
                  </a:cubicBezTo>
                  <a:cubicBezTo>
                    <a:pt x="675" y="596"/>
                    <a:pt x="675" y="596"/>
                    <a:pt x="675" y="596"/>
                  </a:cubicBezTo>
                  <a:cubicBezTo>
                    <a:pt x="673" y="599"/>
                    <a:pt x="672" y="601"/>
                    <a:pt x="670" y="603"/>
                  </a:cubicBezTo>
                  <a:close/>
                  <a:moveTo>
                    <a:pt x="74" y="596"/>
                  </a:moveTo>
                  <a:cubicBezTo>
                    <a:pt x="72" y="594"/>
                    <a:pt x="70" y="591"/>
                    <a:pt x="69" y="589"/>
                  </a:cubicBezTo>
                  <a:cubicBezTo>
                    <a:pt x="116" y="555"/>
                    <a:pt x="116" y="555"/>
                    <a:pt x="116" y="555"/>
                  </a:cubicBezTo>
                  <a:cubicBezTo>
                    <a:pt x="118" y="557"/>
                    <a:pt x="119" y="559"/>
                    <a:pt x="121" y="561"/>
                  </a:cubicBezTo>
                  <a:lnTo>
                    <a:pt x="74" y="596"/>
                  </a:lnTo>
                  <a:close/>
                  <a:moveTo>
                    <a:pt x="679" y="590"/>
                  </a:moveTo>
                  <a:cubicBezTo>
                    <a:pt x="632" y="557"/>
                    <a:pt x="632" y="557"/>
                    <a:pt x="632" y="557"/>
                  </a:cubicBezTo>
                  <a:cubicBezTo>
                    <a:pt x="633" y="555"/>
                    <a:pt x="635" y="553"/>
                    <a:pt x="636" y="551"/>
                  </a:cubicBezTo>
                  <a:cubicBezTo>
                    <a:pt x="684" y="583"/>
                    <a:pt x="684" y="583"/>
                    <a:pt x="684" y="583"/>
                  </a:cubicBezTo>
                  <a:cubicBezTo>
                    <a:pt x="683" y="586"/>
                    <a:pt x="681" y="588"/>
                    <a:pt x="679" y="590"/>
                  </a:cubicBezTo>
                  <a:close/>
                  <a:moveTo>
                    <a:pt x="65" y="583"/>
                  </a:moveTo>
                  <a:cubicBezTo>
                    <a:pt x="63" y="581"/>
                    <a:pt x="61" y="578"/>
                    <a:pt x="60" y="576"/>
                  </a:cubicBezTo>
                  <a:cubicBezTo>
                    <a:pt x="109" y="544"/>
                    <a:pt x="109" y="544"/>
                    <a:pt x="109" y="544"/>
                  </a:cubicBezTo>
                  <a:cubicBezTo>
                    <a:pt x="110" y="546"/>
                    <a:pt x="112" y="548"/>
                    <a:pt x="113" y="550"/>
                  </a:cubicBezTo>
                  <a:lnTo>
                    <a:pt x="65" y="583"/>
                  </a:lnTo>
                  <a:close/>
                  <a:moveTo>
                    <a:pt x="688" y="577"/>
                  </a:moveTo>
                  <a:cubicBezTo>
                    <a:pt x="639" y="545"/>
                    <a:pt x="639" y="545"/>
                    <a:pt x="639" y="545"/>
                  </a:cubicBezTo>
                  <a:cubicBezTo>
                    <a:pt x="641" y="543"/>
                    <a:pt x="642" y="541"/>
                    <a:pt x="643" y="539"/>
                  </a:cubicBezTo>
                  <a:cubicBezTo>
                    <a:pt x="693" y="570"/>
                    <a:pt x="693" y="570"/>
                    <a:pt x="693" y="570"/>
                  </a:cubicBezTo>
                  <a:cubicBezTo>
                    <a:pt x="691" y="572"/>
                    <a:pt x="690" y="575"/>
                    <a:pt x="688" y="577"/>
                  </a:cubicBezTo>
                  <a:close/>
                  <a:moveTo>
                    <a:pt x="56" y="570"/>
                  </a:moveTo>
                  <a:cubicBezTo>
                    <a:pt x="54" y="567"/>
                    <a:pt x="53" y="565"/>
                    <a:pt x="52" y="562"/>
                  </a:cubicBezTo>
                  <a:cubicBezTo>
                    <a:pt x="102" y="533"/>
                    <a:pt x="102" y="533"/>
                    <a:pt x="102" y="533"/>
                  </a:cubicBezTo>
                  <a:cubicBezTo>
                    <a:pt x="103" y="535"/>
                    <a:pt x="104" y="537"/>
                    <a:pt x="106" y="539"/>
                  </a:cubicBezTo>
                  <a:lnTo>
                    <a:pt x="56" y="570"/>
                  </a:lnTo>
                  <a:close/>
                  <a:moveTo>
                    <a:pt x="697" y="564"/>
                  </a:moveTo>
                  <a:cubicBezTo>
                    <a:pt x="646" y="534"/>
                    <a:pt x="646" y="534"/>
                    <a:pt x="646" y="534"/>
                  </a:cubicBezTo>
                  <a:cubicBezTo>
                    <a:pt x="648" y="532"/>
                    <a:pt x="649" y="530"/>
                    <a:pt x="650" y="528"/>
                  </a:cubicBezTo>
                  <a:cubicBezTo>
                    <a:pt x="701" y="556"/>
                    <a:pt x="701" y="556"/>
                    <a:pt x="701" y="556"/>
                  </a:cubicBezTo>
                  <a:cubicBezTo>
                    <a:pt x="700" y="559"/>
                    <a:pt x="698" y="561"/>
                    <a:pt x="697" y="564"/>
                  </a:cubicBezTo>
                  <a:close/>
                  <a:moveTo>
                    <a:pt x="48" y="556"/>
                  </a:moveTo>
                  <a:cubicBezTo>
                    <a:pt x="47" y="554"/>
                    <a:pt x="45" y="551"/>
                    <a:pt x="44" y="549"/>
                  </a:cubicBezTo>
                  <a:cubicBezTo>
                    <a:pt x="95" y="521"/>
                    <a:pt x="95" y="521"/>
                    <a:pt x="95" y="521"/>
                  </a:cubicBezTo>
                  <a:cubicBezTo>
                    <a:pt x="97" y="523"/>
                    <a:pt x="98" y="525"/>
                    <a:pt x="99" y="528"/>
                  </a:cubicBezTo>
                  <a:lnTo>
                    <a:pt x="48" y="556"/>
                  </a:lnTo>
                  <a:close/>
                  <a:moveTo>
                    <a:pt x="704" y="550"/>
                  </a:moveTo>
                  <a:cubicBezTo>
                    <a:pt x="653" y="522"/>
                    <a:pt x="653" y="522"/>
                    <a:pt x="653" y="522"/>
                  </a:cubicBezTo>
                  <a:cubicBezTo>
                    <a:pt x="654" y="520"/>
                    <a:pt x="655" y="518"/>
                    <a:pt x="656" y="516"/>
                  </a:cubicBezTo>
                  <a:cubicBezTo>
                    <a:pt x="708" y="542"/>
                    <a:pt x="708" y="542"/>
                    <a:pt x="708" y="542"/>
                  </a:cubicBezTo>
                  <a:cubicBezTo>
                    <a:pt x="707" y="545"/>
                    <a:pt x="706" y="547"/>
                    <a:pt x="704" y="550"/>
                  </a:cubicBezTo>
                  <a:close/>
                  <a:moveTo>
                    <a:pt x="40" y="542"/>
                  </a:moveTo>
                  <a:cubicBezTo>
                    <a:pt x="39" y="540"/>
                    <a:pt x="38" y="537"/>
                    <a:pt x="37" y="534"/>
                  </a:cubicBezTo>
                  <a:cubicBezTo>
                    <a:pt x="89" y="509"/>
                    <a:pt x="89" y="509"/>
                    <a:pt x="89" y="509"/>
                  </a:cubicBezTo>
                  <a:cubicBezTo>
                    <a:pt x="91" y="511"/>
                    <a:pt x="92" y="514"/>
                    <a:pt x="93" y="516"/>
                  </a:cubicBezTo>
                  <a:lnTo>
                    <a:pt x="40" y="542"/>
                  </a:lnTo>
                  <a:close/>
                  <a:moveTo>
                    <a:pt x="712" y="536"/>
                  </a:moveTo>
                  <a:cubicBezTo>
                    <a:pt x="659" y="510"/>
                    <a:pt x="659" y="510"/>
                    <a:pt x="659" y="510"/>
                  </a:cubicBezTo>
                  <a:cubicBezTo>
                    <a:pt x="660" y="508"/>
                    <a:pt x="661" y="506"/>
                    <a:pt x="662" y="504"/>
                  </a:cubicBezTo>
                  <a:cubicBezTo>
                    <a:pt x="715" y="528"/>
                    <a:pt x="715" y="528"/>
                    <a:pt x="715" y="528"/>
                  </a:cubicBezTo>
                  <a:cubicBezTo>
                    <a:pt x="714" y="531"/>
                    <a:pt x="713" y="533"/>
                    <a:pt x="712" y="536"/>
                  </a:cubicBezTo>
                  <a:close/>
                  <a:moveTo>
                    <a:pt x="34" y="528"/>
                  </a:moveTo>
                  <a:cubicBezTo>
                    <a:pt x="32" y="525"/>
                    <a:pt x="31" y="523"/>
                    <a:pt x="30" y="520"/>
                  </a:cubicBezTo>
                  <a:cubicBezTo>
                    <a:pt x="84" y="497"/>
                    <a:pt x="84" y="497"/>
                    <a:pt x="84" y="497"/>
                  </a:cubicBezTo>
                  <a:cubicBezTo>
                    <a:pt x="85" y="499"/>
                    <a:pt x="86" y="502"/>
                    <a:pt x="87" y="504"/>
                  </a:cubicBezTo>
                  <a:lnTo>
                    <a:pt x="34" y="528"/>
                  </a:lnTo>
                  <a:close/>
                  <a:moveTo>
                    <a:pt x="718" y="521"/>
                  </a:moveTo>
                  <a:cubicBezTo>
                    <a:pt x="665" y="498"/>
                    <a:pt x="665" y="498"/>
                    <a:pt x="665" y="498"/>
                  </a:cubicBezTo>
                  <a:cubicBezTo>
                    <a:pt x="666" y="496"/>
                    <a:pt x="666" y="494"/>
                    <a:pt x="667" y="491"/>
                  </a:cubicBezTo>
                  <a:cubicBezTo>
                    <a:pt x="722" y="513"/>
                    <a:pt x="722" y="513"/>
                    <a:pt x="722" y="513"/>
                  </a:cubicBezTo>
                  <a:cubicBezTo>
                    <a:pt x="721" y="516"/>
                    <a:pt x="719" y="519"/>
                    <a:pt x="718" y="521"/>
                  </a:cubicBezTo>
                  <a:close/>
                  <a:moveTo>
                    <a:pt x="27" y="513"/>
                  </a:moveTo>
                  <a:cubicBezTo>
                    <a:pt x="26" y="511"/>
                    <a:pt x="25" y="508"/>
                    <a:pt x="24" y="505"/>
                  </a:cubicBezTo>
                  <a:cubicBezTo>
                    <a:pt x="79" y="485"/>
                    <a:pt x="79" y="485"/>
                    <a:pt x="79" y="485"/>
                  </a:cubicBezTo>
                  <a:cubicBezTo>
                    <a:pt x="80" y="487"/>
                    <a:pt x="81" y="489"/>
                    <a:pt x="82" y="491"/>
                  </a:cubicBezTo>
                  <a:lnTo>
                    <a:pt x="27" y="513"/>
                  </a:lnTo>
                  <a:close/>
                  <a:moveTo>
                    <a:pt x="724" y="506"/>
                  </a:moveTo>
                  <a:cubicBezTo>
                    <a:pt x="670" y="486"/>
                    <a:pt x="670" y="486"/>
                    <a:pt x="670" y="486"/>
                  </a:cubicBezTo>
                  <a:cubicBezTo>
                    <a:pt x="670" y="483"/>
                    <a:pt x="671" y="481"/>
                    <a:pt x="672" y="479"/>
                  </a:cubicBezTo>
                  <a:cubicBezTo>
                    <a:pt x="727" y="498"/>
                    <a:pt x="727" y="498"/>
                    <a:pt x="727" y="498"/>
                  </a:cubicBezTo>
                  <a:cubicBezTo>
                    <a:pt x="726" y="501"/>
                    <a:pt x="725" y="504"/>
                    <a:pt x="724" y="506"/>
                  </a:cubicBezTo>
                  <a:close/>
                  <a:moveTo>
                    <a:pt x="22" y="498"/>
                  </a:moveTo>
                  <a:cubicBezTo>
                    <a:pt x="21" y="496"/>
                    <a:pt x="20" y="493"/>
                    <a:pt x="19" y="490"/>
                  </a:cubicBezTo>
                  <a:cubicBezTo>
                    <a:pt x="75" y="472"/>
                    <a:pt x="75" y="472"/>
                    <a:pt x="75" y="472"/>
                  </a:cubicBezTo>
                  <a:cubicBezTo>
                    <a:pt x="75" y="474"/>
                    <a:pt x="76" y="477"/>
                    <a:pt x="77" y="479"/>
                  </a:cubicBezTo>
                  <a:lnTo>
                    <a:pt x="22" y="498"/>
                  </a:lnTo>
                  <a:close/>
                  <a:moveTo>
                    <a:pt x="730" y="491"/>
                  </a:moveTo>
                  <a:cubicBezTo>
                    <a:pt x="674" y="473"/>
                    <a:pt x="674" y="473"/>
                    <a:pt x="674" y="473"/>
                  </a:cubicBezTo>
                  <a:cubicBezTo>
                    <a:pt x="675" y="471"/>
                    <a:pt x="676" y="468"/>
                    <a:pt x="676" y="466"/>
                  </a:cubicBezTo>
                  <a:cubicBezTo>
                    <a:pt x="732" y="483"/>
                    <a:pt x="732" y="483"/>
                    <a:pt x="732" y="483"/>
                  </a:cubicBezTo>
                  <a:cubicBezTo>
                    <a:pt x="731" y="486"/>
                    <a:pt x="731" y="489"/>
                    <a:pt x="730" y="491"/>
                  </a:cubicBezTo>
                  <a:close/>
                  <a:moveTo>
                    <a:pt x="17" y="483"/>
                  </a:moveTo>
                  <a:cubicBezTo>
                    <a:pt x="16" y="481"/>
                    <a:pt x="15" y="478"/>
                    <a:pt x="14" y="475"/>
                  </a:cubicBezTo>
                  <a:cubicBezTo>
                    <a:pt x="71" y="459"/>
                    <a:pt x="71" y="459"/>
                    <a:pt x="71" y="459"/>
                  </a:cubicBezTo>
                  <a:cubicBezTo>
                    <a:pt x="71" y="462"/>
                    <a:pt x="72" y="464"/>
                    <a:pt x="73" y="466"/>
                  </a:cubicBezTo>
                  <a:lnTo>
                    <a:pt x="17" y="483"/>
                  </a:lnTo>
                  <a:close/>
                  <a:moveTo>
                    <a:pt x="734" y="476"/>
                  </a:moveTo>
                  <a:cubicBezTo>
                    <a:pt x="678" y="460"/>
                    <a:pt x="678" y="460"/>
                    <a:pt x="678" y="460"/>
                  </a:cubicBezTo>
                  <a:cubicBezTo>
                    <a:pt x="679" y="458"/>
                    <a:pt x="679" y="456"/>
                    <a:pt x="680" y="453"/>
                  </a:cubicBezTo>
                  <a:cubicBezTo>
                    <a:pt x="737" y="468"/>
                    <a:pt x="737" y="468"/>
                    <a:pt x="737" y="468"/>
                  </a:cubicBezTo>
                  <a:cubicBezTo>
                    <a:pt x="736" y="471"/>
                    <a:pt x="735" y="473"/>
                    <a:pt x="734" y="476"/>
                  </a:cubicBezTo>
                  <a:close/>
                  <a:moveTo>
                    <a:pt x="12" y="468"/>
                  </a:moveTo>
                  <a:cubicBezTo>
                    <a:pt x="12" y="465"/>
                    <a:pt x="11" y="463"/>
                    <a:pt x="10" y="460"/>
                  </a:cubicBezTo>
                  <a:cubicBezTo>
                    <a:pt x="67" y="446"/>
                    <a:pt x="67" y="446"/>
                    <a:pt x="67" y="446"/>
                  </a:cubicBezTo>
                  <a:cubicBezTo>
                    <a:pt x="68" y="449"/>
                    <a:pt x="68" y="451"/>
                    <a:pt x="69" y="453"/>
                  </a:cubicBezTo>
                  <a:lnTo>
                    <a:pt x="12" y="468"/>
                  </a:lnTo>
                  <a:close/>
                  <a:moveTo>
                    <a:pt x="738" y="461"/>
                  </a:moveTo>
                  <a:cubicBezTo>
                    <a:pt x="681" y="447"/>
                    <a:pt x="681" y="447"/>
                    <a:pt x="681" y="447"/>
                  </a:cubicBezTo>
                  <a:cubicBezTo>
                    <a:pt x="682" y="445"/>
                    <a:pt x="683" y="443"/>
                    <a:pt x="683" y="440"/>
                  </a:cubicBezTo>
                  <a:cubicBezTo>
                    <a:pt x="740" y="452"/>
                    <a:pt x="740" y="452"/>
                    <a:pt x="740" y="452"/>
                  </a:cubicBezTo>
                  <a:cubicBezTo>
                    <a:pt x="740" y="455"/>
                    <a:pt x="739" y="458"/>
                    <a:pt x="738" y="461"/>
                  </a:cubicBezTo>
                  <a:close/>
                  <a:moveTo>
                    <a:pt x="9" y="453"/>
                  </a:moveTo>
                  <a:cubicBezTo>
                    <a:pt x="8" y="450"/>
                    <a:pt x="8" y="447"/>
                    <a:pt x="7" y="444"/>
                  </a:cubicBezTo>
                  <a:cubicBezTo>
                    <a:pt x="65" y="433"/>
                    <a:pt x="65" y="433"/>
                    <a:pt x="65" y="433"/>
                  </a:cubicBezTo>
                  <a:cubicBezTo>
                    <a:pt x="65" y="436"/>
                    <a:pt x="65" y="438"/>
                    <a:pt x="66" y="440"/>
                  </a:cubicBezTo>
                  <a:lnTo>
                    <a:pt x="9" y="453"/>
                  </a:lnTo>
                  <a:close/>
                  <a:moveTo>
                    <a:pt x="742" y="445"/>
                  </a:moveTo>
                  <a:cubicBezTo>
                    <a:pt x="684" y="434"/>
                    <a:pt x="684" y="434"/>
                    <a:pt x="684" y="434"/>
                  </a:cubicBezTo>
                  <a:cubicBezTo>
                    <a:pt x="685" y="432"/>
                    <a:pt x="685" y="429"/>
                    <a:pt x="686" y="427"/>
                  </a:cubicBezTo>
                  <a:cubicBezTo>
                    <a:pt x="743" y="437"/>
                    <a:pt x="743" y="437"/>
                    <a:pt x="743" y="437"/>
                  </a:cubicBezTo>
                  <a:cubicBezTo>
                    <a:pt x="743" y="440"/>
                    <a:pt x="742" y="443"/>
                    <a:pt x="742" y="445"/>
                  </a:cubicBezTo>
                  <a:close/>
                  <a:moveTo>
                    <a:pt x="6" y="437"/>
                  </a:moveTo>
                  <a:cubicBezTo>
                    <a:pt x="5" y="434"/>
                    <a:pt x="5" y="431"/>
                    <a:pt x="4" y="429"/>
                  </a:cubicBezTo>
                  <a:cubicBezTo>
                    <a:pt x="62" y="420"/>
                    <a:pt x="62" y="420"/>
                    <a:pt x="62" y="420"/>
                  </a:cubicBezTo>
                  <a:cubicBezTo>
                    <a:pt x="63" y="422"/>
                    <a:pt x="63" y="425"/>
                    <a:pt x="63" y="427"/>
                  </a:cubicBezTo>
                  <a:lnTo>
                    <a:pt x="6" y="437"/>
                  </a:lnTo>
                  <a:close/>
                  <a:moveTo>
                    <a:pt x="744" y="430"/>
                  </a:moveTo>
                  <a:cubicBezTo>
                    <a:pt x="687" y="421"/>
                    <a:pt x="687" y="421"/>
                    <a:pt x="687" y="421"/>
                  </a:cubicBezTo>
                  <a:cubicBezTo>
                    <a:pt x="687" y="419"/>
                    <a:pt x="687" y="416"/>
                    <a:pt x="688" y="414"/>
                  </a:cubicBezTo>
                  <a:cubicBezTo>
                    <a:pt x="746" y="421"/>
                    <a:pt x="746" y="421"/>
                    <a:pt x="746" y="421"/>
                  </a:cubicBezTo>
                  <a:cubicBezTo>
                    <a:pt x="745" y="424"/>
                    <a:pt x="745" y="427"/>
                    <a:pt x="744" y="430"/>
                  </a:cubicBezTo>
                  <a:close/>
                  <a:moveTo>
                    <a:pt x="3" y="421"/>
                  </a:moveTo>
                  <a:cubicBezTo>
                    <a:pt x="3" y="418"/>
                    <a:pt x="3" y="416"/>
                    <a:pt x="2" y="413"/>
                  </a:cubicBezTo>
                  <a:cubicBezTo>
                    <a:pt x="61" y="407"/>
                    <a:pt x="61" y="407"/>
                    <a:pt x="61" y="407"/>
                  </a:cubicBezTo>
                  <a:cubicBezTo>
                    <a:pt x="61" y="409"/>
                    <a:pt x="61" y="412"/>
                    <a:pt x="61" y="414"/>
                  </a:cubicBezTo>
                  <a:lnTo>
                    <a:pt x="3" y="421"/>
                  </a:lnTo>
                  <a:close/>
                  <a:moveTo>
                    <a:pt x="746" y="414"/>
                  </a:moveTo>
                  <a:cubicBezTo>
                    <a:pt x="688" y="408"/>
                    <a:pt x="688" y="408"/>
                    <a:pt x="688" y="408"/>
                  </a:cubicBezTo>
                  <a:cubicBezTo>
                    <a:pt x="689" y="405"/>
                    <a:pt x="689" y="403"/>
                    <a:pt x="689" y="400"/>
                  </a:cubicBezTo>
                  <a:cubicBezTo>
                    <a:pt x="747" y="405"/>
                    <a:pt x="747" y="405"/>
                    <a:pt x="747" y="405"/>
                  </a:cubicBezTo>
                  <a:cubicBezTo>
                    <a:pt x="747" y="408"/>
                    <a:pt x="747" y="411"/>
                    <a:pt x="746" y="414"/>
                  </a:cubicBezTo>
                  <a:close/>
                  <a:moveTo>
                    <a:pt x="2" y="406"/>
                  </a:moveTo>
                  <a:cubicBezTo>
                    <a:pt x="2" y="403"/>
                    <a:pt x="1" y="400"/>
                    <a:pt x="1" y="397"/>
                  </a:cubicBezTo>
                  <a:cubicBezTo>
                    <a:pt x="60" y="393"/>
                    <a:pt x="60" y="393"/>
                    <a:pt x="60" y="393"/>
                  </a:cubicBezTo>
                  <a:cubicBezTo>
                    <a:pt x="60" y="396"/>
                    <a:pt x="60" y="398"/>
                    <a:pt x="60" y="401"/>
                  </a:cubicBezTo>
                  <a:lnTo>
                    <a:pt x="2" y="406"/>
                  </a:lnTo>
                  <a:close/>
                  <a:moveTo>
                    <a:pt x="748" y="398"/>
                  </a:moveTo>
                  <a:cubicBezTo>
                    <a:pt x="689" y="394"/>
                    <a:pt x="689" y="394"/>
                    <a:pt x="689" y="394"/>
                  </a:cubicBezTo>
                  <a:cubicBezTo>
                    <a:pt x="690" y="392"/>
                    <a:pt x="690" y="390"/>
                    <a:pt x="690" y="387"/>
                  </a:cubicBezTo>
                  <a:cubicBezTo>
                    <a:pt x="748" y="390"/>
                    <a:pt x="748" y="390"/>
                    <a:pt x="748" y="390"/>
                  </a:cubicBezTo>
                  <a:cubicBezTo>
                    <a:pt x="748" y="392"/>
                    <a:pt x="748" y="395"/>
                    <a:pt x="748" y="398"/>
                  </a:cubicBezTo>
                  <a:close/>
                  <a:moveTo>
                    <a:pt x="1" y="390"/>
                  </a:moveTo>
                  <a:cubicBezTo>
                    <a:pt x="1" y="387"/>
                    <a:pt x="1" y="384"/>
                    <a:pt x="1" y="381"/>
                  </a:cubicBezTo>
                  <a:cubicBezTo>
                    <a:pt x="59" y="380"/>
                    <a:pt x="59" y="380"/>
                    <a:pt x="59" y="380"/>
                  </a:cubicBezTo>
                  <a:cubicBezTo>
                    <a:pt x="59" y="382"/>
                    <a:pt x="59" y="385"/>
                    <a:pt x="59" y="387"/>
                  </a:cubicBezTo>
                  <a:lnTo>
                    <a:pt x="1" y="390"/>
                  </a:lnTo>
                  <a:close/>
                  <a:moveTo>
                    <a:pt x="748" y="382"/>
                  </a:moveTo>
                  <a:cubicBezTo>
                    <a:pt x="690" y="381"/>
                    <a:pt x="690" y="381"/>
                    <a:pt x="690" y="381"/>
                  </a:cubicBezTo>
                  <a:cubicBezTo>
                    <a:pt x="690" y="379"/>
                    <a:pt x="690" y="376"/>
                    <a:pt x="690" y="374"/>
                  </a:cubicBezTo>
                  <a:cubicBezTo>
                    <a:pt x="690" y="373"/>
                    <a:pt x="690" y="373"/>
                    <a:pt x="690" y="373"/>
                  </a:cubicBezTo>
                  <a:cubicBezTo>
                    <a:pt x="749" y="373"/>
                    <a:pt x="749" y="373"/>
                    <a:pt x="749" y="373"/>
                  </a:cubicBezTo>
                  <a:cubicBezTo>
                    <a:pt x="749" y="374"/>
                    <a:pt x="749" y="374"/>
                    <a:pt x="749" y="374"/>
                  </a:cubicBezTo>
                  <a:cubicBezTo>
                    <a:pt x="749" y="377"/>
                    <a:pt x="749" y="379"/>
                    <a:pt x="748" y="382"/>
                  </a:cubicBezTo>
                  <a:close/>
                  <a:moveTo>
                    <a:pt x="59" y="374"/>
                  </a:moveTo>
                  <a:cubicBezTo>
                    <a:pt x="42" y="374"/>
                    <a:pt x="42" y="374"/>
                    <a:pt x="42" y="374"/>
                  </a:cubicBezTo>
                  <a:cubicBezTo>
                    <a:pt x="0" y="374"/>
                    <a:pt x="0" y="374"/>
                    <a:pt x="0" y="374"/>
                  </a:cubicBezTo>
                  <a:cubicBezTo>
                    <a:pt x="0" y="374"/>
                    <a:pt x="0" y="374"/>
                    <a:pt x="0" y="374"/>
                  </a:cubicBezTo>
                  <a:cubicBezTo>
                    <a:pt x="0" y="371"/>
                    <a:pt x="0" y="368"/>
                    <a:pt x="1" y="365"/>
                  </a:cubicBezTo>
                  <a:cubicBezTo>
                    <a:pt x="59" y="367"/>
                    <a:pt x="59" y="367"/>
                    <a:pt x="59" y="367"/>
                  </a:cubicBezTo>
                  <a:cubicBezTo>
                    <a:pt x="59" y="369"/>
                    <a:pt x="59" y="371"/>
                    <a:pt x="59" y="374"/>
                  </a:cubicBezTo>
                  <a:close/>
                  <a:moveTo>
                    <a:pt x="690" y="367"/>
                  </a:moveTo>
                  <a:cubicBezTo>
                    <a:pt x="690" y="365"/>
                    <a:pt x="690" y="362"/>
                    <a:pt x="690" y="360"/>
                  </a:cubicBezTo>
                  <a:cubicBezTo>
                    <a:pt x="748" y="357"/>
                    <a:pt x="748" y="357"/>
                    <a:pt x="748" y="357"/>
                  </a:cubicBezTo>
                  <a:cubicBezTo>
                    <a:pt x="748" y="360"/>
                    <a:pt x="748" y="363"/>
                    <a:pt x="748" y="366"/>
                  </a:cubicBezTo>
                  <a:lnTo>
                    <a:pt x="690" y="367"/>
                  </a:lnTo>
                  <a:close/>
                  <a:moveTo>
                    <a:pt x="59" y="360"/>
                  </a:moveTo>
                  <a:cubicBezTo>
                    <a:pt x="1" y="358"/>
                    <a:pt x="1" y="358"/>
                    <a:pt x="1" y="358"/>
                  </a:cubicBezTo>
                  <a:cubicBezTo>
                    <a:pt x="1" y="355"/>
                    <a:pt x="1" y="352"/>
                    <a:pt x="1" y="349"/>
                  </a:cubicBezTo>
                  <a:cubicBezTo>
                    <a:pt x="60" y="353"/>
                    <a:pt x="60" y="353"/>
                    <a:pt x="60" y="353"/>
                  </a:cubicBezTo>
                  <a:cubicBezTo>
                    <a:pt x="59" y="356"/>
                    <a:pt x="59" y="358"/>
                    <a:pt x="59" y="360"/>
                  </a:cubicBezTo>
                  <a:close/>
                  <a:moveTo>
                    <a:pt x="689" y="354"/>
                  </a:moveTo>
                  <a:cubicBezTo>
                    <a:pt x="689" y="351"/>
                    <a:pt x="689" y="349"/>
                    <a:pt x="689" y="346"/>
                  </a:cubicBezTo>
                  <a:cubicBezTo>
                    <a:pt x="747" y="342"/>
                    <a:pt x="747" y="342"/>
                    <a:pt x="747" y="342"/>
                  </a:cubicBezTo>
                  <a:cubicBezTo>
                    <a:pt x="747" y="344"/>
                    <a:pt x="748" y="347"/>
                    <a:pt x="748" y="350"/>
                  </a:cubicBezTo>
                  <a:lnTo>
                    <a:pt x="689" y="354"/>
                  </a:lnTo>
                  <a:close/>
                  <a:moveTo>
                    <a:pt x="60" y="347"/>
                  </a:moveTo>
                  <a:cubicBezTo>
                    <a:pt x="2" y="342"/>
                    <a:pt x="2" y="342"/>
                    <a:pt x="2" y="342"/>
                  </a:cubicBezTo>
                  <a:cubicBezTo>
                    <a:pt x="2" y="339"/>
                    <a:pt x="2" y="336"/>
                    <a:pt x="3" y="334"/>
                  </a:cubicBezTo>
                  <a:cubicBezTo>
                    <a:pt x="61" y="340"/>
                    <a:pt x="61" y="340"/>
                    <a:pt x="61" y="340"/>
                  </a:cubicBezTo>
                  <a:cubicBezTo>
                    <a:pt x="60" y="342"/>
                    <a:pt x="60" y="345"/>
                    <a:pt x="60" y="347"/>
                  </a:cubicBezTo>
                  <a:close/>
                  <a:moveTo>
                    <a:pt x="688" y="340"/>
                  </a:moveTo>
                  <a:cubicBezTo>
                    <a:pt x="688" y="338"/>
                    <a:pt x="688" y="336"/>
                    <a:pt x="688" y="333"/>
                  </a:cubicBezTo>
                  <a:cubicBezTo>
                    <a:pt x="746" y="326"/>
                    <a:pt x="746" y="326"/>
                    <a:pt x="746" y="326"/>
                  </a:cubicBezTo>
                  <a:cubicBezTo>
                    <a:pt x="746" y="329"/>
                    <a:pt x="746" y="331"/>
                    <a:pt x="747" y="334"/>
                  </a:cubicBezTo>
                  <a:lnTo>
                    <a:pt x="688" y="340"/>
                  </a:lnTo>
                  <a:close/>
                  <a:moveTo>
                    <a:pt x="61" y="334"/>
                  </a:moveTo>
                  <a:cubicBezTo>
                    <a:pt x="3" y="326"/>
                    <a:pt x="3" y="326"/>
                    <a:pt x="3" y="326"/>
                  </a:cubicBezTo>
                  <a:cubicBezTo>
                    <a:pt x="4" y="324"/>
                    <a:pt x="4" y="321"/>
                    <a:pt x="5" y="318"/>
                  </a:cubicBezTo>
                  <a:cubicBezTo>
                    <a:pt x="62" y="327"/>
                    <a:pt x="62" y="327"/>
                    <a:pt x="62" y="327"/>
                  </a:cubicBezTo>
                  <a:cubicBezTo>
                    <a:pt x="62" y="329"/>
                    <a:pt x="62" y="331"/>
                    <a:pt x="61" y="334"/>
                  </a:cubicBezTo>
                  <a:close/>
                  <a:moveTo>
                    <a:pt x="687" y="327"/>
                  </a:moveTo>
                  <a:cubicBezTo>
                    <a:pt x="686" y="325"/>
                    <a:pt x="686" y="322"/>
                    <a:pt x="686" y="320"/>
                  </a:cubicBezTo>
                  <a:cubicBezTo>
                    <a:pt x="743" y="310"/>
                    <a:pt x="743" y="310"/>
                    <a:pt x="743" y="310"/>
                  </a:cubicBezTo>
                  <a:cubicBezTo>
                    <a:pt x="744" y="313"/>
                    <a:pt x="744" y="316"/>
                    <a:pt x="745" y="319"/>
                  </a:cubicBezTo>
                  <a:lnTo>
                    <a:pt x="687" y="327"/>
                  </a:lnTo>
                  <a:close/>
                  <a:moveTo>
                    <a:pt x="63" y="320"/>
                  </a:moveTo>
                  <a:cubicBezTo>
                    <a:pt x="6" y="311"/>
                    <a:pt x="6" y="311"/>
                    <a:pt x="6" y="311"/>
                  </a:cubicBezTo>
                  <a:cubicBezTo>
                    <a:pt x="6" y="308"/>
                    <a:pt x="7" y="305"/>
                    <a:pt x="7" y="302"/>
                  </a:cubicBezTo>
                  <a:cubicBezTo>
                    <a:pt x="65" y="313"/>
                    <a:pt x="65" y="313"/>
                    <a:pt x="65" y="313"/>
                  </a:cubicBezTo>
                  <a:cubicBezTo>
                    <a:pt x="64" y="316"/>
                    <a:pt x="64" y="318"/>
                    <a:pt x="63" y="320"/>
                  </a:cubicBezTo>
                  <a:close/>
                  <a:moveTo>
                    <a:pt x="684" y="314"/>
                  </a:moveTo>
                  <a:cubicBezTo>
                    <a:pt x="684" y="312"/>
                    <a:pt x="683" y="309"/>
                    <a:pt x="683" y="307"/>
                  </a:cubicBezTo>
                  <a:cubicBezTo>
                    <a:pt x="740" y="294"/>
                    <a:pt x="740" y="294"/>
                    <a:pt x="740" y="294"/>
                  </a:cubicBezTo>
                  <a:cubicBezTo>
                    <a:pt x="741" y="297"/>
                    <a:pt x="741" y="300"/>
                    <a:pt x="742" y="303"/>
                  </a:cubicBezTo>
                  <a:lnTo>
                    <a:pt x="684" y="314"/>
                  </a:lnTo>
                  <a:close/>
                  <a:moveTo>
                    <a:pt x="66" y="307"/>
                  </a:moveTo>
                  <a:cubicBezTo>
                    <a:pt x="9" y="295"/>
                    <a:pt x="9" y="295"/>
                    <a:pt x="9" y="295"/>
                  </a:cubicBezTo>
                  <a:cubicBezTo>
                    <a:pt x="9" y="292"/>
                    <a:pt x="10" y="289"/>
                    <a:pt x="11" y="287"/>
                  </a:cubicBezTo>
                  <a:cubicBezTo>
                    <a:pt x="68" y="300"/>
                    <a:pt x="68" y="300"/>
                    <a:pt x="68" y="300"/>
                  </a:cubicBezTo>
                  <a:cubicBezTo>
                    <a:pt x="67" y="303"/>
                    <a:pt x="66" y="305"/>
                    <a:pt x="66" y="307"/>
                  </a:cubicBezTo>
                  <a:close/>
                  <a:moveTo>
                    <a:pt x="682" y="301"/>
                  </a:moveTo>
                  <a:cubicBezTo>
                    <a:pt x="681" y="298"/>
                    <a:pt x="680" y="296"/>
                    <a:pt x="680" y="294"/>
                  </a:cubicBezTo>
                  <a:cubicBezTo>
                    <a:pt x="736" y="279"/>
                    <a:pt x="736" y="279"/>
                    <a:pt x="736" y="279"/>
                  </a:cubicBezTo>
                  <a:cubicBezTo>
                    <a:pt x="737" y="282"/>
                    <a:pt x="738" y="285"/>
                    <a:pt x="739" y="287"/>
                  </a:cubicBezTo>
                  <a:lnTo>
                    <a:pt x="682" y="301"/>
                  </a:lnTo>
                  <a:close/>
                  <a:moveTo>
                    <a:pt x="69" y="294"/>
                  </a:moveTo>
                  <a:cubicBezTo>
                    <a:pt x="12" y="280"/>
                    <a:pt x="12" y="280"/>
                    <a:pt x="12" y="280"/>
                  </a:cubicBezTo>
                  <a:cubicBezTo>
                    <a:pt x="13" y="277"/>
                    <a:pt x="14" y="274"/>
                    <a:pt x="15" y="271"/>
                  </a:cubicBezTo>
                  <a:cubicBezTo>
                    <a:pt x="71" y="287"/>
                    <a:pt x="71" y="287"/>
                    <a:pt x="71" y="287"/>
                  </a:cubicBezTo>
                  <a:cubicBezTo>
                    <a:pt x="70" y="290"/>
                    <a:pt x="70" y="292"/>
                    <a:pt x="69" y="294"/>
                  </a:cubicBezTo>
                  <a:close/>
                  <a:moveTo>
                    <a:pt x="678" y="288"/>
                  </a:moveTo>
                  <a:cubicBezTo>
                    <a:pt x="678" y="286"/>
                    <a:pt x="677" y="283"/>
                    <a:pt x="676" y="281"/>
                  </a:cubicBezTo>
                  <a:cubicBezTo>
                    <a:pt x="732" y="264"/>
                    <a:pt x="732" y="264"/>
                    <a:pt x="732" y="264"/>
                  </a:cubicBezTo>
                  <a:cubicBezTo>
                    <a:pt x="733" y="266"/>
                    <a:pt x="734" y="269"/>
                    <a:pt x="735" y="272"/>
                  </a:cubicBezTo>
                  <a:lnTo>
                    <a:pt x="678" y="288"/>
                  </a:lnTo>
                  <a:close/>
                  <a:moveTo>
                    <a:pt x="73" y="281"/>
                  </a:moveTo>
                  <a:cubicBezTo>
                    <a:pt x="17" y="264"/>
                    <a:pt x="17" y="264"/>
                    <a:pt x="17" y="264"/>
                  </a:cubicBezTo>
                  <a:cubicBezTo>
                    <a:pt x="18" y="262"/>
                    <a:pt x="18" y="259"/>
                    <a:pt x="19" y="256"/>
                  </a:cubicBezTo>
                  <a:cubicBezTo>
                    <a:pt x="75" y="274"/>
                    <a:pt x="75" y="274"/>
                    <a:pt x="75" y="274"/>
                  </a:cubicBezTo>
                  <a:cubicBezTo>
                    <a:pt x="74" y="277"/>
                    <a:pt x="73" y="279"/>
                    <a:pt x="73" y="281"/>
                  </a:cubicBezTo>
                  <a:close/>
                  <a:moveTo>
                    <a:pt x="674" y="275"/>
                  </a:moveTo>
                  <a:cubicBezTo>
                    <a:pt x="674" y="273"/>
                    <a:pt x="673" y="270"/>
                    <a:pt x="672" y="268"/>
                  </a:cubicBezTo>
                  <a:cubicBezTo>
                    <a:pt x="727" y="249"/>
                    <a:pt x="727" y="249"/>
                    <a:pt x="727" y="249"/>
                  </a:cubicBezTo>
                  <a:cubicBezTo>
                    <a:pt x="728" y="251"/>
                    <a:pt x="729" y="254"/>
                    <a:pt x="730" y="257"/>
                  </a:cubicBezTo>
                  <a:lnTo>
                    <a:pt x="674" y="275"/>
                  </a:lnTo>
                  <a:close/>
                  <a:moveTo>
                    <a:pt x="77" y="269"/>
                  </a:moveTo>
                  <a:cubicBezTo>
                    <a:pt x="22" y="249"/>
                    <a:pt x="22" y="249"/>
                    <a:pt x="22" y="249"/>
                  </a:cubicBezTo>
                  <a:cubicBezTo>
                    <a:pt x="23" y="246"/>
                    <a:pt x="24" y="244"/>
                    <a:pt x="25" y="241"/>
                  </a:cubicBezTo>
                  <a:cubicBezTo>
                    <a:pt x="79" y="262"/>
                    <a:pt x="79" y="262"/>
                    <a:pt x="79" y="262"/>
                  </a:cubicBezTo>
                  <a:cubicBezTo>
                    <a:pt x="78" y="264"/>
                    <a:pt x="78" y="266"/>
                    <a:pt x="77" y="269"/>
                  </a:cubicBezTo>
                  <a:close/>
                  <a:moveTo>
                    <a:pt x="670" y="262"/>
                  </a:moveTo>
                  <a:cubicBezTo>
                    <a:pt x="669" y="260"/>
                    <a:pt x="668" y="258"/>
                    <a:pt x="667" y="256"/>
                  </a:cubicBezTo>
                  <a:cubicBezTo>
                    <a:pt x="722" y="234"/>
                    <a:pt x="722" y="234"/>
                    <a:pt x="722" y="234"/>
                  </a:cubicBezTo>
                  <a:cubicBezTo>
                    <a:pt x="723" y="236"/>
                    <a:pt x="724" y="239"/>
                    <a:pt x="725" y="242"/>
                  </a:cubicBezTo>
                  <a:lnTo>
                    <a:pt x="670" y="262"/>
                  </a:lnTo>
                  <a:close/>
                  <a:moveTo>
                    <a:pt x="82" y="256"/>
                  </a:moveTo>
                  <a:cubicBezTo>
                    <a:pt x="27" y="234"/>
                    <a:pt x="27" y="234"/>
                    <a:pt x="27" y="234"/>
                  </a:cubicBezTo>
                  <a:cubicBezTo>
                    <a:pt x="28" y="232"/>
                    <a:pt x="29" y="229"/>
                    <a:pt x="31" y="226"/>
                  </a:cubicBezTo>
                  <a:cubicBezTo>
                    <a:pt x="84" y="249"/>
                    <a:pt x="84" y="249"/>
                    <a:pt x="84" y="249"/>
                  </a:cubicBezTo>
                  <a:cubicBezTo>
                    <a:pt x="83" y="252"/>
                    <a:pt x="82" y="254"/>
                    <a:pt x="82" y="256"/>
                  </a:cubicBezTo>
                  <a:close/>
                  <a:moveTo>
                    <a:pt x="665" y="250"/>
                  </a:moveTo>
                  <a:cubicBezTo>
                    <a:pt x="664" y="248"/>
                    <a:pt x="663" y="246"/>
                    <a:pt x="662" y="243"/>
                  </a:cubicBezTo>
                  <a:cubicBezTo>
                    <a:pt x="715" y="219"/>
                    <a:pt x="715" y="219"/>
                    <a:pt x="715" y="219"/>
                  </a:cubicBezTo>
                  <a:cubicBezTo>
                    <a:pt x="716" y="222"/>
                    <a:pt x="718" y="224"/>
                    <a:pt x="719" y="227"/>
                  </a:cubicBezTo>
                  <a:lnTo>
                    <a:pt x="665" y="250"/>
                  </a:lnTo>
                  <a:close/>
                  <a:moveTo>
                    <a:pt x="87" y="244"/>
                  </a:moveTo>
                  <a:cubicBezTo>
                    <a:pt x="34" y="220"/>
                    <a:pt x="34" y="220"/>
                    <a:pt x="34" y="220"/>
                  </a:cubicBezTo>
                  <a:cubicBezTo>
                    <a:pt x="35" y="217"/>
                    <a:pt x="36" y="214"/>
                    <a:pt x="37" y="212"/>
                  </a:cubicBezTo>
                  <a:cubicBezTo>
                    <a:pt x="90" y="237"/>
                    <a:pt x="90" y="237"/>
                    <a:pt x="90" y="237"/>
                  </a:cubicBezTo>
                  <a:cubicBezTo>
                    <a:pt x="89" y="239"/>
                    <a:pt x="88" y="242"/>
                    <a:pt x="87" y="244"/>
                  </a:cubicBezTo>
                  <a:close/>
                  <a:moveTo>
                    <a:pt x="659" y="238"/>
                  </a:moveTo>
                  <a:cubicBezTo>
                    <a:pt x="658" y="236"/>
                    <a:pt x="657" y="234"/>
                    <a:pt x="656" y="231"/>
                  </a:cubicBezTo>
                  <a:cubicBezTo>
                    <a:pt x="708" y="205"/>
                    <a:pt x="708" y="205"/>
                    <a:pt x="708" y="205"/>
                  </a:cubicBezTo>
                  <a:cubicBezTo>
                    <a:pt x="710" y="208"/>
                    <a:pt x="711" y="210"/>
                    <a:pt x="712" y="213"/>
                  </a:cubicBezTo>
                  <a:lnTo>
                    <a:pt x="659" y="238"/>
                  </a:lnTo>
                  <a:close/>
                  <a:moveTo>
                    <a:pt x="93" y="232"/>
                  </a:moveTo>
                  <a:cubicBezTo>
                    <a:pt x="40" y="205"/>
                    <a:pt x="40" y="205"/>
                    <a:pt x="40" y="205"/>
                  </a:cubicBezTo>
                  <a:cubicBezTo>
                    <a:pt x="42" y="203"/>
                    <a:pt x="43" y="200"/>
                    <a:pt x="44" y="198"/>
                  </a:cubicBezTo>
                  <a:cubicBezTo>
                    <a:pt x="96" y="225"/>
                    <a:pt x="96" y="225"/>
                    <a:pt x="96" y="225"/>
                  </a:cubicBezTo>
                  <a:cubicBezTo>
                    <a:pt x="95" y="227"/>
                    <a:pt x="94" y="229"/>
                    <a:pt x="93" y="232"/>
                  </a:cubicBezTo>
                  <a:close/>
                  <a:moveTo>
                    <a:pt x="653" y="226"/>
                  </a:moveTo>
                  <a:cubicBezTo>
                    <a:pt x="652" y="224"/>
                    <a:pt x="651" y="222"/>
                    <a:pt x="650" y="220"/>
                  </a:cubicBezTo>
                  <a:cubicBezTo>
                    <a:pt x="701" y="191"/>
                    <a:pt x="701" y="191"/>
                    <a:pt x="701" y="191"/>
                  </a:cubicBezTo>
                  <a:cubicBezTo>
                    <a:pt x="702" y="193"/>
                    <a:pt x="704" y="196"/>
                    <a:pt x="705" y="199"/>
                  </a:cubicBezTo>
                  <a:lnTo>
                    <a:pt x="653" y="226"/>
                  </a:lnTo>
                  <a:close/>
                  <a:moveTo>
                    <a:pt x="99" y="220"/>
                  </a:moveTo>
                  <a:cubicBezTo>
                    <a:pt x="48" y="191"/>
                    <a:pt x="48" y="191"/>
                    <a:pt x="48" y="191"/>
                  </a:cubicBezTo>
                  <a:cubicBezTo>
                    <a:pt x="49" y="189"/>
                    <a:pt x="51" y="186"/>
                    <a:pt x="52" y="184"/>
                  </a:cubicBezTo>
                  <a:cubicBezTo>
                    <a:pt x="103" y="213"/>
                    <a:pt x="103" y="213"/>
                    <a:pt x="103" y="213"/>
                  </a:cubicBezTo>
                  <a:cubicBezTo>
                    <a:pt x="101" y="216"/>
                    <a:pt x="100" y="218"/>
                    <a:pt x="99" y="220"/>
                  </a:cubicBezTo>
                  <a:close/>
                  <a:moveTo>
                    <a:pt x="647" y="214"/>
                  </a:moveTo>
                  <a:cubicBezTo>
                    <a:pt x="646" y="212"/>
                    <a:pt x="644" y="210"/>
                    <a:pt x="643" y="208"/>
                  </a:cubicBezTo>
                  <a:cubicBezTo>
                    <a:pt x="693" y="177"/>
                    <a:pt x="693" y="177"/>
                    <a:pt x="693" y="177"/>
                  </a:cubicBezTo>
                  <a:cubicBezTo>
                    <a:pt x="694" y="180"/>
                    <a:pt x="696" y="182"/>
                    <a:pt x="697" y="185"/>
                  </a:cubicBezTo>
                  <a:lnTo>
                    <a:pt x="647" y="214"/>
                  </a:lnTo>
                  <a:close/>
                  <a:moveTo>
                    <a:pt x="106" y="208"/>
                  </a:moveTo>
                  <a:cubicBezTo>
                    <a:pt x="56" y="178"/>
                    <a:pt x="56" y="178"/>
                    <a:pt x="56" y="178"/>
                  </a:cubicBezTo>
                  <a:cubicBezTo>
                    <a:pt x="57" y="175"/>
                    <a:pt x="59" y="173"/>
                    <a:pt x="61" y="170"/>
                  </a:cubicBezTo>
                  <a:cubicBezTo>
                    <a:pt x="110" y="202"/>
                    <a:pt x="110" y="202"/>
                    <a:pt x="110" y="202"/>
                  </a:cubicBezTo>
                  <a:cubicBezTo>
                    <a:pt x="108" y="204"/>
                    <a:pt x="107" y="206"/>
                    <a:pt x="106" y="208"/>
                  </a:cubicBezTo>
                  <a:close/>
                  <a:moveTo>
                    <a:pt x="640" y="203"/>
                  </a:moveTo>
                  <a:cubicBezTo>
                    <a:pt x="639" y="201"/>
                    <a:pt x="637" y="199"/>
                    <a:pt x="636" y="197"/>
                  </a:cubicBezTo>
                  <a:cubicBezTo>
                    <a:pt x="684" y="164"/>
                    <a:pt x="684" y="164"/>
                    <a:pt x="684" y="164"/>
                  </a:cubicBezTo>
                  <a:cubicBezTo>
                    <a:pt x="686" y="166"/>
                    <a:pt x="688" y="169"/>
                    <a:pt x="689" y="171"/>
                  </a:cubicBezTo>
                  <a:lnTo>
                    <a:pt x="640" y="203"/>
                  </a:lnTo>
                  <a:close/>
                  <a:moveTo>
                    <a:pt x="113" y="197"/>
                  </a:moveTo>
                  <a:cubicBezTo>
                    <a:pt x="65" y="164"/>
                    <a:pt x="65" y="164"/>
                    <a:pt x="65" y="164"/>
                  </a:cubicBezTo>
                  <a:cubicBezTo>
                    <a:pt x="66" y="162"/>
                    <a:pt x="68" y="159"/>
                    <a:pt x="70" y="157"/>
                  </a:cubicBezTo>
                  <a:cubicBezTo>
                    <a:pt x="117" y="191"/>
                    <a:pt x="117" y="191"/>
                    <a:pt x="117" y="191"/>
                  </a:cubicBezTo>
                  <a:cubicBezTo>
                    <a:pt x="116" y="193"/>
                    <a:pt x="114" y="195"/>
                    <a:pt x="113" y="197"/>
                  </a:cubicBezTo>
                  <a:close/>
                  <a:moveTo>
                    <a:pt x="632" y="192"/>
                  </a:moveTo>
                  <a:cubicBezTo>
                    <a:pt x="631" y="190"/>
                    <a:pt x="630" y="188"/>
                    <a:pt x="628" y="186"/>
                  </a:cubicBezTo>
                  <a:cubicBezTo>
                    <a:pt x="675" y="151"/>
                    <a:pt x="675" y="151"/>
                    <a:pt x="675" y="151"/>
                  </a:cubicBezTo>
                  <a:cubicBezTo>
                    <a:pt x="677" y="153"/>
                    <a:pt x="679" y="156"/>
                    <a:pt x="680" y="158"/>
                  </a:cubicBezTo>
                  <a:lnTo>
                    <a:pt x="632" y="192"/>
                  </a:lnTo>
                  <a:close/>
                  <a:moveTo>
                    <a:pt x="121" y="186"/>
                  </a:moveTo>
                  <a:cubicBezTo>
                    <a:pt x="74" y="151"/>
                    <a:pt x="74" y="151"/>
                    <a:pt x="74" y="151"/>
                  </a:cubicBezTo>
                  <a:cubicBezTo>
                    <a:pt x="75" y="149"/>
                    <a:pt x="77" y="147"/>
                    <a:pt x="79" y="144"/>
                  </a:cubicBezTo>
                  <a:cubicBezTo>
                    <a:pt x="125" y="180"/>
                    <a:pt x="125" y="180"/>
                    <a:pt x="125" y="180"/>
                  </a:cubicBezTo>
                  <a:cubicBezTo>
                    <a:pt x="124" y="182"/>
                    <a:pt x="122" y="184"/>
                    <a:pt x="121" y="186"/>
                  </a:cubicBezTo>
                  <a:close/>
                  <a:moveTo>
                    <a:pt x="624" y="181"/>
                  </a:moveTo>
                  <a:cubicBezTo>
                    <a:pt x="623" y="179"/>
                    <a:pt x="622" y="177"/>
                    <a:pt x="620" y="175"/>
                  </a:cubicBezTo>
                  <a:cubicBezTo>
                    <a:pt x="665" y="139"/>
                    <a:pt x="665" y="139"/>
                    <a:pt x="665" y="139"/>
                  </a:cubicBezTo>
                  <a:cubicBezTo>
                    <a:pt x="667" y="141"/>
                    <a:pt x="669" y="143"/>
                    <a:pt x="671" y="145"/>
                  </a:cubicBezTo>
                  <a:lnTo>
                    <a:pt x="624" y="181"/>
                  </a:lnTo>
                  <a:close/>
                  <a:moveTo>
                    <a:pt x="129" y="175"/>
                  </a:moveTo>
                  <a:cubicBezTo>
                    <a:pt x="83" y="139"/>
                    <a:pt x="83" y="139"/>
                    <a:pt x="83" y="139"/>
                  </a:cubicBezTo>
                  <a:cubicBezTo>
                    <a:pt x="85" y="136"/>
                    <a:pt x="87" y="134"/>
                    <a:pt x="89" y="132"/>
                  </a:cubicBezTo>
                  <a:cubicBezTo>
                    <a:pt x="134" y="170"/>
                    <a:pt x="134" y="170"/>
                    <a:pt x="134" y="170"/>
                  </a:cubicBezTo>
                  <a:cubicBezTo>
                    <a:pt x="132" y="172"/>
                    <a:pt x="130" y="174"/>
                    <a:pt x="129" y="175"/>
                  </a:cubicBezTo>
                  <a:close/>
                  <a:moveTo>
                    <a:pt x="616" y="171"/>
                  </a:moveTo>
                  <a:cubicBezTo>
                    <a:pt x="615" y="169"/>
                    <a:pt x="613" y="167"/>
                    <a:pt x="611" y="165"/>
                  </a:cubicBezTo>
                  <a:cubicBezTo>
                    <a:pt x="655" y="126"/>
                    <a:pt x="655" y="126"/>
                    <a:pt x="655" y="126"/>
                  </a:cubicBezTo>
                  <a:cubicBezTo>
                    <a:pt x="657" y="129"/>
                    <a:pt x="659" y="131"/>
                    <a:pt x="661" y="133"/>
                  </a:cubicBezTo>
                  <a:lnTo>
                    <a:pt x="616" y="171"/>
                  </a:lnTo>
                  <a:close/>
                  <a:moveTo>
                    <a:pt x="138" y="165"/>
                  </a:moveTo>
                  <a:cubicBezTo>
                    <a:pt x="94" y="127"/>
                    <a:pt x="94" y="127"/>
                    <a:pt x="94" y="127"/>
                  </a:cubicBezTo>
                  <a:cubicBezTo>
                    <a:pt x="96" y="124"/>
                    <a:pt x="98" y="122"/>
                    <a:pt x="100" y="120"/>
                  </a:cubicBezTo>
                  <a:cubicBezTo>
                    <a:pt x="142" y="160"/>
                    <a:pt x="142" y="160"/>
                    <a:pt x="142" y="160"/>
                  </a:cubicBezTo>
                  <a:cubicBezTo>
                    <a:pt x="141" y="162"/>
                    <a:pt x="139" y="163"/>
                    <a:pt x="138" y="165"/>
                  </a:cubicBezTo>
                  <a:close/>
                  <a:moveTo>
                    <a:pt x="607" y="161"/>
                  </a:moveTo>
                  <a:cubicBezTo>
                    <a:pt x="606" y="159"/>
                    <a:pt x="604" y="157"/>
                    <a:pt x="602" y="155"/>
                  </a:cubicBezTo>
                  <a:cubicBezTo>
                    <a:pt x="644" y="115"/>
                    <a:pt x="644" y="115"/>
                    <a:pt x="644" y="115"/>
                  </a:cubicBezTo>
                  <a:cubicBezTo>
                    <a:pt x="646" y="117"/>
                    <a:pt x="648" y="119"/>
                    <a:pt x="650" y="121"/>
                  </a:cubicBezTo>
                  <a:lnTo>
                    <a:pt x="607" y="161"/>
                  </a:lnTo>
                  <a:close/>
                  <a:moveTo>
                    <a:pt x="147" y="155"/>
                  </a:moveTo>
                  <a:cubicBezTo>
                    <a:pt x="104" y="115"/>
                    <a:pt x="104" y="115"/>
                    <a:pt x="104" y="115"/>
                  </a:cubicBezTo>
                  <a:cubicBezTo>
                    <a:pt x="106" y="113"/>
                    <a:pt x="108" y="111"/>
                    <a:pt x="111" y="109"/>
                  </a:cubicBezTo>
                  <a:cubicBezTo>
                    <a:pt x="152" y="150"/>
                    <a:pt x="152" y="150"/>
                    <a:pt x="152" y="150"/>
                  </a:cubicBezTo>
                  <a:cubicBezTo>
                    <a:pt x="150" y="152"/>
                    <a:pt x="148" y="154"/>
                    <a:pt x="147" y="155"/>
                  </a:cubicBezTo>
                  <a:close/>
                  <a:moveTo>
                    <a:pt x="598" y="151"/>
                  </a:moveTo>
                  <a:cubicBezTo>
                    <a:pt x="596" y="149"/>
                    <a:pt x="595" y="147"/>
                    <a:pt x="593" y="146"/>
                  </a:cubicBezTo>
                  <a:cubicBezTo>
                    <a:pt x="633" y="104"/>
                    <a:pt x="633" y="104"/>
                    <a:pt x="633" y="104"/>
                  </a:cubicBezTo>
                  <a:cubicBezTo>
                    <a:pt x="635" y="106"/>
                    <a:pt x="637" y="108"/>
                    <a:pt x="639" y="110"/>
                  </a:cubicBezTo>
                  <a:lnTo>
                    <a:pt x="598" y="151"/>
                  </a:lnTo>
                  <a:close/>
                  <a:moveTo>
                    <a:pt x="156" y="146"/>
                  </a:moveTo>
                  <a:cubicBezTo>
                    <a:pt x="116" y="104"/>
                    <a:pt x="116" y="104"/>
                    <a:pt x="116" y="104"/>
                  </a:cubicBezTo>
                  <a:cubicBezTo>
                    <a:pt x="118" y="102"/>
                    <a:pt x="120" y="100"/>
                    <a:pt x="122" y="98"/>
                  </a:cubicBezTo>
                  <a:cubicBezTo>
                    <a:pt x="161" y="141"/>
                    <a:pt x="161" y="141"/>
                    <a:pt x="161" y="141"/>
                  </a:cubicBezTo>
                  <a:cubicBezTo>
                    <a:pt x="160" y="142"/>
                    <a:pt x="158" y="144"/>
                    <a:pt x="156" y="146"/>
                  </a:cubicBezTo>
                  <a:close/>
                  <a:moveTo>
                    <a:pt x="588" y="142"/>
                  </a:moveTo>
                  <a:cubicBezTo>
                    <a:pt x="587" y="140"/>
                    <a:pt x="585" y="138"/>
                    <a:pt x="583" y="137"/>
                  </a:cubicBezTo>
                  <a:cubicBezTo>
                    <a:pt x="622" y="93"/>
                    <a:pt x="622" y="93"/>
                    <a:pt x="622" y="93"/>
                  </a:cubicBezTo>
                  <a:cubicBezTo>
                    <a:pt x="624" y="95"/>
                    <a:pt x="626" y="97"/>
                    <a:pt x="628" y="99"/>
                  </a:cubicBezTo>
                  <a:lnTo>
                    <a:pt x="588" y="142"/>
                  </a:lnTo>
                  <a:close/>
                  <a:moveTo>
                    <a:pt x="166" y="137"/>
                  </a:moveTo>
                  <a:cubicBezTo>
                    <a:pt x="127" y="93"/>
                    <a:pt x="127" y="93"/>
                    <a:pt x="127" y="93"/>
                  </a:cubicBezTo>
                  <a:cubicBezTo>
                    <a:pt x="130" y="91"/>
                    <a:pt x="132" y="89"/>
                    <a:pt x="134" y="87"/>
                  </a:cubicBezTo>
                  <a:cubicBezTo>
                    <a:pt x="172" y="132"/>
                    <a:pt x="172" y="132"/>
                    <a:pt x="172" y="132"/>
                  </a:cubicBezTo>
                  <a:cubicBezTo>
                    <a:pt x="170" y="134"/>
                    <a:pt x="168" y="135"/>
                    <a:pt x="166" y="137"/>
                  </a:cubicBezTo>
                  <a:close/>
                  <a:moveTo>
                    <a:pt x="578" y="133"/>
                  </a:moveTo>
                  <a:cubicBezTo>
                    <a:pt x="576" y="131"/>
                    <a:pt x="575" y="130"/>
                    <a:pt x="573" y="128"/>
                  </a:cubicBezTo>
                  <a:cubicBezTo>
                    <a:pt x="609" y="83"/>
                    <a:pt x="609" y="83"/>
                    <a:pt x="609" y="83"/>
                  </a:cubicBezTo>
                  <a:cubicBezTo>
                    <a:pt x="612" y="84"/>
                    <a:pt x="614" y="86"/>
                    <a:pt x="616" y="88"/>
                  </a:cubicBezTo>
                  <a:lnTo>
                    <a:pt x="578" y="133"/>
                  </a:lnTo>
                  <a:close/>
                  <a:moveTo>
                    <a:pt x="176" y="128"/>
                  </a:moveTo>
                  <a:cubicBezTo>
                    <a:pt x="139" y="83"/>
                    <a:pt x="139" y="83"/>
                    <a:pt x="139" y="83"/>
                  </a:cubicBezTo>
                  <a:cubicBezTo>
                    <a:pt x="142" y="81"/>
                    <a:pt x="144" y="79"/>
                    <a:pt x="146" y="77"/>
                  </a:cubicBezTo>
                  <a:cubicBezTo>
                    <a:pt x="182" y="124"/>
                    <a:pt x="182" y="124"/>
                    <a:pt x="182" y="124"/>
                  </a:cubicBezTo>
                  <a:cubicBezTo>
                    <a:pt x="180" y="125"/>
                    <a:pt x="178" y="127"/>
                    <a:pt x="176" y="128"/>
                  </a:cubicBezTo>
                  <a:close/>
                  <a:moveTo>
                    <a:pt x="568" y="124"/>
                  </a:moveTo>
                  <a:cubicBezTo>
                    <a:pt x="566" y="123"/>
                    <a:pt x="564" y="121"/>
                    <a:pt x="562" y="120"/>
                  </a:cubicBezTo>
                  <a:cubicBezTo>
                    <a:pt x="597" y="73"/>
                    <a:pt x="597" y="73"/>
                    <a:pt x="597" y="73"/>
                  </a:cubicBezTo>
                  <a:cubicBezTo>
                    <a:pt x="599" y="75"/>
                    <a:pt x="601" y="76"/>
                    <a:pt x="604" y="78"/>
                  </a:cubicBezTo>
                  <a:lnTo>
                    <a:pt x="568" y="124"/>
                  </a:lnTo>
                  <a:close/>
                  <a:moveTo>
                    <a:pt x="187" y="120"/>
                  </a:moveTo>
                  <a:cubicBezTo>
                    <a:pt x="152" y="73"/>
                    <a:pt x="152" y="73"/>
                    <a:pt x="152" y="73"/>
                  </a:cubicBezTo>
                  <a:cubicBezTo>
                    <a:pt x="154" y="71"/>
                    <a:pt x="157" y="70"/>
                    <a:pt x="159" y="68"/>
                  </a:cubicBezTo>
                  <a:cubicBezTo>
                    <a:pt x="193" y="116"/>
                    <a:pt x="193" y="116"/>
                    <a:pt x="193" y="116"/>
                  </a:cubicBezTo>
                  <a:cubicBezTo>
                    <a:pt x="191" y="117"/>
                    <a:pt x="189" y="118"/>
                    <a:pt x="187" y="120"/>
                  </a:cubicBezTo>
                  <a:close/>
                  <a:moveTo>
                    <a:pt x="557" y="116"/>
                  </a:moveTo>
                  <a:cubicBezTo>
                    <a:pt x="555" y="115"/>
                    <a:pt x="553" y="113"/>
                    <a:pt x="551" y="112"/>
                  </a:cubicBezTo>
                  <a:cubicBezTo>
                    <a:pt x="584" y="64"/>
                    <a:pt x="584" y="64"/>
                    <a:pt x="584" y="64"/>
                  </a:cubicBezTo>
                  <a:cubicBezTo>
                    <a:pt x="586" y="65"/>
                    <a:pt x="589" y="67"/>
                    <a:pt x="591" y="69"/>
                  </a:cubicBezTo>
                  <a:lnTo>
                    <a:pt x="557" y="116"/>
                  </a:lnTo>
                  <a:close/>
                  <a:moveTo>
                    <a:pt x="198" y="112"/>
                  </a:moveTo>
                  <a:cubicBezTo>
                    <a:pt x="165" y="64"/>
                    <a:pt x="165" y="64"/>
                    <a:pt x="165" y="64"/>
                  </a:cubicBezTo>
                  <a:cubicBezTo>
                    <a:pt x="167" y="62"/>
                    <a:pt x="170" y="61"/>
                    <a:pt x="172" y="59"/>
                  </a:cubicBezTo>
                  <a:cubicBezTo>
                    <a:pt x="204" y="108"/>
                    <a:pt x="204" y="108"/>
                    <a:pt x="204" y="108"/>
                  </a:cubicBezTo>
                  <a:cubicBezTo>
                    <a:pt x="202" y="109"/>
                    <a:pt x="200" y="111"/>
                    <a:pt x="198" y="112"/>
                  </a:cubicBezTo>
                  <a:close/>
                  <a:moveTo>
                    <a:pt x="546" y="109"/>
                  </a:moveTo>
                  <a:cubicBezTo>
                    <a:pt x="544" y="107"/>
                    <a:pt x="542" y="106"/>
                    <a:pt x="540" y="105"/>
                  </a:cubicBezTo>
                  <a:cubicBezTo>
                    <a:pt x="571" y="55"/>
                    <a:pt x="571" y="55"/>
                    <a:pt x="571" y="55"/>
                  </a:cubicBezTo>
                  <a:cubicBezTo>
                    <a:pt x="573" y="57"/>
                    <a:pt x="575" y="58"/>
                    <a:pt x="578" y="60"/>
                  </a:cubicBezTo>
                  <a:lnTo>
                    <a:pt x="546" y="109"/>
                  </a:lnTo>
                  <a:close/>
                  <a:moveTo>
                    <a:pt x="209" y="105"/>
                  </a:moveTo>
                  <a:cubicBezTo>
                    <a:pt x="178" y="55"/>
                    <a:pt x="178" y="55"/>
                    <a:pt x="178" y="55"/>
                  </a:cubicBezTo>
                  <a:cubicBezTo>
                    <a:pt x="181" y="54"/>
                    <a:pt x="183" y="52"/>
                    <a:pt x="186" y="51"/>
                  </a:cubicBezTo>
                  <a:cubicBezTo>
                    <a:pt x="215" y="101"/>
                    <a:pt x="215" y="101"/>
                    <a:pt x="215" y="101"/>
                  </a:cubicBezTo>
                  <a:cubicBezTo>
                    <a:pt x="213" y="102"/>
                    <a:pt x="211" y="104"/>
                    <a:pt x="209" y="105"/>
                  </a:cubicBezTo>
                  <a:close/>
                  <a:moveTo>
                    <a:pt x="535" y="102"/>
                  </a:moveTo>
                  <a:cubicBezTo>
                    <a:pt x="533" y="100"/>
                    <a:pt x="530" y="99"/>
                    <a:pt x="528" y="98"/>
                  </a:cubicBezTo>
                  <a:cubicBezTo>
                    <a:pt x="557" y="47"/>
                    <a:pt x="557" y="47"/>
                    <a:pt x="557" y="47"/>
                  </a:cubicBezTo>
                  <a:cubicBezTo>
                    <a:pt x="559" y="48"/>
                    <a:pt x="562" y="50"/>
                    <a:pt x="564" y="51"/>
                  </a:cubicBezTo>
                  <a:lnTo>
                    <a:pt x="535" y="102"/>
                  </a:lnTo>
                  <a:close/>
                  <a:moveTo>
                    <a:pt x="220" y="98"/>
                  </a:moveTo>
                  <a:cubicBezTo>
                    <a:pt x="192" y="47"/>
                    <a:pt x="192" y="47"/>
                    <a:pt x="192" y="47"/>
                  </a:cubicBezTo>
                  <a:cubicBezTo>
                    <a:pt x="194" y="46"/>
                    <a:pt x="197" y="44"/>
                    <a:pt x="199" y="43"/>
                  </a:cubicBezTo>
                  <a:cubicBezTo>
                    <a:pt x="227" y="95"/>
                    <a:pt x="227" y="95"/>
                    <a:pt x="227" y="95"/>
                  </a:cubicBezTo>
                  <a:cubicBezTo>
                    <a:pt x="225" y="96"/>
                    <a:pt x="223" y="97"/>
                    <a:pt x="220" y="98"/>
                  </a:cubicBezTo>
                  <a:close/>
                  <a:moveTo>
                    <a:pt x="523" y="95"/>
                  </a:moveTo>
                  <a:cubicBezTo>
                    <a:pt x="521" y="94"/>
                    <a:pt x="519" y="93"/>
                    <a:pt x="516" y="92"/>
                  </a:cubicBezTo>
                  <a:cubicBezTo>
                    <a:pt x="543" y="40"/>
                    <a:pt x="543" y="40"/>
                    <a:pt x="543" y="40"/>
                  </a:cubicBezTo>
                  <a:cubicBezTo>
                    <a:pt x="545" y="41"/>
                    <a:pt x="548" y="42"/>
                    <a:pt x="550" y="44"/>
                  </a:cubicBezTo>
                  <a:lnTo>
                    <a:pt x="523" y="95"/>
                  </a:lnTo>
                  <a:close/>
                  <a:moveTo>
                    <a:pt x="232" y="92"/>
                  </a:moveTo>
                  <a:cubicBezTo>
                    <a:pt x="206" y="40"/>
                    <a:pt x="206" y="40"/>
                    <a:pt x="206" y="40"/>
                  </a:cubicBezTo>
                  <a:cubicBezTo>
                    <a:pt x="208" y="38"/>
                    <a:pt x="211" y="37"/>
                    <a:pt x="214" y="36"/>
                  </a:cubicBezTo>
                  <a:cubicBezTo>
                    <a:pt x="239" y="89"/>
                    <a:pt x="239" y="89"/>
                    <a:pt x="239" y="89"/>
                  </a:cubicBezTo>
                  <a:cubicBezTo>
                    <a:pt x="237" y="90"/>
                    <a:pt x="234" y="91"/>
                    <a:pt x="232" y="92"/>
                  </a:cubicBezTo>
                  <a:close/>
                  <a:moveTo>
                    <a:pt x="511" y="89"/>
                  </a:moveTo>
                  <a:cubicBezTo>
                    <a:pt x="509" y="88"/>
                    <a:pt x="507" y="87"/>
                    <a:pt x="504" y="86"/>
                  </a:cubicBezTo>
                  <a:cubicBezTo>
                    <a:pt x="528" y="33"/>
                    <a:pt x="528" y="33"/>
                    <a:pt x="528" y="33"/>
                  </a:cubicBezTo>
                  <a:cubicBezTo>
                    <a:pt x="531" y="34"/>
                    <a:pt x="534" y="35"/>
                    <a:pt x="536" y="36"/>
                  </a:cubicBezTo>
                  <a:lnTo>
                    <a:pt x="511" y="89"/>
                  </a:lnTo>
                  <a:close/>
                  <a:moveTo>
                    <a:pt x="244" y="86"/>
                  </a:moveTo>
                  <a:cubicBezTo>
                    <a:pt x="220" y="33"/>
                    <a:pt x="220" y="33"/>
                    <a:pt x="220" y="33"/>
                  </a:cubicBezTo>
                  <a:cubicBezTo>
                    <a:pt x="223" y="32"/>
                    <a:pt x="225" y="31"/>
                    <a:pt x="228" y="29"/>
                  </a:cubicBezTo>
                  <a:cubicBezTo>
                    <a:pt x="251" y="83"/>
                    <a:pt x="251" y="83"/>
                    <a:pt x="251" y="83"/>
                  </a:cubicBezTo>
                  <a:cubicBezTo>
                    <a:pt x="249" y="84"/>
                    <a:pt x="247" y="85"/>
                    <a:pt x="244" y="86"/>
                  </a:cubicBezTo>
                  <a:close/>
                  <a:moveTo>
                    <a:pt x="499" y="83"/>
                  </a:moveTo>
                  <a:cubicBezTo>
                    <a:pt x="496" y="83"/>
                    <a:pt x="494" y="82"/>
                    <a:pt x="492" y="81"/>
                  </a:cubicBezTo>
                  <a:cubicBezTo>
                    <a:pt x="514" y="26"/>
                    <a:pt x="514" y="26"/>
                    <a:pt x="514" y="26"/>
                  </a:cubicBezTo>
                  <a:cubicBezTo>
                    <a:pt x="516" y="27"/>
                    <a:pt x="519" y="29"/>
                    <a:pt x="522" y="30"/>
                  </a:cubicBezTo>
                  <a:lnTo>
                    <a:pt x="499" y="83"/>
                  </a:lnTo>
                  <a:close/>
                  <a:moveTo>
                    <a:pt x="257" y="81"/>
                  </a:moveTo>
                  <a:cubicBezTo>
                    <a:pt x="235" y="27"/>
                    <a:pt x="235" y="27"/>
                    <a:pt x="235" y="27"/>
                  </a:cubicBezTo>
                  <a:cubicBezTo>
                    <a:pt x="237" y="26"/>
                    <a:pt x="240" y="24"/>
                    <a:pt x="243" y="23"/>
                  </a:cubicBezTo>
                  <a:cubicBezTo>
                    <a:pt x="263" y="78"/>
                    <a:pt x="263" y="78"/>
                    <a:pt x="263" y="78"/>
                  </a:cubicBezTo>
                  <a:cubicBezTo>
                    <a:pt x="261" y="79"/>
                    <a:pt x="259" y="80"/>
                    <a:pt x="257" y="81"/>
                  </a:cubicBezTo>
                  <a:close/>
                  <a:moveTo>
                    <a:pt x="486" y="78"/>
                  </a:moveTo>
                  <a:cubicBezTo>
                    <a:pt x="484" y="78"/>
                    <a:pt x="482" y="77"/>
                    <a:pt x="479" y="76"/>
                  </a:cubicBezTo>
                  <a:cubicBezTo>
                    <a:pt x="499" y="21"/>
                    <a:pt x="499" y="21"/>
                    <a:pt x="499" y="21"/>
                  </a:cubicBezTo>
                  <a:cubicBezTo>
                    <a:pt x="502" y="22"/>
                    <a:pt x="504" y="23"/>
                    <a:pt x="507" y="24"/>
                  </a:cubicBezTo>
                  <a:lnTo>
                    <a:pt x="486" y="78"/>
                  </a:lnTo>
                  <a:close/>
                  <a:moveTo>
                    <a:pt x="269" y="76"/>
                  </a:moveTo>
                  <a:cubicBezTo>
                    <a:pt x="250" y="21"/>
                    <a:pt x="250" y="21"/>
                    <a:pt x="250" y="21"/>
                  </a:cubicBezTo>
                  <a:cubicBezTo>
                    <a:pt x="252" y="20"/>
                    <a:pt x="255" y="19"/>
                    <a:pt x="258" y="18"/>
                  </a:cubicBezTo>
                  <a:cubicBezTo>
                    <a:pt x="276" y="74"/>
                    <a:pt x="276" y="74"/>
                    <a:pt x="276" y="74"/>
                  </a:cubicBezTo>
                  <a:cubicBezTo>
                    <a:pt x="274" y="75"/>
                    <a:pt x="271" y="75"/>
                    <a:pt x="269" y="76"/>
                  </a:cubicBezTo>
                  <a:close/>
                  <a:moveTo>
                    <a:pt x="474" y="74"/>
                  </a:moveTo>
                  <a:cubicBezTo>
                    <a:pt x="471" y="73"/>
                    <a:pt x="469" y="72"/>
                    <a:pt x="467" y="72"/>
                  </a:cubicBezTo>
                  <a:cubicBezTo>
                    <a:pt x="484" y="16"/>
                    <a:pt x="484" y="16"/>
                    <a:pt x="484" y="16"/>
                  </a:cubicBezTo>
                  <a:cubicBezTo>
                    <a:pt x="486" y="17"/>
                    <a:pt x="489" y="18"/>
                    <a:pt x="492" y="18"/>
                  </a:cubicBezTo>
                  <a:lnTo>
                    <a:pt x="474" y="74"/>
                  </a:lnTo>
                  <a:close/>
                  <a:moveTo>
                    <a:pt x="282" y="72"/>
                  </a:moveTo>
                  <a:cubicBezTo>
                    <a:pt x="265" y="16"/>
                    <a:pt x="265" y="16"/>
                    <a:pt x="265" y="16"/>
                  </a:cubicBezTo>
                  <a:cubicBezTo>
                    <a:pt x="267" y="15"/>
                    <a:pt x="270" y="14"/>
                    <a:pt x="273" y="14"/>
                  </a:cubicBezTo>
                  <a:cubicBezTo>
                    <a:pt x="289" y="70"/>
                    <a:pt x="289" y="70"/>
                    <a:pt x="289" y="70"/>
                  </a:cubicBezTo>
                  <a:cubicBezTo>
                    <a:pt x="286" y="71"/>
                    <a:pt x="284" y="71"/>
                    <a:pt x="282" y="72"/>
                  </a:cubicBezTo>
                  <a:close/>
                  <a:moveTo>
                    <a:pt x="461" y="70"/>
                  </a:moveTo>
                  <a:cubicBezTo>
                    <a:pt x="458" y="69"/>
                    <a:pt x="456" y="69"/>
                    <a:pt x="454" y="68"/>
                  </a:cubicBezTo>
                  <a:cubicBezTo>
                    <a:pt x="468" y="12"/>
                    <a:pt x="468" y="12"/>
                    <a:pt x="468" y="12"/>
                  </a:cubicBezTo>
                  <a:cubicBezTo>
                    <a:pt x="471" y="12"/>
                    <a:pt x="474" y="13"/>
                    <a:pt x="477" y="14"/>
                  </a:cubicBezTo>
                  <a:lnTo>
                    <a:pt x="461" y="70"/>
                  </a:lnTo>
                  <a:close/>
                  <a:moveTo>
                    <a:pt x="295" y="68"/>
                  </a:moveTo>
                  <a:cubicBezTo>
                    <a:pt x="280" y="12"/>
                    <a:pt x="280" y="12"/>
                    <a:pt x="280" y="12"/>
                  </a:cubicBezTo>
                  <a:cubicBezTo>
                    <a:pt x="283" y="11"/>
                    <a:pt x="286" y="10"/>
                    <a:pt x="288" y="10"/>
                  </a:cubicBezTo>
                  <a:cubicBezTo>
                    <a:pt x="302" y="67"/>
                    <a:pt x="302" y="67"/>
                    <a:pt x="302" y="67"/>
                  </a:cubicBezTo>
                  <a:cubicBezTo>
                    <a:pt x="299" y="67"/>
                    <a:pt x="297" y="68"/>
                    <a:pt x="295" y="68"/>
                  </a:cubicBezTo>
                  <a:close/>
                  <a:moveTo>
                    <a:pt x="448" y="67"/>
                  </a:moveTo>
                  <a:cubicBezTo>
                    <a:pt x="445" y="66"/>
                    <a:pt x="443" y="66"/>
                    <a:pt x="441" y="65"/>
                  </a:cubicBezTo>
                  <a:cubicBezTo>
                    <a:pt x="453" y="8"/>
                    <a:pt x="453" y="8"/>
                    <a:pt x="453" y="8"/>
                  </a:cubicBezTo>
                  <a:cubicBezTo>
                    <a:pt x="456" y="8"/>
                    <a:pt x="459" y="9"/>
                    <a:pt x="461" y="10"/>
                  </a:cubicBezTo>
                  <a:lnTo>
                    <a:pt x="448" y="67"/>
                  </a:lnTo>
                  <a:close/>
                  <a:moveTo>
                    <a:pt x="308" y="65"/>
                  </a:moveTo>
                  <a:cubicBezTo>
                    <a:pt x="295" y="8"/>
                    <a:pt x="295" y="8"/>
                    <a:pt x="295" y="8"/>
                  </a:cubicBezTo>
                  <a:cubicBezTo>
                    <a:pt x="298" y="7"/>
                    <a:pt x="301" y="7"/>
                    <a:pt x="304" y="6"/>
                  </a:cubicBezTo>
                  <a:cubicBezTo>
                    <a:pt x="315" y="64"/>
                    <a:pt x="315" y="64"/>
                    <a:pt x="315" y="64"/>
                  </a:cubicBezTo>
                  <a:cubicBezTo>
                    <a:pt x="312" y="64"/>
                    <a:pt x="310" y="65"/>
                    <a:pt x="308" y="65"/>
                  </a:cubicBezTo>
                  <a:close/>
                  <a:moveTo>
                    <a:pt x="435" y="64"/>
                  </a:moveTo>
                  <a:cubicBezTo>
                    <a:pt x="432" y="63"/>
                    <a:pt x="430" y="63"/>
                    <a:pt x="428" y="63"/>
                  </a:cubicBezTo>
                  <a:cubicBezTo>
                    <a:pt x="437" y="5"/>
                    <a:pt x="437" y="5"/>
                    <a:pt x="437" y="5"/>
                  </a:cubicBezTo>
                  <a:cubicBezTo>
                    <a:pt x="440" y="5"/>
                    <a:pt x="443" y="6"/>
                    <a:pt x="446" y="6"/>
                  </a:cubicBezTo>
                  <a:lnTo>
                    <a:pt x="435" y="64"/>
                  </a:lnTo>
                  <a:close/>
                  <a:moveTo>
                    <a:pt x="321" y="63"/>
                  </a:moveTo>
                  <a:cubicBezTo>
                    <a:pt x="311" y="5"/>
                    <a:pt x="311" y="5"/>
                    <a:pt x="311" y="5"/>
                  </a:cubicBezTo>
                  <a:cubicBezTo>
                    <a:pt x="314" y="5"/>
                    <a:pt x="317" y="4"/>
                    <a:pt x="320" y="4"/>
                  </a:cubicBezTo>
                  <a:cubicBezTo>
                    <a:pt x="328" y="61"/>
                    <a:pt x="328" y="61"/>
                    <a:pt x="328" y="61"/>
                  </a:cubicBezTo>
                  <a:cubicBezTo>
                    <a:pt x="326" y="62"/>
                    <a:pt x="323" y="62"/>
                    <a:pt x="321" y="63"/>
                  </a:cubicBezTo>
                  <a:close/>
                  <a:moveTo>
                    <a:pt x="422" y="62"/>
                  </a:moveTo>
                  <a:cubicBezTo>
                    <a:pt x="419" y="61"/>
                    <a:pt x="417" y="61"/>
                    <a:pt x="414" y="61"/>
                  </a:cubicBezTo>
                  <a:cubicBezTo>
                    <a:pt x="422" y="3"/>
                    <a:pt x="422" y="3"/>
                    <a:pt x="422" y="3"/>
                  </a:cubicBezTo>
                  <a:cubicBezTo>
                    <a:pt x="424" y="3"/>
                    <a:pt x="427" y="3"/>
                    <a:pt x="430" y="4"/>
                  </a:cubicBezTo>
                  <a:lnTo>
                    <a:pt x="422" y="62"/>
                  </a:lnTo>
                  <a:close/>
                  <a:moveTo>
                    <a:pt x="334" y="61"/>
                  </a:moveTo>
                  <a:cubicBezTo>
                    <a:pt x="327" y="3"/>
                    <a:pt x="327" y="3"/>
                    <a:pt x="327" y="3"/>
                  </a:cubicBezTo>
                  <a:cubicBezTo>
                    <a:pt x="330" y="2"/>
                    <a:pt x="332" y="2"/>
                    <a:pt x="335" y="2"/>
                  </a:cubicBezTo>
                  <a:cubicBezTo>
                    <a:pt x="341" y="60"/>
                    <a:pt x="341" y="60"/>
                    <a:pt x="341" y="60"/>
                  </a:cubicBezTo>
                  <a:cubicBezTo>
                    <a:pt x="339" y="60"/>
                    <a:pt x="337" y="60"/>
                    <a:pt x="334" y="61"/>
                  </a:cubicBezTo>
                  <a:close/>
                  <a:moveTo>
                    <a:pt x="408" y="60"/>
                  </a:moveTo>
                  <a:cubicBezTo>
                    <a:pt x="406" y="60"/>
                    <a:pt x="403" y="59"/>
                    <a:pt x="401" y="59"/>
                  </a:cubicBezTo>
                  <a:cubicBezTo>
                    <a:pt x="406" y="1"/>
                    <a:pt x="406" y="1"/>
                    <a:pt x="406" y="1"/>
                  </a:cubicBezTo>
                  <a:cubicBezTo>
                    <a:pt x="409" y="1"/>
                    <a:pt x="412" y="1"/>
                    <a:pt x="414" y="2"/>
                  </a:cubicBezTo>
                  <a:lnTo>
                    <a:pt x="408" y="60"/>
                  </a:lnTo>
                  <a:close/>
                  <a:moveTo>
                    <a:pt x="347" y="59"/>
                  </a:moveTo>
                  <a:cubicBezTo>
                    <a:pt x="342" y="1"/>
                    <a:pt x="342" y="1"/>
                    <a:pt x="342" y="1"/>
                  </a:cubicBezTo>
                  <a:cubicBezTo>
                    <a:pt x="345" y="1"/>
                    <a:pt x="348" y="1"/>
                    <a:pt x="351" y="0"/>
                  </a:cubicBezTo>
                  <a:cubicBezTo>
                    <a:pt x="355" y="59"/>
                    <a:pt x="355" y="59"/>
                    <a:pt x="355" y="59"/>
                  </a:cubicBezTo>
                  <a:cubicBezTo>
                    <a:pt x="352" y="59"/>
                    <a:pt x="350" y="59"/>
                    <a:pt x="347" y="59"/>
                  </a:cubicBezTo>
                  <a:close/>
                  <a:moveTo>
                    <a:pt x="395" y="59"/>
                  </a:moveTo>
                  <a:cubicBezTo>
                    <a:pt x="392" y="59"/>
                    <a:pt x="390" y="58"/>
                    <a:pt x="388" y="58"/>
                  </a:cubicBezTo>
                  <a:cubicBezTo>
                    <a:pt x="390" y="0"/>
                    <a:pt x="390" y="0"/>
                    <a:pt x="390" y="0"/>
                  </a:cubicBezTo>
                  <a:cubicBezTo>
                    <a:pt x="393" y="0"/>
                    <a:pt x="396" y="0"/>
                    <a:pt x="399" y="0"/>
                  </a:cubicBezTo>
                  <a:lnTo>
                    <a:pt x="395" y="59"/>
                  </a:lnTo>
                  <a:close/>
                  <a:moveTo>
                    <a:pt x="361" y="58"/>
                  </a:moveTo>
                  <a:cubicBezTo>
                    <a:pt x="358" y="0"/>
                    <a:pt x="358" y="0"/>
                    <a:pt x="358" y="0"/>
                  </a:cubicBezTo>
                  <a:cubicBezTo>
                    <a:pt x="361" y="0"/>
                    <a:pt x="364" y="0"/>
                    <a:pt x="367" y="0"/>
                  </a:cubicBezTo>
                  <a:cubicBezTo>
                    <a:pt x="368" y="58"/>
                    <a:pt x="368" y="58"/>
                    <a:pt x="368" y="58"/>
                  </a:cubicBezTo>
                  <a:cubicBezTo>
                    <a:pt x="366" y="58"/>
                    <a:pt x="363" y="58"/>
                    <a:pt x="361" y="58"/>
                  </a:cubicBezTo>
                  <a:close/>
                  <a:moveTo>
                    <a:pt x="382" y="58"/>
                  </a:moveTo>
                  <a:cubicBezTo>
                    <a:pt x="379" y="58"/>
                    <a:pt x="377" y="58"/>
                    <a:pt x="375" y="58"/>
                  </a:cubicBezTo>
                  <a:cubicBezTo>
                    <a:pt x="374" y="58"/>
                    <a:pt x="374" y="58"/>
                    <a:pt x="374" y="58"/>
                  </a:cubicBezTo>
                  <a:cubicBezTo>
                    <a:pt x="374" y="23"/>
                    <a:pt x="374" y="23"/>
                    <a:pt x="374" y="23"/>
                  </a:cubicBezTo>
                  <a:cubicBezTo>
                    <a:pt x="374" y="0"/>
                    <a:pt x="374" y="0"/>
                    <a:pt x="374" y="0"/>
                  </a:cubicBezTo>
                  <a:cubicBezTo>
                    <a:pt x="375" y="0"/>
                    <a:pt x="375" y="0"/>
                    <a:pt x="375" y="0"/>
                  </a:cubicBezTo>
                  <a:cubicBezTo>
                    <a:pt x="377" y="0"/>
                    <a:pt x="380" y="0"/>
                    <a:pt x="383" y="0"/>
                  </a:cubicBezTo>
                  <a:lnTo>
                    <a:pt x="382" y="58"/>
                  </a:lnTo>
                  <a:close/>
                  <a:moveTo>
                    <a:pt x="374" y="23"/>
                  </a:moveTo>
                  <a:cubicBezTo>
                    <a:pt x="374" y="29"/>
                    <a:pt x="374" y="29"/>
                    <a:pt x="374" y="29"/>
                  </a:cubicBezTo>
                  <a:cubicBezTo>
                    <a:pt x="374" y="24"/>
                    <a:pt x="374" y="24"/>
                    <a:pt x="374" y="24"/>
                  </a:cubicBezTo>
                  <a:lnTo>
                    <a:pt x="374" y="2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3" name="Google Shape;943;p21"/>
            <p:cNvSpPr/>
            <p:nvPr/>
          </p:nvSpPr>
          <p:spPr>
            <a:xfrm>
              <a:off x="5734050" y="4329113"/>
              <a:ext cx="985838" cy="987424"/>
            </a:xfrm>
            <a:custGeom>
              <a:avLst/>
              <a:gdLst/>
              <a:ahLst/>
              <a:cxnLst/>
              <a:rect l="l" t="t" r="r" b="b"/>
              <a:pathLst>
                <a:path w="585" h="585" extrusionOk="0">
                  <a:moveTo>
                    <a:pt x="293" y="585"/>
                  </a:moveTo>
                  <a:cubicBezTo>
                    <a:pt x="131" y="585"/>
                    <a:pt x="0" y="454"/>
                    <a:pt x="0" y="293"/>
                  </a:cubicBezTo>
                  <a:cubicBezTo>
                    <a:pt x="0" y="131"/>
                    <a:pt x="131" y="0"/>
                    <a:pt x="293" y="0"/>
                  </a:cubicBezTo>
                  <a:cubicBezTo>
                    <a:pt x="454" y="0"/>
                    <a:pt x="585" y="131"/>
                    <a:pt x="585" y="293"/>
                  </a:cubicBezTo>
                  <a:cubicBezTo>
                    <a:pt x="585" y="454"/>
                    <a:pt x="454" y="585"/>
                    <a:pt x="293" y="585"/>
                  </a:cubicBezTo>
                  <a:close/>
                  <a:moveTo>
                    <a:pt x="293" y="5"/>
                  </a:moveTo>
                  <a:cubicBezTo>
                    <a:pt x="134" y="5"/>
                    <a:pt x="5" y="134"/>
                    <a:pt x="5" y="293"/>
                  </a:cubicBezTo>
                  <a:cubicBezTo>
                    <a:pt x="5" y="451"/>
                    <a:pt x="134" y="580"/>
                    <a:pt x="293" y="580"/>
                  </a:cubicBezTo>
                  <a:cubicBezTo>
                    <a:pt x="451" y="580"/>
                    <a:pt x="580" y="451"/>
                    <a:pt x="580" y="293"/>
                  </a:cubicBezTo>
                  <a:cubicBezTo>
                    <a:pt x="580" y="134"/>
                    <a:pt x="451" y="5"/>
                    <a:pt x="293" y="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4" name="Google Shape;944;p21"/>
            <p:cNvSpPr/>
            <p:nvPr/>
          </p:nvSpPr>
          <p:spPr>
            <a:xfrm>
              <a:off x="5738813" y="4333875"/>
              <a:ext cx="974725" cy="976313"/>
            </a:xfrm>
            <a:custGeom>
              <a:avLst/>
              <a:gdLst/>
              <a:ahLst/>
              <a:cxnLst/>
              <a:rect l="l" t="t" r="r" b="b"/>
              <a:pathLst>
                <a:path w="578" h="579" extrusionOk="0">
                  <a:moveTo>
                    <a:pt x="290" y="0"/>
                  </a:moveTo>
                  <a:cubicBezTo>
                    <a:pt x="289" y="0"/>
                    <a:pt x="289" y="0"/>
                    <a:pt x="289" y="0"/>
                  </a:cubicBezTo>
                  <a:cubicBezTo>
                    <a:pt x="289" y="0"/>
                    <a:pt x="289" y="0"/>
                    <a:pt x="289" y="0"/>
                  </a:cubicBezTo>
                  <a:cubicBezTo>
                    <a:pt x="289" y="0"/>
                    <a:pt x="289" y="0"/>
                    <a:pt x="289" y="0"/>
                  </a:cubicBezTo>
                  <a:cubicBezTo>
                    <a:pt x="289" y="0"/>
                    <a:pt x="289" y="0"/>
                    <a:pt x="289" y="0"/>
                  </a:cubicBezTo>
                  <a:cubicBezTo>
                    <a:pt x="289" y="0"/>
                    <a:pt x="289" y="0"/>
                    <a:pt x="289" y="0"/>
                  </a:cubicBezTo>
                  <a:cubicBezTo>
                    <a:pt x="288" y="0"/>
                    <a:pt x="287" y="0"/>
                    <a:pt x="287" y="0"/>
                  </a:cubicBezTo>
                  <a:cubicBezTo>
                    <a:pt x="287" y="49"/>
                    <a:pt x="287" y="49"/>
                    <a:pt x="287" y="49"/>
                  </a:cubicBezTo>
                  <a:cubicBezTo>
                    <a:pt x="288" y="49"/>
                    <a:pt x="289" y="49"/>
                    <a:pt x="290" y="49"/>
                  </a:cubicBezTo>
                  <a:lnTo>
                    <a:pt x="290" y="0"/>
                  </a:lnTo>
                  <a:close/>
                  <a:moveTo>
                    <a:pt x="234" y="5"/>
                  </a:moveTo>
                  <a:cubicBezTo>
                    <a:pt x="233" y="6"/>
                    <a:pt x="233" y="6"/>
                    <a:pt x="232" y="6"/>
                  </a:cubicBezTo>
                  <a:cubicBezTo>
                    <a:pt x="232" y="6"/>
                    <a:pt x="232" y="6"/>
                    <a:pt x="232" y="6"/>
                  </a:cubicBezTo>
                  <a:cubicBezTo>
                    <a:pt x="232" y="6"/>
                    <a:pt x="232" y="6"/>
                    <a:pt x="232" y="6"/>
                  </a:cubicBezTo>
                  <a:cubicBezTo>
                    <a:pt x="232" y="6"/>
                    <a:pt x="232" y="6"/>
                    <a:pt x="232" y="6"/>
                  </a:cubicBezTo>
                  <a:cubicBezTo>
                    <a:pt x="232" y="6"/>
                    <a:pt x="232" y="6"/>
                    <a:pt x="232" y="6"/>
                  </a:cubicBezTo>
                  <a:cubicBezTo>
                    <a:pt x="231" y="6"/>
                    <a:pt x="231" y="6"/>
                    <a:pt x="231" y="6"/>
                  </a:cubicBezTo>
                  <a:cubicBezTo>
                    <a:pt x="241" y="54"/>
                    <a:pt x="241" y="54"/>
                    <a:pt x="241" y="54"/>
                  </a:cubicBezTo>
                  <a:cubicBezTo>
                    <a:pt x="242" y="54"/>
                    <a:pt x="243" y="54"/>
                    <a:pt x="243" y="54"/>
                  </a:cubicBezTo>
                  <a:lnTo>
                    <a:pt x="234" y="5"/>
                  </a:lnTo>
                  <a:close/>
                  <a:moveTo>
                    <a:pt x="181" y="21"/>
                  </a:moveTo>
                  <a:cubicBezTo>
                    <a:pt x="180" y="22"/>
                    <a:pt x="179" y="22"/>
                    <a:pt x="179" y="22"/>
                  </a:cubicBezTo>
                  <a:cubicBezTo>
                    <a:pt x="179" y="22"/>
                    <a:pt x="179" y="22"/>
                    <a:pt x="179" y="22"/>
                  </a:cubicBezTo>
                  <a:cubicBezTo>
                    <a:pt x="179" y="22"/>
                    <a:pt x="179" y="22"/>
                    <a:pt x="179" y="22"/>
                  </a:cubicBezTo>
                  <a:cubicBezTo>
                    <a:pt x="179" y="22"/>
                    <a:pt x="179" y="22"/>
                    <a:pt x="179" y="22"/>
                  </a:cubicBezTo>
                  <a:cubicBezTo>
                    <a:pt x="179" y="22"/>
                    <a:pt x="179" y="22"/>
                    <a:pt x="179" y="22"/>
                  </a:cubicBezTo>
                  <a:cubicBezTo>
                    <a:pt x="178" y="22"/>
                    <a:pt x="178" y="22"/>
                    <a:pt x="178" y="22"/>
                  </a:cubicBezTo>
                  <a:cubicBezTo>
                    <a:pt x="197" y="68"/>
                    <a:pt x="197" y="68"/>
                    <a:pt x="197" y="68"/>
                  </a:cubicBezTo>
                  <a:cubicBezTo>
                    <a:pt x="198" y="67"/>
                    <a:pt x="198" y="67"/>
                    <a:pt x="199" y="67"/>
                  </a:cubicBezTo>
                  <a:lnTo>
                    <a:pt x="181" y="21"/>
                  </a:lnTo>
                  <a:close/>
                  <a:moveTo>
                    <a:pt x="131" y="47"/>
                  </a:moveTo>
                  <a:cubicBezTo>
                    <a:pt x="131" y="47"/>
                    <a:pt x="130" y="48"/>
                    <a:pt x="130" y="48"/>
                  </a:cubicBezTo>
                  <a:cubicBezTo>
                    <a:pt x="130" y="48"/>
                    <a:pt x="130" y="48"/>
                    <a:pt x="130" y="48"/>
                  </a:cubicBezTo>
                  <a:cubicBezTo>
                    <a:pt x="130" y="48"/>
                    <a:pt x="130" y="48"/>
                    <a:pt x="130" y="48"/>
                  </a:cubicBezTo>
                  <a:cubicBezTo>
                    <a:pt x="130" y="48"/>
                    <a:pt x="130" y="48"/>
                    <a:pt x="130" y="48"/>
                  </a:cubicBezTo>
                  <a:cubicBezTo>
                    <a:pt x="130" y="48"/>
                    <a:pt x="130" y="48"/>
                    <a:pt x="130" y="48"/>
                  </a:cubicBezTo>
                  <a:cubicBezTo>
                    <a:pt x="129" y="48"/>
                    <a:pt x="129" y="48"/>
                    <a:pt x="129" y="48"/>
                  </a:cubicBezTo>
                  <a:cubicBezTo>
                    <a:pt x="129" y="48"/>
                    <a:pt x="129" y="48"/>
                    <a:pt x="129" y="48"/>
                  </a:cubicBezTo>
                  <a:cubicBezTo>
                    <a:pt x="129" y="49"/>
                    <a:pt x="129" y="49"/>
                    <a:pt x="129" y="49"/>
                  </a:cubicBezTo>
                  <a:cubicBezTo>
                    <a:pt x="156" y="90"/>
                    <a:pt x="156" y="90"/>
                    <a:pt x="156" y="90"/>
                  </a:cubicBezTo>
                  <a:cubicBezTo>
                    <a:pt x="157" y="89"/>
                    <a:pt x="157" y="89"/>
                    <a:pt x="158" y="88"/>
                  </a:cubicBezTo>
                  <a:lnTo>
                    <a:pt x="131" y="47"/>
                  </a:lnTo>
                  <a:close/>
                  <a:moveTo>
                    <a:pt x="88" y="82"/>
                  </a:moveTo>
                  <a:cubicBezTo>
                    <a:pt x="87" y="82"/>
                    <a:pt x="87" y="83"/>
                    <a:pt x="87" y="83"/>
                  </a:cubicBezTo>
                  <a:cubicBezTo>
                    <a:pt x="87" y="83"/>
                    <a:pt x="87" y="83"/>
                    <a:pt x="87" y="83"/>
                  </a:cubicBezTo>
                  <a:cubicBezTo>
                    <a:pt x="86" y="83"/>
                    <a:pt x="86" y="83"/>
                    <a:pt x="86" y="83"/>
                  </a:cubicBezTo>
                  <a:cubicBezTo>
                    <a:pt x="86" y="83"/>
                    <a:pt x="86" y="83"/>
                    <a:pt x="86" y="83"/>
                  </a:cubicBezTo>
                  <a:cubicBezTo>
                    <a:pt x="86" y="83"/>
                    <a:pt x="86" y="83"/>
                    <a:pt x="86" y="83"/>
                  </a:cubicBezTo>
                  <a:cubicBezTo>
                    <a:pt x="86" y="84"/>
                    <a:pt x="86" y="84"/>
                    <a:pt x="86" y="84"/>
                  </a:cubicBezTo>
                  <a:cubicBezTo>
                    <a:pt x="120" y="119"/>
                    <a:pt x="120" y="119"/>
                    <a:pt x="120" y="119"/>
                  </a:cubicBezTo>
                  <a:cubicBezTo>
                    <a:pt x="121" y="118"/>
                    <a:pt x="121" y="118"/>
                    <a:pt x="122" y="117"/>
                  </a:cubicBezTo>
                  <a:lnTo>
                    <a:pt x="88" y="82"/>
                  </a:lnTo>
                  <a:close/>
                  <a:moveTo>
                    <a:pt x="52" y="125"/>
                  </a:moveTo>
                  <a:cubicBezTo>
                    <a:pt x="51" y="125"/>
                    <a:pt x="51" y="125"/>
                    <a:pt x="51" y="125"/>
                  </a:cubicBezTo>
                  <a:cubicBezTo>
                    <a:pt x="51" y="125"/>
                    <a:pt x="51" y="125"/>
                    <a:pt x="51" y="125"/>
                  </a:cubicBezTo>
                  <a:cubicBezTo>
                    <a:pt x="51" y="125"/>
                    <a:pt x="51" y="125"/>
                    <a:pt x="51" y="125"/>
                  </a:cubicBezTo>
                  <a:cubicBezTo>
                    <a:pt x="51" y="125"/>
                    <a:pt x="51" y="125"/>
                    <a:pt x="51" y="125"/>
                  </a:cubicBezTo>
                  <a:cubicBezTo>
                    <a:pt x="51" y="125"/>
                    <a:pt x="51" y="125"/>
                    <a:pt x="51" y="125"/>
                  </a:cubicBezTo>
                  <a:cubicBezTo>
                    <a:pt x="51" y="126"/>
                    <a:pt x="51" y="126"/>
                    <a:pt x="51" y="126"/>
                  </a:cubicBezTo>
                  <a:cubicBezTo>
                    <a:pt x="51" y="126"/>
                    <a:pt x="51" y="126"/>
                    <a:pt x="51" y="126"/>
                  </a:cubicBezTo>
                  <a:cubicBezTo>
                    <a:pt x="51" y="126"/>
                    <a:pt x="51" y="126"/>
                    <a:pt x="51" y="126"/>
                  </a:cubicBezTo>
                  <a:cubicBezTo>
                    <a:pt x="51" y="126"/>
                    <a:pt x="51" y="126"/>
                    <a:pt x="51" y="126"/>
                  </a:cubicBezTo>
                  <a:cubicBezTo>
                    <a:pt x="51" y="126"/>
                    <a:pt x="51" y="126"/>
                    <a:pt x="51" y="126"/>
                  </a:cubicBezTo>
                  <a:cubicBezTo>
                    <a:pt x="51" y="126"/>
                    <a:pt x="51" y="126"/>
                    <a:pt x="51" y="126"/>
                  </a:cubicBezTo>
                  <a:cubicBezTo>
                    <a:pt x="51" y="126"/>
                    <a:pt x="51" y="126"/>
                    <a:pt x="51" y="126"/>
                  </a:cubicBezTo>
                  <a:cubicBezTo>
                    <a:pt x="51" y="126"/>
                    <a:pt x="51" y="126"/>
                    <a:pt x="51" y="126"/>
                  </a:cubicBezTo>
                  <a:cubicBezTo>
                    <a:pt x="51" y="126"/>
                    <a:pt x="51" y="126"/>
                    <a:pt x="51" y="126"/>
                  </a:cubicBezTo>
                  <a:cubicBezTo>
                    <a:pt x="50" y="127"/>
                    <a:pt x="50" y="127"/>
                    <a:pt x="50" y="127"/>
                  </a:cubicBezTo>
                  <a:cubicBezTo>
                    <a:pt x="91" y="155"/>
                    <a:pt x="91" y="155"/>
                    <a:pt x="91" y="155"/>
                  </a:cubicBezTo>
                  <a:cubicBezTo>
                    <a:pt x="91" y="154"/>
                    <a:pt x="92" y="153"/>
                    <a:pt x="92" y="153"/>
                  </a:cubicBezTo>
                  <a:lnTo>
                    <a:pt x="52" y="125"/>
                  </a:lnTo>
                  <a:close/>
                  <a:moveTo>
                    <a:pt x="24" y="173"/>
                  </a:moveTo>
                  <a:cubicBezTo>
                    <a:pt x="24" y="173"/>
                    <a:pt x="24" y="173"/>
                    <a:pt x="24" y="173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4" y="174"/>
                    <a:pt x="24" y="175"/>
                    <a:pt x="23" y="176"/>
                  </a:cubicBezTo>
                  <a:cubicBezTo>
                    <a:pt x="23" y="176"/>
                    <a:pt x="23" y="176"/>
                    <a:pt x="23" y="176"/>
                  </a:cubicBezTo>
                  <a:cubicBezTo>
                    <a:pt x="23" y="176"/>
                    <a:pt x="23" y="176"/>
                    <a:pt x="23" y="176"/>
                  </a:cubicBezTo>
                  <a:cubicBezTo>
                    <a:pt x="23" y="176"/>
                    <a:pt x="23" y="176"/>
                    <a:pt x="23" y="176"/>
                  </a:cubicBezTo>
                  <a:cubicBezTo>
                    <a:pt x="23" y="176"/>
                    <a:pt x="23" y="176"/>
                    <a:pt x="23" y="176"/>
                  </a:cubicBezTo>
                  <a:cubicBezTo>
                    <a:pt x="68" y="195"/>
                    <a:pt x="68" y="195"/>
                    <a:pt x="68" y="195"/>
                  </a:cubicBezTo>
                  <a:cubicBezTo>
                    <a:pt x="69" y="194"/>
                    <a:pt x="69" y="194"/>
                    <a:pt x="69" y="193"/>
                  </a:cubicBezTo>
                  <a:lnTo>
                    <a:pt x="24" y="173"/>
                  </a:lnTo>
                  <a:close/>
                  <a:moveTo>
                    <a:pt x="7" y="226"/>
                  </a:moveTo>
                  <a:cubicBezTo>
                    <a:pt x="7" y="227"/>
                    <a:pt x="7" y="227"/>
                    <a:pt x="7" y="228"/>
                  </a:cubicBezTo>
                  <a:cubicBezTo>
                    <a:pt x="7" y="228"/>
                    <a:pt x="7" y="228"/>
                    <a:pt x="7" y="228"/>
                  </a:cubicBezTo>
                  <a:cubicBezTo>
                    <a:pt x="7" y="228"/>
                    <a:pt x="7" y="228"/>
                    <a:pt x="7" y="228"/>
                  </a:cubicBezTo>
                  <a:cubicBezTo>
                    <a:pt x="6" y="229"/>
                    <a:pt x="6" y="229"/>
                    <a:pt x="6" y="229"/>
                  </a:cubicBezTo>
                  <a:cubicBezTo>
                    <a:pt x="54" y="239"/>
                    <a:pt x="54" y="239"/>
                    <a:pt x="54" y="239"/>
                  </a:cubicBezTo>
                  <a:cubicBezTo>
                    <a:pt x="55" y="238"/>
                    <a:pt x="55" y="238"/>
                    <a:pt x="55" y="237"/>
                  </a:cubicBezTo>
                  <a:cubicBezTo>
                    <a:pt x="7" y="226"/>
                    <a:pt x="7" y="226"/>
                    <a:pt x="7" y="226"/>
                  </a:cubicBezTo>
                  <a:close/>
                  <a:moveTo>
                    <a:pt x="0" y="281"/>
                  </a:moveTo>
                  <a:cubicBezTo>
                    <a:pt x="0" y="281"/>
                    <a:pt x="0" y="281"/>
                    <a:pt x="0" y="281"/>
                  </a:cubicBezTo>
                  <a:cubicBezTo>
                    <a:pt x="0" y="282"/>
                    <a:pt x="0" y="282"/>
                    <a:pt x="0" y="282"/>
                  </a:cubicBezTo>
                  <a:cubicBezTo>
                    <a:pt x="0" y="282"/>
                    <a:pt x="0" y="282"/>
                    <a:pt x="0" y="282"/>
                  </a:cubicBezTo>
                  <a:cubicBezTo>
                    <a:pt x="0" y="282"/>
                    <a:pt x="0" y="282"/>
                    <a:pt x="0" y="282"/>
                  </a:cubicBezTo>
                  <a:cubicBezTo>
                    <a:pt x="0" y="282"/>
                    <a:pt x="0" y="282"/>
                    <a:pt x="0" y="282"/>
                  </a:cubicBezTo>
                  <a:cubicBezTo>
                    <a:pt x="0" y="282"/>
                    <a:pt x="0" y="282"/>
                    <a:pt x="0" y="282"/>
                  </a:cubicBezTo>
                  <a:cubicBezTo>
                    <a:pt x="0" y="283"/>
                    <a:pt x="0" y="283"/>
                    <a:pt x="0" y="283"/>
                  </a:cubicBezTo>
                  <a:cubicBezTo>
                    <a:pt x="0" y="283"/>
                    <a:pt x="0" y="283"/>
                    <a:pt x="0" y="283"/>
                  </a:cubicBezTo>
                  <a:cubicBezTo>
                    <a:pt x="0" y="283"/>
                    <a:pt x="0" y="283"/>
                    <a:pt x="0" y="283"/>
                  </a:cubicBezTo>
                  <a:cubicBezTo>
                    <a:pt x="0" y="283"/>
                    <a:pt x="0" y="283"/>
                    <a:pt x="0" y="283"/>
                  </a:cubicBezTo>
                  <a:cubicBezTo>
                    <a:pt x="0" y="283"/>
                    <a:pt x="0" y="283"/>
                    <a:pt x="0" y="283"/>
                  </a:cubicBezTo>
                  <a:cubicBezTo>
                    <a:pt x="0" y="283"/>
                    <a:pt x="0" y="283"/>
                    <a:pt x="0" y="283"/>
                  </a:cubicBezTo>
                  <a:cubicBezTo>
                    <a:pt x="0" y="283"/>
                    <a:pt x="0" y="283"/>
                    <a:pt x="0" y="283"/>
                  </a:cubicBezTo>
                  <a:cubicBezTo>
                    <a:pt x="0" y="283"/>
                    <a:pt x="0" y="283"/>
                    <a:pt x="0" y="283"/>
                  </a:cubicBezTo>
                  <a:cubicBezTo>
                    <a:pt x="0" y="284"/>
                    <a:pt x="0" y="284"/>
                    <a:pt x="0" y="284"/>
                  </a:cubicBezTo>
                  <a:cubicBezTo>
                    <a:pt x="0" y="284"/>
                    <a:pt x="0" y="284"/>
                    <a:pt x="0" y="284"/>
                  </a:cubicBezTo>
                  <a:cubicBezTo>
                    <a:pt x="0" y="284"/>
                    <a:pt x="0" y="284"/>
                    <a:pt x="0" y="284"/>
                  </a:cubicBezTo>
                  <a:cubicBezTo>
                    <a:pt x="0" y="284"/>
                    <a:pt x="0" y="284"/>
                    <a:pt x="0" y="284"/>
                  </a:cubicBezTo>
                  <a:cubicBezTo>
                    <a:pt x="0" y="284"/>
                    <a:pt x="0" y="284"/>
                    <a:pt x="0" y="284"/>
                  </a:cubicBezTo>
                  <a:cubicBezTo>
                    <a:pt x="0" y="284"/>
                    <a:pt x="0" y="284"/>
                    <a:pt x="0" y="284"/>
                  </a:cubicBezTo>
                  <a:cubicBezTo>
                    <a:pt x="49" y="285"/>
                    <a:pt x="49" y="285"/>
                    <a:pt x="49" y="285"/>
                  </a:cubicBezTo>
                  <a:cubicBezTo>
                    <a:pt x="49" y="284"/>
                    <a:pt x="49" y="284"/>
                    <a:pt x="49" y="283"/>
                  </a:cubicBezTo>
                  <a:lnTo>
                    <a:pt x="0" y="281"/>
                  </a:lnTo>
                  <a:close/>
                  <a:moveTo>
                    <a:pt x="52" y="329"/>
                  </a:moveTo>
                  <a:cubicBezTo>
                    <a:pt x="4" y="337"/>
                    <a:pt x="4" y="337"/>
                    <a:pt x="4" y="337"/>
                  </a:cubicBezTo>
                  <a:cubicBezTo>
                    <a:pt x="4" y="338"/>
                    <a:pt x="4" y="338"/>
                    <a:pt x="4" y="338"/>
                  </a:cubicBezTo>
                  <a:cubicBezTo>
                    <a:pt x="4" y="338"/>
                    <a:pt x="4" y="338"/>
                    <a:pt x="4" y="338"/>
                  </a:cubicBezTo>
                  <a:cubicBezTo>
                    <a:pt x="4" y="339"/>
                    <a:pt x="4" y="339"/>
                    <a:pt x="4" y="340"/>
                  </a:cubicBezTo>
                  <a:cubicBezTo>
                    <a:pt x="4" y="340"/>
                    <a:pt x="4" y="340"/>
                    <a:pt x="4" y="340"/>
                  </a:cubicBezTo>
                  <a:cubicBezTo>
                    <a:pt x="4" y="340"/>
                    <a:pt x="4" y="340"/>
                    <a:pt x="4" y="340"/>
                  </a:cubicBezTo>
                  <a:cubicBezTo>
                    <a:pt x="53" y="331"/>
                    <a:pt x="53" y="331"/>
                    <a:pt x="53" y="331"/>
                  </a:cubicBezTo>
                  <a:cubicBezTo>
                    <a:pt x="53" y="331"/>
                    <a:pt x="52" y="330"/>
                    <a:pt x="52" y="329"/>
                  </a:cubicBezTo>
                  <a:close/>
                  <a:moveTo>
                    <a:pt x="64" y="374"/>
                  </a:moveTo>
                  <a:cubicBezTo>
                    <a:pt x="18" y="391"/>
                    <a:pt x="18" y="391"/>
                    <a:pt x="18" y="391"/>
                  </a:cubicBezTo>
                  <a:cubicBezTo>
                    <a:pt x="19" y="392"/>
                    <a:pt x="19" y="393"/>
                    <a:pt x="19" y="394"/>
                  </a:cubicBezTo>
                  <a:cubicBezTo>
                    <a:pt x="65" y="376"/>
                    <a:pt x="65" y="376"/>
                    <a:pt x="65" y="376"/>
                  </a:cubicBezTo>
                  <a:cubicBezTo>
                    <a:pt x="65" y="375"/>
                    <a:pt x="64" y="374"/>
                    <a:pt x="64" y="374"/>
                  </a:cubicBezTo>
                  <a:close/>
                  <a:moveTo>
                    <a:pt x="84" y="415"/>
                  </a:moveTo>
                  <a:cubicBezTo>
                    <a:pt x="43" y="441"/>
                    <a:pt x="43" y="441"/>
                    <a:pt x="43" y="441"/>
                  </a:cubicBezTo>
                  <a:cubicBezTo>
                    <a:pt x="43" y="441"/>
                    <a:pt x="43" y="442"/>
                    <a:pt x="44" y="442"/>
                  </a:cubicBezTo>
                  <a:cubicBezTo>
                    <a:pt x="44" y="443"/>
                    <a:pt x="44" y="443"/>
                    <a:pt x="44" y="443"/>
                  </a:cubicBezTo>
                  <a:cubicBezTo>
                    <a:pt x="44" y="443"/>
                    <a:pt x="44" y="443"/>
                    <a:pt x="44" y="443"/>
                  </a:cubicBezTo>
                  <a:cubicBezTo>
                    <a:pt x="44" y="443"/>
                    <a:pt x="44" y="443"/>
                    <a:pt x="44" y="443"/>
                  </a:cubicBezTo>
                  <a:cubicBezTo>
                    <a:pt x="44" y="443"/>
                    <a:pt x="44" y="443"/>
                    <a:pt x="44" y="443"/>
                  </a:cubicBezTo>
                  <a:cubicBezTo>
                    <a:pt x="44" y="443"/>
                    <a:pt x="44" y="443"/>
                    <a:pt x="44" y="443"/>
                  </a:cubicBezTo>
                  <a:cubicBezTo>
                    <a:pt x="44" y="443"/>
                    <a:pt x="44" y="443"/>
                    <a:pt x="44" y="443"/>
                  </a:cubicBezTo>
                  <a:cubicBezTo>
                    <a:pt x="44" y="443"/>
                    <a:pt x="44" y="443"/>
                    <a:pt x="44" y="443"/>
                  </a:cubicBezTo>
                  <a:cubicBezTo>
                    <a:pt x="86" y="417"/>
                    <a:pt x="86" y="417"/>
                    <a:pt x="86" y="417"/>
                  </a:cubicBezTo>
                  <a:cubicBezTo>
                    <a:pt x="85" y="417"/>
                    <a:pt x="85" y="416"/>
                    <a:pt x="84" y="415"/>
                  </a:cubicBezTo>
                  <a:close/>
                  <a:moveTo>
                    <a:pt x="112" y="452"/>
                  </a:moveTo>
                  <a:cubicBezTo>
                    <a:pt x="76" y="485"/>
                    <a:pt x="76" y="485"/>
                    <a:pt x="76" y="485"/>
                  </a:cubicBezTo>
                  <a:cubicBezTo>
                    <a:pt x="77" y="486"/>
                    <a:pt x="77" y="486"/>
                    <a:pt x="77" y="486"/>
                  </a:cubicBezTo>
                  <a:cubicBezTo>
                    <a:pt x="77" y="486"/>
                    <a:pt x="77" y="486"/>
                    <a:pt x="77" y="486"/>
                  </a:cubicBezTo>
                  <a:cubicBezTo>
                    <a:pt x="77" y="486"/>
                    <a:pt x="77" y="486"/>
                    <a:pt x="77" y="486"/>
                  </a:cubicBezTo>
                  <a:cubicBezTo>
                    <a:pt x="77" y="486"/>
                    <a:pt x="77" y="486"/>
                    <a:pt x="77" y="486"/>
                  </a:cubicBezTo>
                  <a:cubicBezTo>
                    <a:pt x="77" y="486"/>
                    <a:pt x="77" y="486"/>
                    <a:pt x="77" y="486"/>
                  </a:cubicBezTo>
                  <a:cubicBezTo>
                    <a:pt x="77" y="487"/>
                    <a:pt x="78" y="487"/>
                    <a:pt x="78" y="487"/>
                  </a:cubicBezTo>
                  <a:cubicBezTo>
                    <a:pt x="78" y="487"/>
                    <a:pt x="78" y="487"/>
                    <a:pt x="78" y="487"/>
                  </a:cubicBezTo>
                  <a:cubicBezTo>
                    <a:pt x="78" y="487"/>
                    <a:pt x="78" y="487"/>
                    <a:pt x="78" y="487"/>
                  </a:cubicBezTo>
                  <a:cubicBezTo>
                    <a:pt x="78" y="488"/>
                    <a:pt x="78" y="488"/>
                    <a:pt x="78" y="488"/>
                  </a:cubicBezTo>
                  <a:cubicBezTo>
                    <a:pt x="78" y="488"/>
                    <a:pt x="78" y="488"/>
                    <a:pt x="78" y="488"/>
                  </a:cubicBezTo>
                  <a:cubicBezTo>
                    <a:pt x="114" y="454"/>
                    <a:pt x="114" y="454"/>
                    <a:pt x="114" y="454"/>
                  </a:cubicBezTo>
                  <a:cubicBezTo>
                    <a:pt x="113" y="453"/>
                    <a:pt x="113" y="453"/>
                    <a:pt x="112" y="452"/>
                  </a:cubicBezTo>
                  <a:close/>
                  <a:moveTo>
                    <a:pt x="147" y="483"/>
                  </a:moveTo>
                  <a:cubicBezTo>
                    <a:pt x="118" y="523"/>
                    <a:pt x="118" y="523"/>
                    <a:pt x="118" y="523"/>
                  </a:cubicBezTo>
                  <a:cubicBezTo>
                    <a:pt x="119" y="523"/>
                    <a:pt x="119" y="523"/>
                    <a:pt x="119" y="523"/>
                  </a:cubicBezTo>
                  <a:cubicBezTo>
                    <a:pt x="119" y="523"/>
                    <a:pt x="119" y="523"/>
                    <a:pt x="119" y="523"/>
                  </a:cubicBezTo>
                  <a:cubicBezTo>
                    <a:pt x="119" y="523"/>
                    <a:pt x="119" y="523"/>
                    <a:pt x="119" y="523"/>
                  </a:cubicBezTo>
                  <a:cubicBezTo>
                    <a:pt x="119" y="524"/>
                    <a:pt x="119" y="524"/>
                    <a:pt x="119" y="524"/>
                  </a:cubicBezTo>
                  <a:cubicBezTo>
                    <a:pt x="119" y="524"/>
                    <a:pt x="119" y="524"/>
                    <a:pt x="119" y="524"/>
                  </a:cubicBezTo>
                  <a:cubicBezTo>
                    <a:pt x="120" y="524"/>
                    <a:pt x="120" y="524"/>
                    <a:pt x="120" y="524"/>
                  </a:cubicBezTo>
                  <a:cubicBezTo>
                    <a:pt x="120" y="524"/>
                    <a:pt x="120" y="524"/>
                    <a:pt x="120" y="524"/>
                  </a:cubicBezTo>
                  <a:cubicBezTo>
                    <a:pt x="149" y="485"/>
                    <a:pt x="149" y="485"/>
                    <a:pt x="149" y="485"/>
                  </a:cubicBezTo>
                  <a:cubicBezTo>
                    <a:pt x="148" y="484"/>
                    <a:pt x="147" y="484"/>
                    <a:pt x="147" y="483"/>
                  </a:cubicBezTo>
                  <a:close/>
                  <a:moveTo>
                    <a:pt x="187" y="507"/>
                  </a:moveTo>
                  <a:cubicBezTo>
                    <a:pt x="165" y="551"/>
                    <a:pt x="165" y="551"/>
                    <a:pt x="165" y="551"/>
                  </a:cubicBezTo>
                  <a:cubicBezTo>
                    <a:pt x="166" y="552"/>
                    <a:pt x="167" y="552"/>
                    <a:pt x="167" y="552"/>
                  </a:cubicBezTo>
                  <a:cubicBezTo>
                    <a:pt x="167" y="552"/>
                    <a:pt x="167" y="552"/>
                    <a:pt x="167" y="552"/>
                  </a:cubicBezTo>
                  <a:cubicBezTo>
                    <a:pt x="168" y="552"/>
                    <a:pt x="168" y="552"/>
                    <a:pt x="168" y="552"/>
                  </a:cubicBezTo>
                  <a:cubicBezTo>
                    <a:pt x="168" y="552"/>
                    <a:pt x="168" y="552"/>
                    <a:pt x="168" y="552"/>
                  </a:cubicBezTo>
                  <a:cubicBezTo>
                    <a:pt x="168" y="552"/>
                    <a:pt x="168" y="552"/>
                    <a:pt x="168" y="552"/>
                  </a:cubicBezTo>
                  <a:cubicBezTo>
                    <a:pt x="168" y="553"/>
                    <a:pt x="168" y="553"/>
                    <a:pt x="168" y="553"/>
                  </a:cubicBezTo>
                  <a:cubicBezTo>
                    <a:pt x="189" y="508"/>
                    <a:pt x="189" y="508"/>
                    <a:pt x="189" y="508"/>
                  </a:cubicBezTo>
                  <a:cubicBezTo>
                    <a:pt x="188" y="508"/>
                    <a:pt x="187" y="507"/>
                    <a:pt x="187" y="507"/>
                  </a:cubicBezTo>
                  <a:close/>
                  <a:moveTo>
                    <a:pt x="230" y="523"/>
                  </a:moveTo>
                  <a:cubicBezTo>
                    <a:pt x="218" y="570"/>
                    <a:pt x="218" y="570"/>
                    <a:pt x="218" y="570"/>
                  </a:cubicBezTo>
                  <a:cubicBezTo>
                    <a:pt x="218" y="570"/>
                    <a:pt x="218" y="570"/>
                    <a:pt x="218" y="570"/>
                  </a:cubicBezTo>
                  <a:cubicBezTo>
                    <a:pt x="218" y="570"/>
                    <a:pt x="218" y="570"/>
                    <a:pt x="218" y="570"/>
                  </a:cubicBezTo>
                  <a:cubicBezTo>
                    <a:pt x="218" y="570"/>
                    <a:pt x="218" y="570"/>
                    <a:pt x="218" y="570"/>
                  </a:cubicBezTo>
                  <a:cubicBezTo>
                    <a:pt x="218" y="570"/>
                    <a:pt x="218" y="570"/>
                    <a:pt x="218" y="570"/>
                  </a:cubicBezTo>
                  <a:cubicBezTo>
                    <a:pt x="218" y="570"/>
                    <a:pt x="218" y="570"/>
                    <a:pt x="218" y="570"/>
                  </a:cubicBezTo>
                  <a:cubicBezTo>
                    <a:pt x="219" y="570"/>
                    <a:pt x="219" y="570"/>
                    <a:pt x="219" y="570"/>
                  </a:cubicBezTo>
                  <a:cubicBezTo>
                    <a:pt x="219" y="570"/>
                    <a:pt x="219" y="570"/>
                    <a:pt x="219" y="570"/>
                  </a:cubicBezTo>
                  <a:cubicBezTo>
                    <a:pt x="219" y="570"/>
                    <a:pt x="219" y="570"/>
                    <a:pt x="219" y="570"/>
                  </a:cubicBezTo>
                  <a:cubicBezTo>
                    <a:pt x="219" y="570"/>
                    <a:pt x="219" y="570"/>
                    <a:pt x="219" y="570"/>
                  </a:cubicBezTo>
                  <a:cubicBezTo>
                    <a:pt x="219" y="571"/>
                    <a:pt x="219" y="571"/>
                    <a:pt x="219" y="571"/>
                  </a:cubicBezTo>
                  <a:cubicBezTo>
                    <a:pt x="219" y="571"/>
                    <a:pt x="219" y="571"/>
                    <a:pt x="219" y="571"/>
                  </a:cubicBezTo>
                  <a:cubicBezTo>
                    <a:pt x="219" y="571"/>
                    <a:pt x="219" y="571"/>
                    <a:pt x="219" y="571"/>
                  </a:cubicBezTo>
                  <a:cubicBezTo>
                    <a:pt x="220" y="571"/>
                    <a:pt x="220" y="571"/>
                    <a:pt x="221" y="571"/>
                  </a:cubicBezTo>
                  <a:cubicBezTo>
                    <a:pt x="232" y="523"/>
                    <a:pt x="232" y="523"/>
                    <a:pt x="232" y="523"/>
                  </a:cubicBezTo>
                  <a:cubicBezTo>
                    <a:pt x="232" y="523"/>
                    <a:pt x="231" y="523"/>
                    <a:pt x="230" y="523"/>
                  </a:cubicBezTo>
                  <a:close/>
                  <a:moveTo>
                    <a:pt x="276" y="530"/>
                  </a:moveTo>
                  <a:cubicBezTo>
                    <a:pt x="273" y="579"/>
                    <a:pt x="273" y="579"/>
                    <a:pt x="273" y="579"/>
                  </a:cubicBezTo>
                  <a:cubicBezTo>
                    <a:pt x="273" y="579"/>
                    <a:pt x="273" y="579"/>
                    <a:pt x="273" y="579"/>
                  </a:cubicBezTo>
                  <a:cubicBezTo>
                    <a:pt x="273" y="579"/>
                    <a:pt x="273" y="579"/>
                    <a:pt x="273" y="579"/>
                  </a:cubicBezTo>
                  <a:cubicBezTo>
                    <a:pt x="274" y="579"/>
                    <a:pt x="274" y="579"/>
                    <a:pt x="274" y="579"/>
                  </a:cubicBezTo>
                  <a:cubicBezTo>
                    <a:pt x="274" y="579"/>
                    <a:pt x="274" y="579"/>
                    <a:pt x="274" y="579"/>
                  </a:cubicBezTo>
                  <a:cubicBezTo>
                    <a:pt x="274" y="579"/>
                    <a:pt x="274" y="579"/>
                    <a:pt x="274" y="579"/>
                  </a:cubicBezTo>
                  <a:cubicBezTo>
                    <a:pt x="274" y="579"/>
                    <a:pt x="275" y="579"/>
                    <a:pt x="276" y="579"/>
                  </a:cubicBezTo>
                  <a:cubicBezTo>
                    <a:pt x="278" y="530"/>
                    <a:pt x="278" y="530"/>
                    <a:pt x="278" y="530"/>
                  </a:cubicBezTo>
                  <a:cubicBezTo>
                    <a:pt x="277" y="530"/>
                    <a:pt x="277" y="530"/>
                    <a:pt x="276" y="530"/>
                  </a:cubicBezTo>
                  <a:close/>
                  <a:moveTo>
                    <a:pt x="325" y="528"/>
                  </a:moveTo>
                  <a:cubicBezTo>
                    <a:pt x="324" y="528"/>
                    <a:pt x="323" y="528"/>
                    <a:pt x="322" y="528"/>
                  </a:cubicBezTo>
                  <a:cubicBezTo>
                    <a:pt x="329" y="577"/>
                    <a:pt x="329" y="577"/>
                    <a:pt x="329" y="577"/>
                  </a:cubicBezTo>
                  <a:cubicBezTo>
                    <a:pt x="329" y="577"/>
                    <a:pt x="329" y="577"/>
                    <a:pt x="329" y="577"/>
                  </a:cubicBezTo>
                  <a:cubicBezTo>
                    <a:pt x="330" y="576"/>
                    <a:pt x="331" y="576"/>
                    <a:pt x="332" y="576"/>
                  </a:cubicBezTo>
                  <a:lnTo>
                    <a:pt x="325" y="528"/>
                  </a:lnTo>
                  <a:close/>
                  <a:moveTo>
                    <a:pt x="369" y="516"/>
                  </a:moveTo>
                  <a:cubicBezTo>
                    <a:pt x="369" y="517"/>
                    <a:pt x="368" y="517"/>
                    <a:pt x="367" y="517"/>
                  </a:cubicBezTo>
                  <a:cubicBezTo>
                    <a:pt x="383" y="564"/>
                    <a:pt x="383" y="564"/>
                    <a:pt x="383" y="564"/>
                  </a:cubicBezTo>
                  <a:cubicBezTo>
                    <a:pt x="384" y="563"/>
                    <a:pt x="384" y="563"/>
                    <a:pt x="384" y="563"/>
                  </a:cubicBezTo>
                  <a:cubicBezTo>
                    <a:pt x="384" y="563"/>
                    <a:pt x="384" y="563"/>
                    <a:pt x="384" y="563"/>
                  </a:cubicBezTo>
                  <a:cubicBezTo>
                    <a:pt x="384" y="563"/>
                    <a:pt x="384" y="563"/>
                    <a:pt x="384" y="563"/>
                  </a:cubicBezTo>
                  <a:cubicBezTo>
                    <a:pt x="385" y="563"/>
                    <a:pt x="385" y="563"/>
                    <a:pt x="386" y="563"/>
                  </a:cubicBezTo>
                  <a:lnTo>
                    <a:pt x="369" y="516"/>
                  </a:lnTo>
                  <a:close/>
                  <a:moveTo>
                    <a:pt x="411" y="497"/>
                  </a:moveTo>
                  <a:cubicBezTo>
                    <a:pt x="411" y="497"/>
                    <a:pt x="410" y="498"/>
                    <a:pt x="409" y="498"/>
                  </a:cubicBezTo>
                  <a:cubicBezTo>
                    <a:pt x="434" y="541"/>
                    <a:pt x="434" y="541"/>
                    <a:pt x="434" y="541"/>
                  </a:cubicBezTo>
                  <a:cubicBezTo>
                    <a:pt x="434" y="541"/>
                    <a:pt x="434" y="541"/>
                    <a:pt x="434" y="541"/>
                  </a:cubicBezTo>
                  <a:cubicBezTo>
                    <a:pt x="434" y="541"/>
                    <a:pt x="434" y="541"/>
                    <a:pt x="434" y="541"/>
                  </a:cubicBezTo>
                  <a:cubicBezTo>
                    <a:pt x="434" y="541"/>
                    <a:pt x="434" y="541"/>
                    <a:pt x="434" y="541"/>
                  </a:cubicBezTo>
                  <a:cubicBezTo>
                    <a:pt x="435" y="540"/>
                    <a:pt x="436" y="540"/>
                    <a:pt x="436" y="539"/>
                  </a:cubicBezTo>
                  <a:lnTo>
                    <a:pt x="411" y="497"/>
                  </a:lnTo>
                  <a:close/>
                  <a:moveTo>
                    <a:pt x="449" y="470"/>
                  </a:moveTo>
                  <a:cubicBezTo>
                    <a:pt x="448" y="470"/>
                    <a:pt x="448" y="471"/>
                    <a:pt x="447" y="471"/>
                  </a:cubicBezTo>
                  <a:cubicBezTo>
                    <a:pt x="479" y="508"/>
                    <a:pt x="479" y="508"/>
                    <a:pt x="479" y="508"/>
                  </a:cubicBezTo>
                  <a:cubicBezTo>
                    <a:pt x="480" y="508"/>
                    <a:pt x="480" y="508"/>
                    <a:pt x="480" y="508"/>
                  </a:cubicBezTo>
                  <a:cubicBezTo>
                    <a:pt x="480" y="507"/>
                    <a:pt x="480" y="507"/>
                    <a:pt x="480" y="507"/>
                  </a:cubicBezTo>
                  <a:cubicBezTo>
                    <a:pt x="480" y="507"/>
                    <a:pt x="480" y="507"/>
                    <a:pt x="480" y="507"/>
                  </a:cubicBezTo>
                  <a:cubicBezTo>
                    <a:pt x="481" y="507"/>
                    <a:pt x="481" y="507"/>
                    <a:pt x="481" y="507"/>
                  </a:cubicBezTo>
                  <a:lnTo>
                    <a:pt x="449" y="470"/>
                  </a:lnTo>
                  <a:close/>
                  <a:moveTo>
                    <a:pt x="480" y="436"/>
                  </a:moveTo>
                  <a:cubicBezTo>
                    <a:pt x="480" y="437"/>
                    <a:pt x="479" y="437"/>
                    <a:pt x="479" y="438"/>
                  </a:cubicBezTo>
                  <a:cubicBezTo>
                    <a:pt x="518" y="468"/>
                    <a:pt x="518" y="468"/>
                    <a:pt x="518" y="468"/>
                  </a:cubicBezTo>
                  <a:cubicBezTo>
                    <a:pt x="518" y="467"/>
                    <a:pt x="519" y="467"/>
                    <a:pt x="519" y="466"/>
                  </a:cubicBezTo>
                  <a:cubicBezTo>
                    <a:pt x="519" y="466"/>
                    <a:pt x="519" y="466"/>
                    <a:pt x="519" y="466"/>
                  </a:cubicBezTo>
                  <a:cubicBezTo>
                    <a:pt x="519" y="466"/>
                    <a:pt x="519" y="466"/>
                    <a:pt x="519" y="466"/>
                  </a:cubicBezTo>
                  <a:cubicBezTo>
                    <a:pt x="519" y="466"/>
                    <a:pt x="519" y="466"/>
                    <a:pt x="519" y="466"/>
                  </a:cubicBezTo>
                  <a:cubicBezTo>
                    <a:pt x="519" y="466"/>
                    <a:pt x="519" y="466"/>
                    <a:pt x="519" y="466"/>
                  </a:cubicBezTo>
                  <a:lnTo>
                    <a:pt x="480" y="436"/>
                  </a:lnTo>
                  <a:close/>
                  <a:moveTo>
                    <a:pt x="505" y="397"/>
                  </a:moveTo>
                  <a:cubicBezTo>
                    <a:pt x="505" y="397"/>
                    <a:pt x="504" y="398"/>
                    <a:pt x="504" y="399"/>
                  </a:cubicBezTo>
                  <a:cubicBezTo>
                    <a:pt x="548" y="421"/>
                    <a:pt x="548" y="421"/>
                    <a:pt x="548" y="421"/>
                  </a:cubicBezTo>
                  <a:cubicBezTo>
                    <a:pt x="548" y="421"/>
                    <a:pt x="548" y="420"/>
                    <a:pt x="548" y="420"/>
                  </a:cubicBezTo>
                  <a:cubicBezTo>
                    <a:pt x="548" y="420"/>
                    <a:pt x="548" y="420"/>
                    <a:pt x="548" y="420"/>
                  </a:cubicBezTo>
                  <a:cubicBezTo>
                    <a:pt x="548" y="419"/>
                    <a:pt x="548" y="419"/>
                    <a:pt x="548" y="419"/>
                  </a:cubicBezTo>
                  <a:cubicBezTo>
                    <a:pt x="548" y="419"/>
                    <a:pt x="548" y="419"/>
                    <a:pt x="548" y="419"/>
                  </a:cubicBezTo>
                  <a:cubicBezTo>
                    <a:pt x="548" y="419"/>
                    <a:pt x="548" y="419"/>
                    <a:pt x="548" y="419"/>
                  </a:cubicBezTo>
                  <a:cubicBezTo>
                    <a:pt x="549" y="418"/>
                    <a:pt x="549" y="418"/>
                    <a:pt x="549" y="418"/>
                  </a:cubicBezTo>
                  <a:lnTo>
                    <a:pt x="505" y="397"/>
                  </a:lnTo>
                  <a:close/>
                  <a:moveTo>
                    <a:pt x="521" y="353"/>
                  </a:moveTo>
                  <a:cubicBezTo>
                    <a:pt x="521" y="354"/>
                    <a:pt x="521" y="355"/>
                    <a:pt x="521" y="356"/>
                  </a:cubicBezTo>
                  <a:cubicBezTo>
                    <a:pt x="568" y="369"/>
                    <a:pt x="568" y="369"/>
                    <a:pt x="568" y="369"/>
                  </a:cubicBezTo>
                  <a:cubicBezTo>
                    <a:pt x="568" y="368"/>
                    <a:pt x="568" y="367"/>
                    <a:pt x="569" y="366"/>
                  </a:cubicBezTo>
                  <a:lnTo>
                    <a:pt x="521" y="353"/>
                  </a:lnTo>
                  <a:close/>
                  <a:moveTo>
                    <a:pt x="529" y="308"/>
                  </a:moveTo>
                  <a:cubicBezTo>
                    <a:pt x="529" y="309"/>
                    <a:pt x="529" y="309"/>
                    <a:pt x="529" y="310"/>
                  </a:cubicBezTo>
                  <a:cubicBezTo>
                    <a:pt x="578" y="314"/>
                    <a:pt x="578" y="314"/>
                    <a:pt x="578" y="314"/>
                  </a:cubicBezTo>
                  <a:cubicBezTo>
                    <a:pt x="578" y="314"/>
                    <a:pt x="578" y="314"/>
                    <a:pt x="578" y="314"/>
                  </a:cubicBezTo>
                  <a:cubicBezTo>
                    <a:pt x="578" y="314"/>
                    <a:pt x="578" y="314"/>
                    <a:pt x="578" y="314"/>
                  </a:cubicBezTo>
                  <a:cubicBezTo>
                    <a:pt x="578" y="314"/>
                    <a:pt x="578" y="314"/>
                    <a:pt x="578" y="314"/>
                  </a:cubicBezTo>
                  <a:cubicBezTo>
                    <a:pt x="578" y="314"/>
                    <a:pt x="578" y="314"/>
                    <a:pt x="578" y="314"/>
                  </a:cubicBezTo>
                  <a:cubicBezTo>
                    <a:pt x="578" y="314"/>
                    <a:pt x="578" y="314"/>
                    <a:pt x="578" y="314"/>
                  </a:cubicBezTo>
                  <a:cubicBezTo>
                    <a:pt x="578" y="314"/>
                    <a:pt x="578" y="314"/>
                    <a:pt x="578" y="314"/>
                  </a:cubicBezTo>
                  <a:cubicBezTo>
                    <a:pt x="578" y="313"/>
                    <a:pt x="578" y="312"/>
                    <a:pt x="578" y="311"/>
                  </a:cubicBezTo>
                  <a:lnTo>
                    <a:pt x="529" y="308"/>
                  </a:lnTo>
                  <a:close/>
                  <a:moveTo>
                    <a:pt x="577" y="256"/>
                  </a:moveTo>
                  <a:cubicBezTo>
                    <a:pt x="528" y="261"/>
                    <a:pt x="528" y="261"/>
                    <a:pt x="528" y="261"/>
                  </a:cubicBezTo>
                  <a:cubicBezTo>
                    <a:pt x="528" y="262"/>
                    <a:pt x="528" y="263"/>
                    <a:pt x="529" y="264"/>
                  </a:cubicBezTo>
                  <a:cubicBezTo>
                    <a:pt x="577" y="259"/>
                    <a:pt x="577" y="259"/>
                    <a:pt x="577" y="259"/>
                  </a:cubicBezTo>
                  <a:cubicBezTo>
                    <a:pt x="577" y="258"/>
                    <a:pt x="577" y="257"/>
                    <a:pt x="577" y="256"/>
                  </a:cubicBezTo>
                  <a:cubicBezTo>
                    <a:pt x="577" y="256"/>
                    <a:pt x="577" y="256"/>
                    <a:pt x="577" y="256"/>
                  </a:cubicBezTo>
                  <a:cubicBezTo>
                    <a:pt x="577" y="256"/>
                    <a:pt x="577" y="256"/>
                    <a:pt x="577" y="256"/>
                  </a:cubicBezTo>
                  <a:cubicBezTo>
                    <a:pt x="577" y="256"/>
                    <a:pt x="577" y="256"/>
                    <a:pt x="577" y="256"/>
                  </a:cubicBezTo>
                  <a:close/>
                  <a:moveTo>
                    <a:pt x="565" y="201"/>
                  </a:moveTo>
                  <a:cubicBezTo>
                    <a:pt x="519" y="216"/>
                    <a:pt x="519" y="216"/>
                    <a:pt x="519" y="216"/>
                  </a:cubicBezTo>
                  <a:cubicBezTo>
                    <a:pt x="519" y="217"/>
                    <a:pt x="519" y="218"/>
                    <a:pt x="519" y="219"/>
                  </a:cubicBezTo>
                  <a:cubicBezTo>
                    <a:pt x="566" y="204"/>
                    <a:pt x="566" y="204"/>
                    <a:pt x="566" y="204"/>
                  </a:cubicBezTo>
                  <a:cubicBezTo>
                    <a:pt x="566" y="203"/>
                    <a:pt x="566" y="202"/>
                    <a:pt x="565" y="201"/>
                  </a:cubicBezTo>
                  <a:close/>
                  <a:moveTo>
                    <a:pt x="543" y="150"/>
                  </a:moveTo>
                  <a:cubicBezTo>
                    <a:pt x="500" y="174"/>
                    <a:pt x="500" y="174"/>
                    <a:pt x="500" y="174"/>
                  </a:cubicBezTo>
                  <a:cubicBezTo>
                    <a:pt x="501" y="175"/>
                    <a:pt x="501" y="175"/>
                    <a:pt x="501" y="176"/>
                  </a:cubicBezTo>
                  <a:cubicBezTo>
                    <a:pt x="545" y="153"/>
                    <a:pt x="545" y="153"/>
                    <a:pt x="545" y="153"/>
                  </a:cubicBezTo>
                  <a:cubicBezTo>
                    <a:pt x="544" y="152"/>
                    <a:pt x="544" y="151"/>
                    <a:pt x="543" y="150"/>
                  </a:cubicBezTo>
                  <a:close/>
                  <a:moveTo>
                    <a:pt x="512" y="104"/>
                  </a:moveTo>
                  <a:cubicBezTo>
                    <a:pt x="474" y="136"/>
                    <a:pt x="474" y="136"/>
                    <a:pt x="474" y="136"/>
                  </a:cubicBezTo>
                  <a:cubicBezTo>
                    <a:pt x="475" y="136"/>
                    <a:pt x="475" y="137"/>
                    <a:pt x="476" y="137"/>
                  </a:cubicBezTo>
                  <a:cubicBezTo>
                    <a:pt x="514" y="106"/>
                    <a:pt x="514" y="106"/>
                    <a:pt x="514" y="106"/>
                  </a:cubicBezTo>
                  <a:cubicBezTo>
                    <a:pt x="513" y="106"/>
                    <a:pt x="513" y="106"/>
                    <a:pt x="513" y="106"/>
                  </a:cubicBezTo>
                  <a:cubicBezTo>
                    <a:pt x="513" y="106"/>
                    <a:pt x="513" y="106"/>
                    <a:pt x="513" y="106"/>
                  </a:cubicBezTo>
                  <a:cubicBezTo>
                    <a:pt x="513" y="106"/>
                    <a:pt x="513" y="106"/>
                    <a:pt x="513" y="106"/>
                  </a:cubicBezTo>
                  <a:cubicBezTo>
                    <a:pt x="513" y="106"/>
                    <a:pt x="513" y="106"/>
                    <a:pt x="513" y="106"/>
                  </a:cubicBezTo>
                  <a:cubicBezTo>
                    <a:pt x="513" y="106"/>
                    <a:pt x="513" y="106"/>
                    <a:pt x="513" y="106"/>
                  </a:cubicBezTo>
                  <a:cubicBezTo>
                    <a:pt x="513" y="106"/>
                    <a:pt x="513" y="106"/>
                    <a:pt x="513" y="106"/>
                  </a:cubicBezTo>
                  <a:cubicBezTo>
                    <a:pt x="513" y="106"/>
                    <a:pt x="513" y="106"/>
                    <a:pt x="513" y="106"/>
                  </a:cubicBezTo>
                  <a:cubicBezTo>
                    <a:pt x="513" y="106"/>
                    <a:pt x="513" y="106"/>
                    <a:pt x="513" y="106"/>
                  </a:cubicBezTo>
                  <a:cubicBezTo>
                    <a:pt x="513" y="106"/>
                    <a:pt x="513" y="106"/>
                    <a:pt x="513" y="106"/>
                  </a:cubicBezTo>
                  <a:cubicBezTo>
                    <a:pt x="513" y="105"/>
                    <a:pt x="512" y="105"/>
                    <a:pt x="512" y="104"/>
                  </a:cubicBezTo>
                  <a:close/>
                  <a:moveTo>
                    <a:pt x="472" y="65"/>
                  </a:moveTo>
                  <a:cubicBezTo>
                    <a:pt x="441" y="103"/>
                    <a:pt x="441" y="103"/>
                    <a:pt x="441" y="103"/>
                  </a:cubicBezTo>
                  <a:cubicBezTo>
                    <a:pt x="442" y="104"/>
                    <a:pt x="442" y="104"/>
                    <a:pt x="443" y="105"/>
                  </a:cubicBezTo>
                  <a:cubicBezTo>
                    <a:pt x="474" y="67"/>
                    <a:pt x="474" y="67"/>
                    <a:pt x="474" y="67"/>
                  </a:cubicBezTo>
                  <a:cubicBezTo>
                    <a:pt x="473" y="66"/>
                    <a:pt x="473" y="66"/>
                    <a:pt x="473" y="66"/>
                  </a:cubicBezTo>
                  <a:cubicBezTo>
                    <a:pt x="473" y="66"/>
                    <a:pt x="473" y="66"/>
                    <a:pt x="473" y="66"/>
                  </a:cubicBezTo>
                  <a:cubicBezTo>
                    <a:pt x="473" y="66"/>
                    <a:pt x="473" y="66"/>
                    <a:pt x="473" y="66"/>
                  </a:cubicBezTo>
                  <a:cubicBezTo>
                    <a:pt x="473" y="66"/>
                    <a:pt x="473" y="66"/>
                    <a:pt x="473" y="66"/>
                  </a:cubicBezTo>
                  <a:cubicBezTo>
                    <a:pt x="473" y="66"/>
                    <a:pt x="473" y="66"/>
                    <a:pt x="473" y="66"/>
                  </a:cubicBezTo>
                  <a:cubicBezTo>
                    <a:pt x="473" y="66"/>
                    <a:pt x="473" y="66"/>
                    <a:pt x="473" y="66"/>
                  </a:cubicBezTo>
                  <a:cubicBezTo>
                    <a:pt x="473" y="66"/>
                    <a:pt x="473" y="66"/>
                    <a:pt x="473" y="66"/>
                  </a:cubicBezTo>
                  <a:cubicBezTo>
                    <a:pt x="473" y="66"/>
                    <a:pt x="473" y="66"/>
                    <a:pt x="473" y="66"/>
                  </a:cubicBezTo>
                  <a:cubicBezTo>
                    <a:pt x="473" y="65"/>
                    <a:pt x="473" y="65"/>
                    <a:pt x="473" y="65"/>
                  </a:cubicBezTo>
                  <a:cubicBezTo>
                    <a:pt x="473" y="65"/>
                    <a:pt x="473" y="65"/>
                    <a:pt x="473" y="65"/>
                  </a:cubicBezTo>
                  <a:lnTo>
                    <a:pt x="472" y="65"/>
                  </a:lnTo>
                  <a:close/>
                  <a:moveTo>
                    <a:pt x="426" y="34"/>
                  </a:moveTo>
                  <a:cubicBezTo>
                    <a:pt x="403" y="77"/>
                    <a:pt x="403" y="77"/>
                    <a:pt x="403" y="77"/>
                  </a:cubicBezTo>
                  <a:cubicBezTo>
                    <a:pt x="403" y="78"/>
                    <a:pt x="404" y="78"/>
                    <a:pt x="405" y="79"/>
                  </a:cubicBezTo>
                  <a:cubicBezTo>
                    <a:pt x="428" y="35"/>
                    <a:pt x="428" y="35"/>
                    <a:pt x="428" y="35"/>
                  </a:cubicBezTo>
                  <a:cubicBezTo>
                    <a:pt x="428" y="35"/>
                    <a:pt x="428" y="35"/>
                    <a:pt x="428" y="35"/>
                  </a:cubicBezTo>
                  <a:cubicBezTo>
                    <a:pt x="428" y="35"/>
                    <a:pt x="428" y="35"/>
                    <a:pt x="428" y="35"/>
                  </a:cubicBezTo>
                  <a:cubicBezTo>
                    <a:pt x="428" y="35"/>
                    <a:pt x="428" y="35"/>
                    <a:pt x="428" y="35"/>
                  </a:cubicBezTo>
                  <a:cubicBezTo>
                    <a:pt x="427" y="35"/>
                    <a:pt x="426" y="35"/>
                    <a:pt x="426" y="34"/>
                  </a:cubicBezTo>
                  <a:close/>
                  <a:moveTo>
                    <a:pt x="374" y="13"/>
                  </a:moveTo>
                  <a:cubicBezTo>
                    <a:pt x="360" y="60"/>
                    <a:pt x="360" y="60"/>
                    <a:pt x="360" y="60"/>
                  </a:cubicBezTo>
                  <a:cubicBezTo>
                    <a:pt x="361" y="60"/>
                    <a:pt x="361" y="60"/>
                    <a:pt x="362" y="60"/>
                  </a:cubicBezTo>
                  <a:cubicBezTo>
                    <a:pt x="377" y="14"/>
                    <a:pt x="377" y="14"/>
                    <a:pt x="377" y="14"/>
                  </a:cubicBezTo>
                  <a:cubicBezTo>
                    <a:pt x="376" y="13"/>
                    <a:pt x="376" y="13"/>
                    <a:pt x="375" y="13"/>
                  </a:cubicBezTo>
                  <a:cubicBezTo>
                    <a:pt x="375" y="13"/>
                    <a:pt x="375" y="13"/>
                    <a:pt x="375" y="13"/>
                  </a:cubicBezTo>
                  <a:cubicBezTo>
                    <a:pt x="375" y="13"/>
                    <a:pt x="375" y="13"/>
                    <a:pt x="375" y="13"/>
                  </a:cubicBezTo>
                  <a:cubicBezTo>
                    <a:pt x="375" y="13"/>
                    <a:pt x="375" y="13"/>
                    <a:pt x="375" y="13"/>
                  </a:cubicBezTo>
                  <a:cubicBezTo>
                    <a:pt x="375" y="13"/>
                    <a:pt x="375" y="13"/>
                    <a:pt x="375" y="13"/>
                  </a:cubicBezTo>
                  <a:cubicBezTo>
                    <a:pt x="375" y="13"/>
                    <a:pt x="375" y="13"/>
                    <a:pt x="375" y="13"/>
                  </a:cubicBezTo>
                  <a:cubicBezTo>
                    <a:pt x="375" y="13"/>
                    <a:pt x="375" y="13"/>
                    <a:pt x="375" y="13"/>
                  </a:cubicBezTo>
                  <a:lnTo>
                    <a:pt x="374" y="13"/>
                  </a:lnTo>
                  <a:close/>
                  <a:moveTo>
                    <a:pt x="320" y="2"/>
                  </a:moveTo>
                  <a:cubicBezTo>
                    <a:pt x="315" y="51"/>
                    <a:pt x="315" y="51"/>
                    <a:pt x="315" y="51"/>
                  </a:cubicBezTo>
                  <a:cubicBezTo>
                    <a:pt x="315" y="51"/>
                    <a:pt x="316" y="51"/>
                    <a:pt x="317" y="51"/>
                  </a:cubicBezTo>
                  <a:cubicBezTo>
                    <a:pt x="322" y="2"/>
                    <a:pt x="322" y="2"/>
                    <a:pt x="322" y="2"/>
                  </a:cubicBezTo>
                  <a:cubicBezTo>
                    <a:pt x="322" y="2"/>
                    <a:pt x="321" y="2"/>
                    <a:pt x="320" y="2"/>
                  </a:cubicBezTo>
                  <a:cubicBezTo>
                    <a:pt x="320" y="2"/>
                    <a:pt x="320" y="2"/>
                    <a:pt x="320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5" name="Google Shape;945;p21"/>
            <p:cNvSpPr/>
            <p:nvPr/>
          </p:nvSpPr>
          <p:spPr>
            <a:xfrm>
              <a:off x="5867400" y="4462463"/>
              <a:ext cx="720725" cy="722312"/>
            </a:xfrm>
            <a:custGeom>
              <a:avLst/>
              <a:gdLst/>
              <a:ahLst/>
              <a:cxnLst/>
              <a:rect l="l" t="t" r="r" b="b"/>
              <a:pathLst>
                <a:path w="428" h="428" extrusionOk="0">
                  <a:moveTo>
                    <a:pt x="214" y="422"/>
                  </a:moveTo>
                  <a:cubicBezTo>
                    <a:pt x="214" y="419"/>
                    <a:pt x="217" y="416"/>
                    <a:pt x="220" y="416"/>
                  </a:cubicBezTo>
                  <a:cubicBezTo>
                    <a:pt x="223" y="416"/>
                    <a:pt x="226" y="418"/>
                    <a:pt x="226" y="422"/>
                  </a:cubicBezTo>
                  <a:cubicBezTo>
                    <a:pt x="226" y="425"/>
                    <a:pt x="223" y="428"/>
                    <a:pt x="220" y="428"/>
                  </a:cubicBezTo>
                  <a:cubicBezTo>
                    <a:pt x="220" y="428"/>
                    <a:pt x="220" y="428"/>
                    <a:pt x="220" y="428"/>
                  </a:cubicBezTo>
                  <a:cubicBezTo>
                    <a:pt x="217" y="428"/>
                    <a:pt x="214" y="425"/>
                    <a:pt x="214" y="422"/>
                  </a:cubicBezTo>
                  <a:close/>
                  <a:moveTo>
                    <a:pt x="187" y="426"/>
                  </a:moveTo>
                  <a:cubicBezTo>
                    <a:pt x="187" y="426"/>
                    <a:pt x="187" y="426"/>
                    <a:pt x="187" y="426"/>
                  </a:cubicBezTo>
                  <a:cubicBezTo>
                    <a:pt x="184" y="426"/>
                    <a:pt x="182" y="423"/>
                    <a:pt x="182" y="420"/>
                  </a:cubicBezTo>
                  <a:cubicBezTo>
                    <a:pt x="182" y="416"/>
                    <a:pt x="185" y="414"/>
                    <a:pt x="189" y="415"/>
                  </a:cubicBezTo>
                  <a:cubicBezTo>
                    <a:pt x="189" y="415"/>
                    <a:pt x="189" y="415"/>
                    <a:pt x="189" y="415"/>
                  </a:cubicBezTo>
                  <a:cubicBezTo>
                    <a:pt x="192" y="415"/>
                    <a:pt x="194" y="418"/>
                    <a:pt x="194" y="421"/>
                  </a:cubicBezTo>
                  <a:cubicBezTo>
                    <a:pt x="193" y="424"/>
                    <a:pt x="191" y="426"/>
                    <a:pt x="188" y="426"/>
                  </a:cubicBezTo>
                  <a:lnTo>
                    <a:pt x="187" y="426"/>
                  </a:lnTo>
                  <a:close/>
                  <a:moveTo>
                    <a:pt x="246" y="419"/>
                  </a:moveTo>
                  <a:cubicBezTo>
                    <a:pt x="245" y="416"/>
                    <a:pt x="248" y="413"/>
                    <a:pt x="251" y="413"/>
                  </a:cubicBezTo>
                  <a:cubicBezTo>
                    <a:pt x="254" y="412"/>
                    <a:pt x="257" y="414"/>
                    <a:pt x="257" y="417"/>
                  </a:cubicBezTo>
                  <a:cubicBezTo>
                    <a:pt x="258" y="420"/>
                    <a:pt x="256" y="424"/>
                    <a:pt x="253" y="424"/>
                  </a:cubicBezTo>
                  <a:cubicBezTo>
                    <a:pt x="252" y="424"/>
                    <a:pt x="252" y="424"/>
                    <a:pt x="252" y="424"/>
                  </a:cubicBezTo>
                  <a:cubicBezTo>
                    <a:pt x="249" y="424"/>
                    <a:pt x="247" y="422"/>
                    <a:pt x="246" y="419"/>
                  </a:cubicBezTo>
                  <a:close/>
                  <a:moveTo>
                    <a:pt x="155" y="420"/>
                  </a:moveTo>
                  <a:cubicBezTo>
                    <a:pt x="152" y="419"/>
                    <a:pt x="150" y="415"/>
                    <a:pt x="151" y="412"/>
                  </a:cubicBezTo>
                  <a:cubicBezTo>
                    <a:pt x="152" y="409"/>
                    <a:pt x="155" y="407"/>
                    <a:pt x="158" y="408"/>
                  </a:cubicBezTo>
                  <a:cubicBezTo>
                    <a:pt x="158" y="408"/>
                    <a:pt x="158" y="408"/>
                    <a:pt x="158" y="408"/>
                  </a:cubicBezTo>
                  <a:cubicBezTo>
                    <a:pt x="161" y="409"/>
                    <a:pt x="163" y="412"/>
                    <a:pt x="162" y="416"/>
                  </a:cubicBezTo>
                  <a:cubicBezTo>
                    <a:pt x="161" y="418"/>
                    <a:pt x="159" y="420"/>
                    <a:pt x="157" y="420"/>
                  </a:cubicBezTo>
                  <a:cubicBezTo>
                    <a:pt x="156" y="420"/>
                    <a:pt x="155" y="420"/>
                    <a:pt x="155" y="420"/>
                  </a:cubicBezTo>
                  <a:close/>
                  <a:moveTo>
                    <a:pt x="277" y="412"/>
                  </a:moveTo>
                  <a:cubicBezTo>
                    <a:pt x="276" y="409"/>
                    <a:pt x="278" y="406"/>
                    <a:pt x="281" y="405"/>
                  </a:cubicBezTo>
                  <a:cubicBezTo>
                    <a:pt x="284" y="404"/>
                    <a:pt x="287" y="405"/>
                    <a:pt x="288" y="408"/>
                  </a:cubicBezTo>
                  <a:cubicBezTo>
                    <a:pt x="289" y="411"/>
                    <a:pt x="288" y="415"/>
                    <a:pt x="285" y="416"/>
                  </a:cubicBezTo>
                  <a:cubicBezTo>
                    <a:pt x="284" y="416"/>
                    <a:pt x="283" y="416"/>
                    <a:pt x="283" y="416"/>
                  </a:cubicBezTo>
                  <a:cubicBezTo>
                    <a:pt x="280" y="416"/>
                    <a:pt x="278" y="414"/>
                    <a:pt x="277" y="412"/>
                  </a:cubicBezTo>
                  <a:close/>
                  <a:moveTo>
                    <a:pt x="124" y="408"/>
                  </a:moveTo>
                  <a:cubicBezTo>
                    <a:pt x="121" y="407"/>
                    <a:pt x="120" y="403"/>
                    <a:pt x="121" y="400"/>
                  </a:cubicBezTo>
                  <a:cubicBezTo>
                    <a:pt x="122" y="397"/>
                    <a:pt x="126" y="396"/>
                    <a:pt x="129" y="398"/>
                  </a:cubicBezTo>
                  <a:cubicBezTo>
                    <a:pt x="132" y="399"/>
                    <a:pt x="133" y="402"/>
                    <a:pt x="132" y="405"/>
                  </a:cubicBezTo>
                  <a:cubicBezTo>
                    <a:pt x="131" y="407"/>
                    <a:pt x="129" y="409"/>
                    <a:pt x="126" y="409"/>
                  </a:cubicBezTo>
                  <a:cubicBezTo>
                    <a:pt x="126" y="409"/>
                    <a:pt x="125" y="409"/>
                    <a:pt x="124" y="408"/>
                  </a:cubicBezTo>
                  <a:close/>
                  <a:moveTo>
                    <a:pt x="307" y="400"/>
                  </a:moveTo>
                  <a:cubicBezTo>
                    <a:pt x="305" y="397"/>
                    <a:pt x="306" y="394"/>
                    <a:pt x="309" y="392"/>
                  </a:cubicBezTo>
                  <a:cubicBezTo>
                    <a:pt x="312" y="391"/>
                    <a:pt x="316" y="392"/>
                    <a:pt x="317" y="394"/>
                  </a:cubicBezTo>
                  <a:cubicBezTo>
                    <a:pt x="319" y="397"/>
                    <a:pt x="318" y="401"/>
                    <a:pt x="315" y="402"/>
                  </a:cubicBezTo>
                  <a:cubicBezTo>
                    <a:pt x="314" y="403"/>
                    <a:pt x="313" y="403"/>
                    <a:pt x="312" y="403"/>
                  </a:cubicBezTo>
                  <a:cubicBezTo>
                    <a:pt x="310" y="403"/>
                    <a:pt x="308" y="402"/>
                    <a:pt x="307" y="400"/>
                  </a:cubicBezTo>
                  <a:close/>
                  <a:moveTo>
                    <a:pt x="95" y="392"/>
                  </a:moveTo>
                  <a:cubicBezTo>
                    <a:pt x="93" y="390"/>
                    <a:pt x="92" y="387"/>
                    <a:pt x="94" y="384"/>
                  </a:cubicBezTo>
                  <a:cubicBezTo>
                    <a:pt x="95" y="381"/>
                    <a:pt x="99" y="381"/>
                    <a:pt x="102" y="382"/>
                  </a:cubicBezTo>
                  <a:cubicBezTo>
                    <a:pt x="104" y="384"/>
                    <a:pt x="105" y="388"/>
                    <a:pt x="103" y="390"/>
                  </a:cubicBezTo>
                  <a:cubicBezTo>
                    <a:pt x="102" y="392"/>
                    <a:pt x="100" y="393"/>
                    <a:pt x="98" y="393"/>
                  </a:cubicBezTo>
                  <a:cubicBezTo>
                    <a:pt x="97" y="393"/>
                    <a:pt x="96" y="393"/>
                    <a:pt x="95" y="392"/>
                  </a:cubicBezTo>
                  <a:close/>
                  <a:moveTo>
                    <a:pt x="334" y="383"/>
                  </a:moveTo>
                  <a:cubicBezTo>
                    <a:pt x="332" y="381"/>
                    <a:pt x="333" y="377"/>
                    <a:pt x="335" y="375"/>
                  </a:cubicBezTo>
                  <a:cubicBezTo>
                    <a:pt x="338" y="373"/>
                    <a:pt x="342" y="374"/>
                    <a:pt x="344" y="376"/>
                  </a:cubicBezTo>
                  <a:cubicBezTo>
                    <a:pt x="346" y="379"/>
                    <a:pt x="345" y="383"/>
                    <a:pt x="342" y="385"/>
                  </a:cubicBezTo>
                  <a:cubicBezTo>
                    <a:pt x="341" y="385"/>
                    <a:pt x="340" y="386"/>
                    <a:pt x="339" y="386"/>
                  </a:cubicBezTo>
                  <a:cubicBezTo>
                    <a:pt x="337" y="386"/>
                    <a:pt x="335" y="385"/>
                    <a:pt x="334" y="383"/>
                  </a:cubicBezTo>
                  <a:close/>
                  <a:moveTo>
                    <a:pt x="69" y="372"/>
                  </a:moveTo>
                  <a:cubicBezTo>
                    <a:pt x="69" y="372"/>
                    <a:pt x="69" y="372"/>
                    <a:pt x="69" y="372"/>
                  </a:cubicBezTo>
                  <a:cubicBezTo>
                    <a:pt x="67" y="370"/>
                    <a:pt x="67" y="366"/>
                    <a:pt x="69" y="364"/>
                  </a:cubicBezTo>
                  <a:cubicBezTo>
                    <a:pt x="71" y="361"/>
                    <a:pt x="75" y="361"/>
                    <a:pt x="77" y="363"/>
                  </a:cubicBezTo>
                  <a:cubicBezTo>
                    <a:pt x="79" y="365"/>
                    <a:pt x="80" y="369"/>
                    <a:pt x="77" y="371"/>
                  </a:cubicBezTo>
                  <a:cubicBezTo>
                    <a:pt x="76" y="373"/>
                    <a:pt x="75" y="373"/>
                    <a:pt x="73" y="373"/>
                  </a:cubicBezTo>
                  <a:cubicBezTo>
                    <a:pt x="72" y="373"/>
                    <a:pt x="70" y="373"/>
                    <a:pt x="69" y="372"/>
                  </a:cubicBezTo>
                  <a:close/>
                  <a:moveTo>
                    <a:pt x="359" y="363"/>
                  </a:moveTo>
                  <a:cubicBezTo>
                    <a:pt x="357" y="361"/>
                    <a:pt x="357" y="357"/>
                    <a:pt x="359" y="355"/>
                  </a:cubicBezTo>
                  <a:cubicBezTo>
                    <a:pt x="359" y="355"/>
                    <a:pt x="359" y="355"/>
                    <a:pt x="359" y="355"/>
                  </a:cubicBezTo>
                  <a:cubicBezTo>
                    <a:pt x="361" y="352"/>
                    <a:pt x="365" y="352"/>
                    <a:pt x="367" y="354"/>
                  </a:cubicBezTo>
                  <a:cubicBezTo>
                    <a:pt x="369" y="357"/>
                    <a:pt x="369" y="360"/>
                    <a:pt x="367" y="363"/>
                  </a:cubicBezTo>
                  <a:cubicBezTo>
                    <a:pt x="366" y="364"/>
                    <a:pt x="364" y="364"/>
                    <a:pt x="363" y="364"/>
                  </a:cubicBezTo>
                  <a:cubicBezTo>
                    <a:pt x="361" y="364"/>
                    <a:pt x="360" y="364"/>
                    <a:pt x="359" y="363"/>
                  </a:cubicBezTo>
                  <a:close/>
                  <a:moveTo>
                    <a:pt x="47" y="348"/>
                  </a:moveTo>
                  <a:cubicBezTo>
                    <a:pt x="45" y="345"/>
                    <a:pt x="45" y="342"/>
                    <a:pt x="48" y="340"/>
                  </a:cubicBezTo>
                  <a:cubicBezTo>
                    <a:pt x="50" y="338"/>
                    <a:pt x="54" y="338"/>
                    <a:pt x="56" y="340"/>
                  </a:cubicBezTo>
                  <a:cubicBezTo>
                    <a:pt x="58" y="343"/>
                    <a:pt x="57" y="347"/>
                    <a:pt x="55" y="349"/>
                  </a:cubicBezTo>
                  <a:cubicBezTo>
                    <a:pt x="54" y="350"/>
                    <a:pt x="53" y="350"/>
                    <a:pt x="51" y="350"/>
                  </a:cubicBezTo>
                  <a:cubicBezTo>
                    <a:pt x="50" y="350"/>
                    <a:pt x="48" y="349"/>
                    <a:pt x="47" y="348"/>
                  </a:cubicBezTo>
                  <a:close/>
                  <a:moveTo>
                    <a:pt x="380" y="339"/>
                  </a:moveTo>
                  <a:cubicBezTo>
                    <a:pt x="377" y="337"/>
                    <a:pt x="377" y="333"/>
                    <a:pt x="379" y="331"/>
                  </a:cubicBezTo>
                  <a:cubicBezTo>
                    <a:pt x="381" y="328"/>
                    <a:pt x="384" y="327"/>
                    <a:pt x="387" y="329"/>
                  </a:cubicBezTo>
                  <a:cubicBezTo>
                    <a:pt x="389" y="331"/>
                    <a:pt x="390" y="335"/>
                    <a:pt x="388" y="337"/>
                  </a:cubicBezTo>
                  <a:cubicBezTo>
                    <a:pt x="387" y="339"/>
                    <a:pt x="385" y="340"/>
                    <a:pt x="383" y="340"/>
                  </a:cubicBezTo>
                  <a:cubicBezTo>
                    <a:pt x="382" y="340"/>
                    <a:pt x="381" y="339"/>
                    <a:pt x="380" y="339"/>
                  </a:cubicBezTo>
                  <a:close/>
                  <a:moveTo>
                    <a:pt x="28" y="321"/>
                  </a:moveTo>
                  <a:cubicBezTo>
                    <a:pt x="26" y="318"/>
                    <a:pt x="27" y="314"/>
                    <a:pt x="30" y="313"/>
                  </a:cubicBezTo>
                  <a:cubicBezTo>
                    <a:pt x="33" y="311"/>
                    <a:pt x="37" y="312"/>
                    <a:pt x="38" y="315"/>
                  </a:cubicBezTo>
                  <a:cubicBezTo>
                    <a:pt x="40" y="318"/>
                    <a:pt x="39" y="321"/>
                    <a:pt x="36" y="323"/>
                  </a:cubicBezTo>
                  <a:cubicBezTo>
                    <a:pt x="35" y="323"/>
                    <a:pt x="34" y="324"/>
                    <a:pt x="33" y="324"/>
                  </a:cubicBezTo>
                  <a:cubicBezTo>
                    <a:pt x="31" y="324"/>
                    <a:pt x="29" y="323"/>
                    <a:pt x="28" y="321"/>
                  </a:cubicBezTo>
                  <a:close/>
                  <a:moveTo>
                    <a:pt x="397" y="312"/>
                  </a:moveTo>
                  <a:cubicBezTo>
                    <a:pt x="394" y="310"/>
                    <a:pt x="393" y="307"/>
                    <a:pt x="395" y="304"/>
                  </a:cubicBezTo>
                  <a:cubicBezTo>
                    <a:pt x="396" y="301"/>
                    <a:pt x="400" y="300"/>
                    <a:pt x="403" y="301"/>
                  </a:cubicBezTo>
                  <a:cubicBezTo>
                    <a:pt x="405" y="303"/>
                    <a:pt x="407" y="306"/>
                    <a:pt x="405" y="309"/>
                  </a:cubicBezTo>
                  <a:cubicBezTo>
                    <a:pt x="404" y="311"/>
                    <a:pt x="402" y="312"/>
                    <a:pt x="400" y="312"/>
                  </a:cubicBezTo>
                  <a:cubicBezTo>
                    <a:pt x="399" y="312"/>
                    <a:pt x="398" y="312"/>
                    <a:pt x="397" y="312"/>
                  </a:cubicBezTo>
                  <a:close/>
                  <a:moveTo>
                    <a:pt x="14" y="291"/>
                  </a:moveTo>
                  <a:cubicBezTo>
                    <a:pt x="13" y="288"/>
                    <a:pt x="14" y="285"/>
                    <a:pt x="17" y="283"/>
                  </a:cubicBezTo>
                  <a:cubicBezTo>
                    <a:pt x="20" y="282"/>
                    <a:pt x="24" y="284"/>
                    <a:pt x="25" y="287"/>
                  </a:cubicBezTo>
                  <a:cubicBezTo>
                    <a:pt x="26" y="290"/>
                    <a:pt x="24" y="293"/>
                    <a:pt x="21" y="294"/>
                  </a:cubicBezTo>
                  <a:cubicBezTo>
                    <a:pt x="21" y="295"/>
                    <a:pt x="20" y="295"/>
                    <a:pt x="19" y="295"/>
                  </a:cubicBezTo>
                  <a:cubicBezTo>
                    <a:pt x="17" y="295"/>
                    <a:pt x="15" y="293"/>
                    <a:pt x="14" y="291"/>
                  </a:cubicBezTo>
                  <a:close/>
                  <a:moveTo>
                    <a:pt x="410" y="282"/>
                  </a:moveTo>
                  <a:cubicBezTo>
                    <a:pt x="407" y="281"/>
                    <a:pt x="405" y="278"/>
                    <a:pt x="406" y="275"/>
                  </a:cubicBezTo>
                  <a:cubicBezTo>
                    <a:pt x="407" y="272"/>
                    <a:pt x="411" y="270"/>
                    <a:pt x="414" y="271"/>
                  </a:cubicBezTo>
                  <a:cubicBezTo>
                    <a:pt x="417" y="272"/>
                    <a:pt x="419" y="275"/>
                    <a:pt x="418" y="279"/>
                  </a:cubicBezTo>
                  <a:cubicBezTo>
                    <a:pt x="417" y="281"/>
                    <a:pt x="414" y="283"/>
                    <a:pt x="412" y="283"/>
                  </a:cubicBezTo>
                  <a:cubicBezTo>
                    <a:pt x="411" y="283"/>
                    <a:pt x="411" y="283"/>
                    <a:pt x="410" y="282"/>
                  </a:cubicBezTo>
                  <a:close/>
                  <a:moveTo>
                    <a:pt x="4" y="259"/>
                  </a:moveTo>
                  <a:cubicBezTo>
                    <a:pt x="4" y="256"/>
                    <a:pt x="6" y="253"/>
                    <a:pt x="9" y="252"/>
                  </a:cubicBezTo>
                  <a:cubicBezTo>
                    <a:pt x="12" y="252"/>
                    <a:pt x="15" y="254"/>
                    <a:pt x="16" y="257"/>
                  </a:cubicBezTo>
                  <a:cubicBezTo>
                    <a:pt x="16" y="260"/>
                    <a:pt x="14" y="263"/>
                    <a:pt x="11" y="264"/>
                  </a:cubicBezTo>
                  <a:cubicBezTo>
                    <a:pt x="11" y="264"/>
                    <a:pt x="10" y="264"/>
                    <a:pt x="10" y="264"/>
                  </a:cubicBezTo>
                  <a:cubicBezTo>
                    <a:pt x="7" y="264"/>
                    <a:pt x="5" y="262"/>
                    <a:pt x="4" y="259"/>
                  </a:cubicBezTo>
                  <a:close/>
                  <a:moveTo>
                    <a:pt x="418" y="251"/>
                  </a:moveTo>
                  <a:cubicBezTo>
                    <a:pt x="415" y="251"/>
                    <a:pt x="413" y="248"/>
                    <a:pt x="414" y="245"/>
                  </a:cubicBezTo>
                  <a:cubicBezTo>
                    <a:pt x="414" y="242"/>
                    <a:pt x="417" y="239"/>
                    <a:pt x="420" y="240"/>
                  </a:cubicBezTo>
                  <a:cubicBezTo>
                    <a:pt x="423" y="240"/>
                    <a:pt x="426" y="243"/>
                    <a:pt x="425" y="246"/>
                  </a:cubicBezTo>
                  <a:cubicBezTo>
                    <a:pt x="425" y="249"/>
                    <a:pt x="422" y="251"/>
                    <a:pt x="419" y="251"/>
                  </a:cubicBezTo>
                  <a:lnTo>
                    <a:pt x="418" y="251"/>
                  </a:lnTo>
                  <a:close/>
                  <a:moveTo>
                    <a:pt x="0" y="227"/>
                  </a:moveTo>
                  <a:cubicBezTo>
                    <a:pt x="0" y="227"/>
                    <a:pt x="0" y="227"/>
                    <a:pt x="0" y="227"/>
                  </a:cubicBezTo>
                  <a:cubicBezTo>
                    <a:pt x="0" y="224"/>
                    <a:pt x="2" y="221"/>
                    <a:pt x="5" y="221"/>
                  </a:cubicBezTo>
                  <a:cubicBezTo>
                    <a:pt x="9" y="220"/>
                    <a:pt x="11" y="223"/>
                    <a:pt x="11" y="226"/>
                  </a:cubicBezTo>
                  <a:cubicBezTo>
                    <a:pt x="11" y="226"/>
                    <a:pt x="11" y="226"/>
                    <a:pt x="11" y="226"/>
                  </a:cubicBezTo>
                  <a:cubicBezTo>
                    <a:pt x="12" y="229"/>
                    <a:pt x="9" y="232"/>
                    <a:pt x="6" y="232"/>
                  </a:cubicBezTo>
                  <a:cubicBezTo>
                    <a:pt x="6" y="232"/>
                    <a:pt x="6" y="232"/>
                    <a:pt x="6" y="232"/>
                  </a:cubicBezTo>
                  <a:cubicBezTo>
                    <a:pt x="3" y="232"/>
                    <a:pt x="0" y="230"/>
                    <a:pt x="0" y="227"/>
                  </a:cubicBezTo>
                  <a:close/>
                  <a:moveTo>
                    <a:pt x="416" y="214"/>
                  </a:moveTo>
                  <a:cubicBezTo>
                    <a:pt x="416" y="210"/>
                    <a:pt x="419" y="208"/>
                    <a:pt x="422" y="208"/>
                  </a:cubicBezTo>
                  <a:cubicBezTo>
                    <a:pt x="425" y="208"/>
                    <a:pt x="428" y="210"/>
                    <a:pt x="428" y="214"/>
                  </a:cubicBezTo>
                  <a:cubicBezTo>
                    <a:pt x="428" y="217"/>
                    <a:pt x="425" y="219"/>
                    <a:pt x="422" y="219"/>
                  </a:cubicBezTo>
                  <a:cubicBezTo>
                    <a:pt x="419" y="219"/>
                    <a:pt x="416" y="217"/>
                    <a:pt x="416" y="214"/>
                  </a:cubicBezTo>
                  <a:close/>
                  <a:moveTo>
                    <a:pt x="6" y="200"/>
                  </a:moveTo>
                  <a:cubicBezTo>
                    <a:pt x="2" y="200"/>
                    <a:pt x="0" y="197"/>
                    <a:pt x="0" y="194"/>
                  </a:cubicBezTo>
                  <a:cubicBezTo>
                    <a:pt x="1" y="191"/>
                    <a:pt x="3" y="188"/>
                    <a:pt x="7" y="189"/>
                  </a:cubicBezTo>
                  <a:cubicBezTo>
                    <a:pt x="10" y="189"/>
                    <a:pt x="12" y="192"/>
                    <a:pt x="12" y="195"/>
                  </a:cubicBezTo>
                  <a:cubicBezTo>
                    <a:pt x="12" y="198"/>
                    <a:pt x="9" y="200"/>
                    <a:pt x="6" y="200"/>
                  </a:cubicBezTo>
                  <a:close/>
                  <a:moveTo>
                    <a:pt x="414" y="189"/>
                  </a:moveTo>
                  <a:cubicBezTo>
                    <a:pt x="414" y="189"/>
                    <a:pt x="414" y="189"/>
                    <a:pt x="414" y="189"/>
                  </a:cubicBezTo>
                  <a:cubicBezTo>
                    <a:pt x="414" y="186"/>
                    <a:pt x="416" y="183"/>
                    <a:pt x="419" y="182"/>
                  </a:cubicBezTo>
                  <a:cubicBezTo>
                    <a:pt x="423" y="182"/>
                    <a:pt x="426" y="184"/>
                    <a:pt x="426" y="187"/>
                  </a:cubicBezTo>
                  <a:cubicBezTo>
                    <a:pt x="426" y="191"/>
                    <a:pt x="424" y="194"/>
                    <a:pt x="421" y="194"/>
                  </a:cubicBezTo>
                  <a:cubicBezTo>
                    <a:pt x="420" y="194"/>
                    <a:pt x="420" y="194"/>
                    <a:pt x="420" y="194"/>
                  </a:cubicBezTo>
                  <a:cubicBezTo>
                    <a:pt x="417" y="194"/>
                    <a:pt x="415" y="192"/>
                    <a:pt x="414" y="189"/>
                  </a:cubicBezTo>
                  <a:close/>
                  <a:moveTo>
                    <a:pt x="10" y="168"/>
                  </a:moveTo>
                  <a:cubicBezTo>
                    <a:pt x="7" y="168"/>
                    <a:pt x="5" y="165"/>
                    <a:pt x="6" y="161"/>
                  </a:cubicBezTo>
                  <a:cubicBezTo>
                    <a:pt x="7" y="158"/>
                    <a:pt x="10" y="156"/>
                    <a:pt x="13" y="157"/>
                  </a:cubicBezTo>
                  <a:cubicBezTo>
                    <a:pt x="16" y="158"/>
                    <a:pt x="18" y="161"/>
                    <a:pt x="17" y="164"/>
                  </a:cubicBezTo>
                  <a:cubicBezTo>
                    <a:pt x="17" y="167"/>
                    <a:pt x="14" y="169"/>
                    <a:pt x="12" y="169"/>
                  </a:cubicBezTo>
                  <a:cubicBezTo>
                    <a:pt x="11" y="169"/>
                    <a:pt x="11" y="169"/>
                    <a:pt x="10" y="168"/>
                  </a:cubicBezTo>
                  <a:close/>
                  <a:moveTo>
                    <a:pt x="408" y="158"/>
                  </a:moveTo>
                  <a:cubicBezTo>
                    <a:pt x="408" y="158"/>
                    <a:pt x="408" y="158"/>
                    <a:pt x="408" y="158"/>
                  </a:cubicBezTo>
                  <a:cubicBezTo>
                    <a:pt x="407" y="155"/>
                    <a:pt x="409" y="152"/>
                    <a:pt x="412" y="151"/>
                  </a:cubicBezTo>
                  <a:cubicBezTo>
                    <a:pt x="415" y="150"/>
                    <a:pt x="419" y="152"/>
                    <a:pt x="419" y="155"/>
                  </a:cubicBezTo>
                  <a:cubicBezTo>
                    <a:pt x="420" y="158"/>
                    <a:pt x="419" y="162"/>
                    <a:pt x="415" y="162"/>
                  </a:cubicBezTo>
                  <a:cubicBezTo>
                    <a:pt x="415" y="163"/>
                    <a:pt x="414" y="163"/>
                    <a:pt x="414" y="163"/>
                  </a:cubicBezTo>
                  <a:cubicBezTo>
                    <a:pt x="411" y="163"/>
                    <a:pt x="409" y="161"/>
                    <a:pt x="408" y="158"/>
                  </a:cubicBezTo>
                  <a:close/>
                  <a:moveTo>
                    <a:pt x="19" y="138"/>
                  </a:moveTo>
                  <a:cubicBezTo>
                    <a:pt x="16" y="137"/>
                    <a:pt x="15" y="133"/>
                    <a:pt x="16" y="130"/>
                  </a:cubicBezTo>
                  <a:cubicBezTo>
                    <a:pt x="18" y="127"/>
                    <a:pt x="21" y="126"/>
                    <a:pt x="24" y="127"/>
                  </a:cubicBezTo>
                  <a:cubicBezTo>
                    <a:pt x="27" y="128"/>
                    <a:pt x="28" y="132"/>
                    <a:pt x="27" y="135"/>
                  </a:cubicBezTo>
                  <a:cubicBezTo>
                    <a:pt x="26" y="137"/>
                    <a:pt x="24" y="138"/>
                    <a:pt x="22" y="138"/>
                  </a:cubicBezTo>
                  <a:cubicBezTo>
                    <a:pt x="21" y="138"/>
                    <a:pt x="20" y="138"/>
                    <a:pt x="19" y="138"/>
                  </a:cubicBezTo>
                  <a:close/>
                  <a:moveTo>
                    <a:pt x="397" y="129"/>
                  </a:moveTo>
                  <a:cubicBezTo>
                    <a:pt x="396" y="126"/>
                    <a:pt x="397" y="123"/>
                    <a:pt x="400" y="121"/>
                  </a:cubicBezTo>
                  <a:cubicBezTo>
                    <a:pt x="403" y="120"/>
                    <a:pt x="407" y="121"/>
                    <a:pt x="408" y="124"/>
                  </a:cubicBezTo>
                  <a:cubicBezTo>
                    <a:pt x="408" y="124"/>
                    <a:pt x="408" y="124"/>
                    <a:pt x="408" y="124"/>
                  </a:cubicBezTo>
                  <a:cubicBezTo>
                    <a:pt x="409" y="127"/>
                    <a:pt x="408" y="131"/>
                    <a:pt x="405" y="132"/>
                  </a:cubicBezTo>
                  <a:cubicBezTo>
                    <a:pt x="404" y="132"/>
                    <a:pt x="404" y="133"/>
                    <a:pt x="403" y="133"/>
                  </a:cubicBezTo>
                  <a:cubicBezTo>
                    <a:pt x="401" y="133"/>
                    <a:pt x="398" y="131"/>
                    <a:pt x="397" y="129"/>
                  </a:cubicBezTo>
                  <a:close/>
                  <a:moveTo>
                    <a:pt x="33" y="109"/>
                  </a:moveTo>
                  <a:cubicBezTo>
                    <a:pt x="31" y="107"/>
                    <a:pt x="30" y="104"/>
                    <a:pt x="32" y="101"/>
                  </a:cubicBezTo>
                  <a:cubicBezTo>
                    <a:pt x="33" y="98"/>
                    <a:pt x="37" y="97"/>
                    <a:pt x="40" y="99"/>
                  </a:cubicBezTo>
                  <a:cubicBezTo>
                    <a:pt x="42" y="101"/>
                    <a:pt x="43" y="104"/>
                    <a:pt x="41" y="107"/>
                  </a:cubicBezTo>
                  <a:cubicBezTo>
                    <a:pt x="40" y="109"/>
                    <a:pt x="38" y="110"/>
                    <a:pt x="36" y="110"/>
                  </a:cubicBezTo>
                  <a:cubicBezTo>
                    <a:pt x="35" y="110"/>
                    <a:pt x="34" y="110"/>
                    <a:pt x="33" y="109"/>
                  </a:cubicBezTo>
                  <a:close/>
                  <a:moveTo>
                    <a:pt x="382" y="102"/>
                  </a:moveTo>
                  <a:cubicBezTo>
                    <a:pt x="381" y="99"/>
                    <a:pt x="381" y="96"/>
                    <a:pt x="384" y="94"/>
                  </a:cubicBezTo>
                  <a:cubicBezTo>
                    <a:pt x="387" y="92"/>
                    <a:pt x="390" y="93"/>
                    <a:pt x="392" y="96"/>
                  </a:cubicBezTo>
                  <a:cubicBezTo>
                    <a:pt x="394" y="98"/>
                    <a:pt x="393" y="102"/>
                    <a:pt x="390" y="104"/>
                  </a:cubicBezTo>
                  <a:cubicBezTo>
                    <a:pt x="389" y="104"/>
                    <a:pt x="388" y="105"/>
                    <a:pt x="387" y="105"/>
                  </a:cubicBezTo>
                  <a:cubicBezTo>
                    <a:pt x="385" y="105"/>
                    <a:pt x="383" y="104"/>
                    <a:pt x="382" y="102"/>
                  </a:cubicBezTo>
                  <a:close/>
                  <a:moveTo>
                    <a:pt x="52" y="83"/>
                  </a:moveTo>
                  <a:cubicBezTo>
                    <a:pt x="49" y="80"/>
                    <a:pt x="49" y="77"/>
                    <a:pt x="51" y="74"/>
                  </a:cubicBezTo>
                  <a:cubicBezTo>
                    <a:pt x="53" y="72"/>
                    <a:pt x="57" y="72"/>
                    <a:pt x="59" y="74"/>
                  </a:cubicBezTo>
                  <a:cubicBezTo>
                    <a:pt x="62" y="76"/>
                    <a:pt x="62" y="79"/>
                    <a:pt x="60" y="82"/>
                  </a:cubicBezTo>
                  <a:cubicBezTo>
                    <a:pt x="59" y="83"/>
                    <a:pt x="57" y="84"/>
                    <a:pt x="55" y="84"/>
                  </a:cubicBezTo>
                  <a:cubicBezTo>
                    <a:pt x="54" y="84"/>
                    <a:pt x="53" y="83"/>
                    <a:pt x="52" y="83"/>
                  </a:cubicBezTo>
                  <a:close/>
                  <a:moveTo>
                    <a:pt x="363" y="77"/>
                  </a:moveTo>
                  <a:cubicBezTo>
                    <a:pt x="363" y="77"/>
                    <a:pt x="363" y="77"/>
                    <a:pt x="363" y="77"/>
                  </a:cubicBezTo>
                  <a:cubicBezTo>
                    <a:pt x="361" y="75"/>
                    <a:pt x="361" y="71"/>
                    <a:pt x="364" y="69"/>
                  </a:cubicBezTo>
                  <a:cubicBezTo>
                    <a:pt x="366" y="67"/>
                    <a:pt x="370" y="67"/>
                    <a:pt x="372" y="70"/>
                  </a:cubicBezTo>
                  <a:cubicBezTo>
                    <a:pt x="374" y="72"/>
                    <a:pt x="374" y="76"/>
                    <a:pt x="371" y="78"/>
                  </a:cubicBezTo>
                  <a:cubicBezTo>
                    <a:pt x="370" y="79"/>
                    <a:pt x="369" y="79"/>
                    <a:pt x="367" y="79"/>
                  </a:cubicBezTo>
                  <a:cubicBezTo>
                    <a:pt x="366" y="79"/>
                    <a:pt x="364" y="79"/>
                    <a:pt x="363" y="77"/>
                  </a:cubicBezTo>
                  <a:close/>
                  <a:moveTo>
                    <a:pt x="74" y="59"/>
                  </a:moveTo>
                  <a:cubicBezTo>
                    <a:pt x="72" y="57"/>
                    <a:pt x="72" y="53"/>
                    <a:pt x="74" y="51"/>
                  </a:cubicBezTo>
                  <a:cubicBezTo>
                    <a:pt x="74" y="51"/>
                    <a:pt x="74" y="51"/>
                    <a:pt x="74" y="51"/>
                  </a:cubicBezTo>
                  <a:cubicBezTo>
                    <a:pt x="77" y="49"/>
                    <a:pt x="80" y="49"/>
                    <a:pt x="83" y="52"/>
                  </a:cubicBezTo>
                  <a:cubicBezTo>
                    <a:pt x="85" y="54"/>
                    <a:pt x="84" y="58"/>
                    <a:pt x="82" y="60"/>
                  </a:cubicBezTo>
                  <a:cubicBezTo>
                    <a:pt x="81" y="61"/>
                    <a:pt x="79" y="61"/>
                    <a:pt x="78" y="61"/>
                  </a:cubicBezTo>
                  <a:cubicBezTo>
                    <a:pt x="76" y="61"/>
                    <a:pt x="75" y="61"/>
                    <a:pt x="74" y="59"/>
                  </a:cubicBezTo>
                  <a:close/>
                  <a:moveTo>
                    <a:pt x="340" y="56"/>
                  </a:moveTo>
                  <a:cubicBezTo>
                    <a:pt x="338" y="54"/>
                    <a:pt x="338" y="50"/>
                    <a:pt x="340" y="48"/>
                  </a:cubicBezTo>
                  <a:cubicBezTo>
                    <a:pt x="342" y="45"/>
                    <a:pt x="345" y="45"/>
                    <a:pt x="348" y="47"/>
                  </a:cubicBezTo>
                  <a:cubicBezTo>
                    <a:pt x="350" y="49"/>
                    <a:pt x="351" y="53"/>
                    <a:pt x="349" y="55"/>
                  </a:cubicBezTo>
                  <a:cubicBezTo>
                    <a:pt x="348" y="57"/>
                    <a:pt x="346" y="57"/>
                    <a:pt x="344" y="57"/>
                  </a:cubicBezTo>
                  <a:cubicBezTo>
                    <a:pt x="343" y="57"/>
                    <a:pt x="342" y="57"/>
                    <a:pt x="340" y="56"/>
                  </a:cubicBezTo>
                  <a:close/>
                  <a:moveTo>
                    <a:pt x="99" y="40"/>
                  </a:moveTo>
                  <a:cubicBezTo>
                    <a:pt x="97" y="37"/>
                    <a:pt x="98" y="33"/>
                    <a:pt x="101" y="32"/>
                  </a:cubicBezTo>
                  <a:cubicBezTo>
                    <a:pt x="104" y="30"/>
                    <a:pt x="107" y="31"/>
                    <a:pt x="109" y="33"/>
                  </a:cubicBezTo>
                  <a:cubicBezTo>
                    <a:pt x="111" y="36"/>
                    <a:pt x="110" y="40"/>
                    <a:pt x="107" y="42"/>
                  </a:cubicBezTo>
                  <a:cubicBezTo>
                    <a:pt x="106" y="42"/>
                    <a:pt x="105" y="42"/>
                    <a:pt x="104" y="42"/>
                  </a:cubicBezTo>
                  <a:cubicBezTo>
                    <a:pt x="102" y="42"/>
                    <a:pt x="100" y="41"/>
                    <a:pt x="99" y="40"/>
                  </a:cubicBezTo>
                  <a:close/>
                  <a:moveTo>
                    <a:pt x="315" y="38"/>
                  </a:moveTo>
                  <a:cubicBezTo>
                    <a:pt x="312" y="37"/>
                    <a:pt x="311" y="33"/>
                    <a:pt x="313" y="30"/>
                  </a:cubicBezTo>
                  <a:cubicBezTo>
                    <a:pt x="314" y="28"/>
                    <a:pt x="318" y="27"/>
                    <a:pt x="321" y="28"/>
                  </a:cubicBezTo>
                  <a:cubicBezTo>
                    <a:pt x="323" y="30"/>
                    <a:pt x="324" y="33"/>
                    <a:pt x="323" y="36"/>
                  </a:cubicBezTo>
                  <a:cubicBezTo>
                    <a:pt x="322" y="38"/>
                    <a:pt x="320" y="39"/>
                    <a:pt x="318" y="39"/>
                  </a:cubicBezTo>
                  <a:cubicBezTo>
                    <a:pt x="317" y="39"/>
                    <a:pt x="316" y="39"/>
                    <a:pt x="315" y="38"/>
                  </a:cubicBezTo>
                  <a:close/>
                  <a:moveTo>
                    <a:pt x="127" y="24"/>
                  </a:moveTo>
                  <a:cubicBezTo>
                    <a:pt x="126" y="21"/>
                    <a:pt x="127" y="18"/>
                    <a:pt x="130" y="16"/>
                  </a:cubicBezTo>
                  <a:cubicBezTo>
                    <a:pt x="133" y="15"/>
                    <a:pt x="136" y="17"/>
                    <a:pt x="138" y="20"/>
                  </a:cubicBezTo>
                  <a:cubicBezTo>
                    <a:pt x="139" y="23"/>
                    <a:pt x="138" y="26"/>
                    <a:pt x="135" y="27"/>
                  </a:cubicBezTo>
                  <a:cubicBezTo>
                    <a:pt x="134" y="28"/>
                    <a:pt x="133" y="28"/>
                    <a:pt x="132" y="28"/>
                  </a:cubicBezTo>
                  <a:cubicBezTo>
                    <a:pt x="130" y="28"/>
                    <a:pt x="128" y="26"/>
                    <a:pt x="127" y="24"/>
                  </a:cubicBezTo>
                  <a:close/>
                  <a:moveTo>
                    <a:pt x="287" y="25"/>
                  </a:moveTo>
                  <a:cubicBezTo>
                    <a:pt x="284" y="24"/>
                    <a:pt x="282" y="20"/>
                    <a:pt x="283" y="17"/>
                  </a:cubicBezTo>
                  <a:cubicBezTo>
                    <a:pt x="285" y="14"/>
                    <a:pt x="288" y="13"/>
                    <a:pt x="291" y="14"/>
                  </a:cubicBezTo>
                  <a:cubicBezTo>
                    <a:pt x="294" y="15"/>
                    <a:pt x="295" y="19"/>
                    <a:pt x="294" y="22"/>
                  </a:cubicBezTo>
                  <a:cubicBezTo>
                    <a:pt x="293" y="24"/>
                    <a:pt x="291" y="25"/>
                    <a:pt x="289" y="25"/>
                  </a:cubicBezTo>
                  <a:cubicBezTo>
                    <a:pt x="288" y="25"/>
                    <a:pt x="287" y="25"/>
                    <a:pt x="287" y="25"/>
                  </a:cubicBezTo>
                  <a:close/>
                  <a:moveTo>
                    <a:pt x="157" y="13"/>
                  </a:moveTo>
                  <a:cubicBezTo>
                    <a:pt x="156" y="10"/>
                    <a:pt x="158" y="7"/>
                    <a:pt x="161" y="6"/>
                  </a:cubicBezTo>
                  <a:cubicBezTo>
                    <a:pt x="164" y="5"/>
                    <a:pt x="168" y="7"/>
                    <a:pt x="168" y="10"/>
                  </a:cubicBezTo>
                  <a:cubicBezTo>
                    <a:pt x="169" y="13"/>
                    <a:pt x="167" y="17"/>
                    <a:pt x="164" y="17"/>
                  </a:cubicBezTo>
                  <a:cubicBezTo>
                    <a:pt x="164" y="17"/>
                    <a:pt x="163" y="17"/>
                    <a:pt x="163" y="17"/>
                  </a:cubicBezTo>
                  <a:cubicBezTo>
                    <a:pt x="160" y="17"/>
                    <a:pt x="158" y="16"/>
                    <a:pt x="157" y="13"/>
                  </a:cubicBezTo>
                  <a:close/>
                  <a:moveTo>
                    <a:pt x="257" y="16"/>
                  </a:moveTo>
                  <a:cubicBezTo>
                    <a:pt x="254" y="15"/>
                    <a:pt x="252" y="12"/>
                    <a:pt x="252" y="9"/>
                  </a:cubicBezTo>
                  <a:cubicBezTo>
                    <a:pt x="253" y="6"/>
                    <a:pt x="256" y="4"/>
                    <a:pt x="259" y="5"/>
                  </a:cubicBezTo>
                  <a:cubicBezTo>
                    <a:pt x="263" y="5"/>
                    <a:pt x="265" y="8"/>
                    <a:pt x="264" y="11"/>
                  </a:cubicBezTo>
                  <a:cubicBezTo>
                    <a:pt x="263" y="14"/>
                    <a:pt x="261" y="16"/>
                    <a:pt x="258" y="16"/>
                  </a:cubicBezTo>
                  <a:cubicBezTo>
                    <a:pt x="258" y="16"/>
                    <a:pt x="257" y="16"/>
                    <a:pt x="257" y="16"/>
                  </a:cubicBezTo>
                  <a:close/>
                  <a:moveTo>
                    <a:pt x="189" y="7"/>
                  </a:moveTo>
                  <a:cubicBezTo>
                    <a:pt x="188" y="4"/>
                    <a:pt x="191" y="1"/>
                    <a:pt x="194" y="0"/>
                  </a:cubicBezTo>
                  <a:cubicBezTo>
                    <a:pt x="197" y="0"/>
                    <a:pt x="200" y="3"/>
                    <a:pt x="200" y="6"/>
                  </a:cubicBezTo>
                  <a:cubicBezTo>
                    <a:pt x="200" y="9"/>
                    <a:pt x="198" y="12"/>
                    <a:pt x="195" y="12"/>
                  </a:cubicBezTo>
                  <a:cubicBezTo>
                    <a:pt x="194" y="12"/>
                    <a:pt x="194" y="12"/>
                    <a:pt x="194" y="12"/>
                  </a:cubicBezTo>
                  <a:cubicBezTo>
                    <a:pt x="191" y="12"/>
                    <a:pt x="189" y="10"/>
                    <a:pt x="189" y="7"/>
                  </a:cubicBezTo>
                  <a:close/>
                  <a:moveTo>
                    <a:pt x="226" y="12"/>
                  </a:moveTo>
                  <a:cubicBezTo>
                    <a:pt x="223" y="11"/>
                    <a:pt x="220" y="9"/>
                    <a:pt x="221" y="5"/>
                  </a:cubicBezTo>
                  <a:cubicBezTo>
                    <a:pt x="221" y="2"/>
                    <a:pt x="224" y="0"/>
                    <a:pt x="227" y="0"/>
                  </a:cubicBezTo>
                  <a:cubicBezTo>
                    <a:pt x="230" y="0"/>
                    <a:pt x="232" y="3"/>
                    <a:pt x="232" y="6"/>
                  </a:cubicBezTo>
                  <a:cubicBezTo>
                    <a:pt x="232" y="9"/>
                    <a:pt x="229" y="12"/>
                    <a:pt x="226" y="1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6" name="Google Shape;946;p21"/>
            <p:cNvSpPr/>
            <p:nvPr/>
          </p:nvSpPr>
          <p:spPr>
            <a:xfrm>
              <a:off x="5913438" y="4510088"/>
              <a:ext cx="625475" cy="625475"/>
            </a:xfrm>
            <a:custGeom>
              <a:avLst/>
              <a:gdLst/>
              <a:ahLst/>
              <a:cxnLst/>
              <a:rect l="l" t="t" r="r" b="b"/>
              <a:pathLst>
                <a:path w="371" h="371" extrusionOk="0">
                  <a:moveTo>
                    <a:pt x="186" y="371"/>
                  </a:moveTo>
                  <a:cubicBezTo>
                    <a:pt x="83" y="371"/>
                    <a:pt x="0" y="288"/>
                    <a:pt x="0" y="186"/>
                  </a:cubicBezTo>
                  <a:cubicBezTo>
                    <a:pt x="0" y="83"/>
                    <a:pt x="83" y="0"/>
                    <a:pt x="186" y="0"/>
                  </a:cubicBezTo>
                  <a:cubicBezTo>
                    <a:pt x="288" y="0"/>
                    <a:pt x="371" y="83"/>
                    <a:pt x="371" y="186"/>
                  </a:cubicBezTo>
                  <a:cubicBezTo>
                    <a:pt x="371" y="288"/>
                    <a:pt x="288" y="371"/>
                    <a:pt x="186" y="371"/>
                  </a:cubicBezTo>
                  <a:close/>
                  <a:moveTo>
                    <a:pt x="186" y="8"/>
                  </a:moveTo>
                  <a:cubicBezTo>
                    <a:pt x="88" y="8"/>
                    <a:pt x="8" y="88"/>
                    <a:pt x="8" y="186"/>
                  </a:cubicBezTo>
                  <a:cubicBezTo>
                    <a:pt x="8" y="283"/>
                    <a:pt x="88" y="363"/>
                    <a:pt x="186" y="363"/>
                  </a:cubicBezTo>
                  <a:cubicBezTo>
                    <a:pt x="283" y="363"/>
                    <a:pt x="363" y="283"/>
                    <a:pt x="363" y="186"/>
                  </a:cubicBezTo>
                  <a:cubicBezTo>
                    <a:pt x="363" y="88"/>
                    <a:pt x="283" y="8"/>
                    <a:pt x="186" y="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7" name="Google Shape;947;p21"/>
            <p:cNvSpPr/>
            <p:nvPr/>
          </p:nvSpPr>
          <p:spPr>
            <a:xfrm>
              <a:off x="5978525" y="4573588"/>
              <a:ext cx="496888" cy="498475"/>
            </a:xfrm>
            <a:custGeom>
              <a:avLst/>
              <a:gdLst/>
              <a:ahLst/>
              <a:cxnLst/>
              <a:rect l="l" t="t" r="r" b="b"/>
              <a:pathLst>
                <a:path w="295" h="295" extrusionOk="0">
                  <a:moveTo>
                    <a:pt x="148" y="295"/>
                  </a:moveTo>
                  <a:cubicBezTo>
                    <a:pt x="66" y="295"/>
                    <a:pt x="0" y="229"/>
                    <a:pt x="0" y="148"/>
                  </a:cubicBezTo>
                  <a:cubicBezTo>
                    <a:pt x="0" y="66"/>
                    <a:pt x="66" y="0"/>
                    <a:pt x="148" y="0"/>
                  </a:cubicBezTo>
                  <a:cubicBezTo>
                    <a:pt x="229" y="0"/>
                    <a:pt x="295" y="66"/>
                    <a:pt x="295" y="148"/>
                  </a:cubicBezTo>
                  <a:cubicBezTo>
                    <a:pt x="295" y="229"/>
                    <a:pt x="229" y="295"/>
                    <a:pt x="148" y="295"/>
                  </a:cubicBezTo>
                  <a:close/>
                  <a:moveTo>
                    <a:pt x="148" y="31"/>
                  </a:moveTo>
                  <a:cubicBezTo>
                    <a:pt x="83" y="31"/>
                    <a:pt x="31" y="83"/>
                    <a:pt x="31" y="148"/>
                  </a:cubicBezTo>
                  <a:cubicBezTo>
                    <a:pt x="31" y="212"/>
                    <a:pt x="83" y="264"/>
                    <a:pt x="148" y="264"/>
                  </a:cubicBezTo>
                  <a:cubicBezTo>
                    <a:pt x="212" y="264"/>
                    <a:pt x="264" y="212"/>
                    <a:pt x="264" y="148"/>
                  </a:cubicBezTo>
                  <a:cubicBezTo>
                    <a:pt x="264" y="83"/>
                    <a:pt x="212" y="31"/>
                    <a:pt x="148" y="3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48" name="Google Shape;948;p2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4" name="Google Shape;964;p23"/>
          <p:cNvGrpSpPr/>
          <p:nvPr/>
        </p:nvGrpSpPr>
        <p:grpSpPr>
          <a:xfrm>
            <a:off x="8689327" y="4154888"/>
            <a:ext cx="900146" cy="898301"/>
            <a:chOff x="1120775" y="368300"/>
            <a:chExt cx="744538" cy="742950"/>
          </a:xfrm>
        </p:grpSpPr>
        <p:sp>
          <p:nvSpPr>
            <p:cNvPr id="965" name="Google Shape;965;p23"/>
            <p:cNvSpPr/>
            <p:nvPr/>
          </p:nvSpPr>
          <p:spPr>
            <a:xfrm>
              <a:off x="1120775" y="739775"/>
              <a:ext cx="60325" cy="157163"/>
            </a:xfrm>
            <a:custGeom>
              <a:avLst/>
              <a:gdLst/>
              <a:ahLst/>
              <a:cxnLst/>
              <a:rect l="l" t="t" r="r" b="b"/>
              <a:pathLst>
                <a:path w="36" h="94" extrusionOk="0">
                  <a:moveTo>
                    <a:pt x="21" y="94"/>
                  </a:moveTo>
                  <a:cubicBezTo>
                    <a:pt x="7" y="64"/>
                    <a:pt x="0" y="33"/>
                    <a:pt x="0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17" y="30"/>
                    <a:pt x="23" y="59"/>
                    <a:pt x="36" y="87"/>
                  </a:cubicBezTo>
                  <a:lnTo>
                    <a:pt x="21" y="9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6" name="Google Shape;966;p23"/>
            <p:cNvSpPr/>
            <p:nvPr/>
          </p:nvSpPr>
          <p:spPr>
            <a:xfrm>
              <a:off x="1184275" y="930275"/>
              <a:ext cx="127000" cy="125413"/>
            </a:xfrm>
            <a:custGeom>
              <a:avLst/>
              <a:gdLst/>
              <a:ahLst/>
              <a:cxnLst/>
              <a:rect l="l" t="t" r="r" b="b"/>
              <a:pathLst>
                <a:path w="76" h="75" extrusionOk="0">
                  <a:moveTo>
                    <a:pt x="67" y="75"/>
                  </a:moveTo>
                  <a:cubicBezTo>
                    <a:pt x="41" y="58"/>
                    <a:pt x="17" y="35"/>
                    <a:pt x="0" y="9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30" y="24"/>
                    <a:pt x="51" y="45"/>
                    <a:pt x="76" y="61"/>
                  </a:cubicBezTo>
                  <a:lnTo>
                    <a:pt x="67" y="75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7" name="Google Shape;967;p23"/>
            <p:cNvSpPr/>
            <p:nvPr/>
          </p:nvSpPr>
          <p:spPr>
            <a:xfrm>
              <a:off x="1341438" y="1054100"/>
              <a:ext cx="69850" cy="46037"/>
            </a:xfrm>
            <a:custGeom>
              <a:avLst/>
              <a:gdLst/>
              <a:ahLst/>
              <a:cxnLst/>
              <a:rect l="l" t="t" r="r" b="b"/>
              <a:pathLst>
                <a:path w="41" h="27" extrusionOk="0">
                  <a:moveTo>
                    <a:pt x="37" y="27"/>
                  </a:moveTo>
                  <a:cubicBezTo>
                    <a:pt x="25" y="24"/>
                    <a:pt x="12" y="20"/>
                    <a:pt x="0" y="15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8" y="5"/>
                    <a:pt x="30" y="9"/>
                    <a:pt x="41" y="11"/>
                  </a:cubicBezTo>
                  <a:lnTo>
                    <a:pt x="37" y="27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8" name="Google Shape;968;p23"/>
            <p:cNvSpPr/>
            <p:nvPr/>
          </p:nvSpPr>
          <p:spPr>
            <a:xfrm>
              <a:off x="1447800" y="1057275"/>
              <a:ext cx="187325" cy="53975"/>
            </a:xfrm>
            <a:custGeom>
              <a:avLst/>
              <a:gdLst/>
              <a:ahLst/>
              <a:cxnLst/>
              <a:rect l="l" t="t" r="r" b="b"/>
              <a:pathLst>
                <a:path w="111" h="32" extrusionOk="0">
                  <a:moveTo>
                    <a:pt x="27" y="32"/>
                  </a:moveTo>
                  <a:cubicBezTo>
                    <a:pt x="18" y="32"/>
                    <a:pt x="9" y="31"/>
                    <a:pt x="0" y="30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10" y="15"/>
                    <a:pt x="18" y="15"/>
                    <a:pt x="27" y="15"/>
                  </a:cubicBezTo>
                  <a:cubicBezTo>
                    <a:pt x="54" y="15"/>
                    <a:pt x="80" y="10"/>
                    <a:pt x="104" y="0"/>
                  </a:cubicBezTo>
                  <a:cubicBezTo>
                    <a:pt x="111" y="15"/>
                    <a:pt x="111" y="15"/>
                    <a:pt x="111" y="15"/>
                  </a:cubicBezTo>
                  <a:cubicBezTo>
                    <a:pt x="84" y="26"/>
                    <a:pt x="56" y="32"/>
                    <a:pt x="27" y="3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9" name="Google Shape;969;p23"/>
            <p:cNvSpPr/>
            <p:nvPr/>
          </p:nvSpPr>
          <p:spPr>
            <a:xfrm>
              <a:off x="1681163" y="923925"/>
              <a:ext cx="127000" cy="127000"/>
            </a:xfrm>
            <a:custGeom>
              <a:avLst/>
              <a:gdLst/>
              <a:ahLst/>
              <a:cxnLst/>
              <a:rect l="l" t="t" r="r" b="b"/>
              <a:pathLst>
                <a:path w="75" h="75" extrusionOk="0">
                  <a:moveTo>
                    <a:pt x="9" y="75"/>
                  </a:moveTo>
                  <a:cubicBezTo>
                    <a:pt x="0" y="61"/>
                    <a:pt x="0" y="61"/>
                    <a:pt x="0" y="61"/>
                  </a:cubicBezTo>
                  <a:cubicBezTo>
                    <a:pt x="24" y="46"/>
                    <a:pt x="45" y="24"/>
                    <a:pt x="61" y="0"/>
                  </a:cubicBezTo>
                  <a:cubicBezTo>
                    <a:pt x="75" y="9"/>
                    <a:pt x="75" y="9"/>
                    <a:pt x="75" y="9"/>
                  </a:cubicBezTo>
                  <a:cubicBezTo>
                    <a:pt x="58" y="35"/>
                    <a:pt x="35" y="58"/>
                    <a:pt x="9" y="7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0" name="Google Shape;970;p23"/>
            <p:cNvSpPr/>
            <p:nvPr/>
          </p:nvSpPr>
          <p:spPr>
            <a:xfrm>
              <a:off x="1830388" y="668338"/>
              <a:ext cx="34925" cy="142875"/>
            </a:xfrm>
            <a:custGeom>
              <a:avLst/>
              <a:gdLst/>
              <a:ahLst/>
              <a:cxnLst/>
              <a:rect l="l" t="t" r="r" b="b"/>
              <a:pathLst>
                <a:path w="20" h="85" extrusionOk="0">
                  <a:moveTo>
                    <a:pt x="16" y="85"/>
                  </a:moveTo>
                  <a:cubicBezTo>
                    <a:pt x="0" y="82"/>
                    <a:pt x="0" y="82"/>
                    <a:pt x="0" y="82"/>
                  </a:cubicBezTo>
                  <a:cubicBezTo>
                    <a:pt x="2" y="69"/>
                    <a:pt x="4" y="56"/>
                    <a:pt x="4" y="42"/>
                  </a:cubicBezTo>
                  <a:cubicBezTo>
                    <a:pt x="4" y="29"/>
                    <a:pt x="2" y="16"/>
                    <a:pt x="0" y="3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9" y="14"/>
                    <a:pt x="20" y="28"/>
                    <a:pt x="20" y="42"/>
                  </a:cubicBezTo>
                  <a:cubicBezTo>
                    <a:pt x="20" y="57"/>
                    <a:pt x="19" y="71"/>
                    <a:pt x="16" y="8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1" name="Google Shape;971;p23"/>
            <p:cNvSpPr/>
            <p:nvPr/>
          </p:nvSpPr>
          <p:spPr>
            <a:xfrm>
              <a:off x="1695450" y="438150"/>
              <a:ext cx="144463" cy="174625"/>
            </a:xfrm>
            <a:custGeom>
              <a:avLst/>
              <a:gdLst/>
              <a:ahLst/>
              <a:cxnLst/>
              <a:rect l="l" t="t" r="r" b="b"/>
              <a:pathLst>
                <a:path w="85" h="103" extrusionOk="0">
                  <a:moveTo>
                    <a:pt x="70" y="103"/>
                  </a:moveTo>
                  <a:cubicBezTo>
                    <a:pt x="55" y="67"/>
                    <a:pt x="31" y="36"/>
                    <a:pt x="0" y="13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44" y="25"/>
                    <a:pt x="70" y="58"/>
                    <a:pt x="85" y="97"/>
                  </a:cubicBezTo>
                  <a:lnTo>
                    <a:pt x="70" y="10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2" name="Google Shape;972;p23"/>
            <p:cNvSpPr/>
            <p:nvPr/>
          </p:nvSpPr>
          <p:spPr>
            <a:xfrm>
              <a:off x="1449388" y="368300"/>
              <a:ext cx="228600" cy="71438"/>
            </a:xfrm>
            <a:custGeom>
              <a:avLst/>
              <a:gdLst/>
              <a:ahLst/>
              <a:cxnLst/>
              <a:rect l="l" t="t" r="r" b="b"/>
              <a:pathLst>
                <a:path w="135" h="43" extrusionOk="0">
                  <a:moveTo>
                    <a:pt x="127" y="43"/>
                  </a:moveTo>
                  <a:cubicBezTo>
                    <a:pt x="96" y="26"/>
                    <a:pt x="61" y="16"/>
                    <a:pt x="26" y="16"/>
                  </a:cubicBezTo>
                  <a:cubicBezTo>
                    <a:pt x="18" y="16"/>
                    <a:pt x="10" y="17"/>
                    <a:pt x="2" y="18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9" y="0"/>
                    <a:pt x="17" y="0"/>
                    <a:pt x="26" y="0"/>
                  </a:cubicBezTo>
                  <a:cubicBezTo>
                    <a:pt x="64" y="0"/>
                    <a:pt x="102" y="10"/>
                    <a:pt x="135" y="29"/>
                  </a:cubicBezTo>
                  <a:lnTo>
                    <a:pt x="127" y="4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3" name="Google Shape;973;p23"/>
            <p:cNvSpPr/>
            <p:nvPr/>
          </p:nvSpPr>
          <p:spPr>
            <a:xfrm>
              <a:off x="1296988" y="377825"/>
              <a:ext cx="114300" cy="69850"/>
            </a:xfrm>
            <a:custGeom>
              <a:avLst/>
              <a:gdLst/>
              <a:ahLst/>
              <a:cxnLst/>
              <a:rect l="l" t="t" r="r" b="b"/>
              <a:pathLst>
                <a:path w="68" h="41" extrusionOk="0">
                  <a:moveTo>
                    <a:pt x="9" y="41"/>
                  </a:moveTo>
                  <a:cubicBezTo>
                    <a:pt x="0" y="27"/>
                    <a:pt x="0" y="27"/>
                    <a:pt x="0" y="27"/>
                  </a:cubicBezTo>
                  <a:cubicBezTo>
                    <a:pt x="20" y="15"/>
                    <a:pt x="42" y="6"/>
                    <a:pt x="64" y="0"/>
                  </a:cubicBezTo>
                  <a:cubicBezTo>
                    <a:pt x="68" y="16"/>
                    <a:pt x="68" y="16"/>
                    <a:pt x="68" y="16"/>
                  </a:cubicBezTo>
                  <a:cubicBezTo>
                    <a:pt x="47" y="21"/>
                    <a:pt x="28" y="30"/>
                    <a:pt x="9" y="4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4" name="Google Shape;974;p23"/>
            <p:cNvSpPr/>
            <p:nvPr/>
          </p:nvSpPr>
          <p:spPr>
            <a:xfrm>
              <a:off x="1127125" y="468313"/>
              <a:ext cx="130175" cy="206375"/>
            </a:xfrm>
            <a:custGeom>
              <a:avLst/>
              <a:gdLst/>
              <a:ahLst/>
              <a:cxnLst/>
              <a:rect l="l" t="t" r="r" b="b"/>
              <a:pathLst>
                <a:path w="77" h="122" extrusionOk="0">
                  <a:moveTo>
                    <a:pt x="16" y="122"/>
                  </a:moveTo>
                  <a:cubicBezTo>
                    <a:pt x="0" y="119"/>
                    <a:pt x="0" y="119"/>
                    <a:pt x="0" y="119"/>
                  </a:cubicBezTo>
                  <a:cubicBezTo>
                    <a:pt x="9" y="73"/>
                    <a:pt x="31" y="32"/>
                    <a:pt x="65" y="0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45" y="42"/>
                    <a:pt x="24" y="80"/>
                    <a:pt x="16" y="12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5" name="Google Shape;975;p23"/>
            <p:cNvSpPr/>
            <p:nvPr/>
          </p:nvSpPr>
          <p:spPr>
            <a:xfrm>
              <a:off x="1192213" y="847725"/>
              <a:ext cx="80963" cy="109538"/>
            </a:xfrm>
            <a:custGeom>
              <a:avLst/>
              <a:gdLst/>
              <a:ahLst/>
              <a:cxnLst/>
              <a:rect l="l" t="t" r="r" b="b"/>
              <a:pathLst>
                <a:path w="48" h="65" extrusionOk="0">
                  <a:moveTo>
                    <a:pt x="38" y="65"/>
                  </a:moveTo>
                  <a:cubicBezTo>
                    <a:pt x="21" y="47"/>
                    <a:pt x="9" y="27"/>
                    <a:pt x="0" y="5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21" y="21"/>
                    <a:pt x="33" y="39"/>
                    <a:pt x="48" y="56"/>
                  </a:cubicBezTo>
                  <a:lnTo>
                    <a:pt x="38" y="6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6" name="Google Shape;976;p23"/>
            <p:cNvSpPr/>
            <p:nvPr/>
          </p:nvSpPr>
          <p:spPr>
            <a:xfrm>
              <a:off x="1284288" y="966788"/>
              <a:ext cx="209550" cy="93663"/>
            </a:xfrm>
            <a:custGeom>
              <a:avLst/>
              <a:gdLst/>
              <a:ahLst/>
              <a:cxnLst/>
              <a:rect l="l" t="t" r="r" b="b"/>
              <a:pathLst>
                <a:path w="124" h="56" extrusionOk="0">
                  <a:moveTo>
                    <a:pt x="124" y="56"/>
                  </a:moveTo>
                  <a:cubicBezTo>
                    <a:pt x="78" y="56"/>
                    <a:pt x="34" y="40"/>
                    <a:pt x="0" y="11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41" y="28"/>
                    <a:pt x="82" y="43"/>
                    <a:pt x="124" y="43"/>
                  </a:cubicBezTo>
                  <a:lnTo>
                    <a:pt x="124" y="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7" name="Google Shape;977;p23"/>
            <p:cNvSpPr/>
            <p:nvPr/>
          </p:nvSpPr>
          <p:spPr>
            <a:xfrm>
              <a:off x="1555750" y="963613"/>
              <a:ext cx="150813" cy="90488"/>
            </a:xfrm>
            <a:custGeom>
              <a:avLst/>
              <a:gdLst/>
              <a:ahLst/>
              <a:cxnLst/>
              <a:rect l="l" t="t" r="r" b="b"/>
              <a:pathLst>
                <a:path w="89" h="54" extrusionOk="0">
                  <a:moveTo>
                    <a:pt x="3" y="54"/>
                  </a:moveTo>
                  <a:cubicBezTo>
                    <a:pt x="0" y="41"/>
                    <a:pt x="0" y="41"/>
                    <a:pt x="0" y="41"/>
                  </a:cubicBezTo>
                  <a:cubicBezTo>
                    <a:pt x="30" y="34"/>
                    <a:pt x="57" y="20"/>
                    <a:pt x="80" y="0"/>
                  </a:cubicBezTo>
                  <a:cubicBezTo>
                    <a:pt x="89" y="10"/>
                    <a:pt x="89" y="10"/>
                    <a:pt x="89" y="10"/>
                  </a:cubicBezTo>
                  <a:cubicBezTo>
                    <a:pt x="65" y="32"/>
                    <a:pt x="35" y="47"/>
                    <a:pt x="3" y="5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8" name="Google Shape;978;p23"/>
            <p:cNvSpPr/>
            <p:nvPr/>
          </p:nvSpPr>
          <p:spPr>
            <a:xfrm>
              <a:off x="1714500" y="839788"/>
              <a:ext cx="82550" cy="117475"/>
            </a:xfrm>
            <a:custGeom>
              <a:avLst/>
              <a:gdLst/>
              <a:ahLst/>
              <a:cxnLst/>
              <a:rect l="l" t="t" r="r" b="b"/>
              <a:pathLst>
                <a:path w="49" h="69" extrusionOk="0">
                  <a:moveTo>
                    <a:pt x="10" y="69"/>
                  </a:moveTo>
                  <a:cubicBezTo>
                    <a:pt x="0" y="60"/>
                    <a:pt x="0" y="60"/>
                    <a:pt x="0" y="60"/>
                  </a:cubicBezTo>
                  <a:cubicBezTo>
                    <a:pt x="16" y="42"/>
                    <a:pt x="28" y="22"/>
                    <a:pt x="36" y="0"/>
                  </a:cubicBezTo>
                  <a:cubicBezTo>
                    <a:pt x="49" y="5"/>
                    <a:pt x="49" y="5"/>
                    <a:pt x="49" y="5"/>
                  </a:cubicBezTo>
                  <a:cubicBezTo>
                    <a:pt x="40" y="29"/>
                    <a:pt x="27" y="50"/>
                    <a:pt x="10" y="6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9" name="Google Shape;979;p23"/>
            <p:cNvSpPr/>
            <p:nvPr/>
          </p:nvSpPr>
          <p:spPr>
            <a:xfrm>
              <a:off x="1784350" y="663575"/>
              <a:ext cx="31750" cy="133350"/>
            </a:xfrm>
            <a:custGeom>
              <a:avLst/>
              <a:gdLst/>
              <a:ahLst/>
              <a:cxnLst/>
              <a:rect l="l" t="t" r="r" b="b"/>
              <a:pathLst>
                <a:path w="19" h="79" extrusionOk="0">
                  <a:moveTo>
                    <a:pt x="16" y="79"/>
                  </a:moveTo>
                  <a:cubicBezTo>
                    <a:pt x="2" y="77"/>
                    <a:pt x="2" y="77"/>
                    <a:pt x="2" y="77"/>
                  </a:cubicBezTo>
                  <a:cubicBezTo>
                    <a:pt x="4" y="66"/>
                    <a:pt x="5" y="56"/>
                    <a:pt x="5" y="45"/>
                  </a:cubicBezTo>
                  <a:cubicBezTo>
                    <a:pt x="5" y="31"/>
                    <a:pt x="4" y="17"/>
                    <a:pt x="0" y="3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7" y="15"/>
                    <a:pt x="19" y="30"/>
                    <a:pt x="19" y="45"/>
                  </a:cubicBezTo>
                  <a:cubicBezTo>
                    <a:pt x="19" y="57"/>
                    <a:pt x="18" y="68"/>
                    <a:pt x="16" y="7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0" name="Google Shape;980;p23"/>
            <p:cNvSpPr/>
            <p:nvPr/>
          </p:nvSpPr>
          <p:spPr>
            <a:xfrm>
              <a:off x="1714500" y="520700"/>
              <a:ext cx="80963" cy="112712"/>
            </a:xfrm>
            <a:custGeom>
              <a:avLst/>
              <a:gdLst/>
              <a:ahLst/>
              <a:cxnLst/>
              <a:rect l="l" t="t" r="r" b="b"/>
              <a:pathLst>
                <a:path w="48" h="66" extrusionOk="0">
                  <a:moveTo>
                    <a:pt x="35" y="66"/>
                  </a:moveTo>
                  <a:cubicBezTo>
                    <a:pt x="27" y="45"/>
                    <a:pt x="15" y="26"/>
                    <a:pt x="0" y="9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26" y="18"/>
                    <a:pt x="39" y="39"/>
                    <a:pt x="48" y="61"/>
                  </a:cubicBezTo>
                  <a:lnTo>
                    <a:pt x="35" y="6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1" name="Google Shape;981;p23"/>
            <p:cNvSpPr/>
            <p:nvPr/>
          </p:nvSpPr>
          <p:spPr>
            <a:xfrm>
              <a:off x="1558925" y="425450"/>
              <a:ext cx="139700" cy="82550"/>
            </a:xfrm>
            <a:custGeom>
              <a:avLst/>
              <a:gdLst/>
              <a:ahLst/>
              <a:cxnLst/>
              <a:rect l="l" t="t" r="r" b="b"/>
              <a:pathLst>
                <a:path w="82" h="49" extrusionOk="0">
                  <a:moveTo>
                    <a:pt x="73" y="49"/>
                  </a:moveTo>
                  <a:cubicBezTo>
                    <a:pt x="52" y="32"/>
                    <a:pt x="27" y="19"/>
                    <a:pt x="0" y="13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2" y="6"/>
                    <a:pt x="59" y="20"/>
                    <a:pt x="82" y="38"/>
                  </a:cubicBezTo>
                  <a:lnTo>
                    <a:pt x="73" y="4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2" name="Google Shape;982;p23"/>
            <p:cNvSpPr/>
            <p:nvPr/>
          </p:nvSpPr>
          <p:spPr>
            <a:xfrm>
              <a:off x="1327150" y="417513"/>
              <a:ext cx="198437" cy="66675"/>
            </a:xfrm>
            <a:custGeom>
              <a:avLst/>
              <a:gdLst/>
              <a:ahLst/>
              <a:cxnLst/>
              <a:rect l="l" t="t" r="r" b="b"/>
              <a:pathLst>
                <a:path w="118" h="40" extrusionOk="0">
                  <a:moveTo>
                    <a:pt x="7" y="40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30" y="10"/>
                    <a:pt x="64" y="0"/>
                    <a:pt x="99" y="0"/>
                  </a:cubicBezTo>
                  <a:cubicBezTo>
                    <a:pt x="105" y="0"/>
                    <a:pt x="111" y="0"/>
                    <a:pt x="118" y="1"/>
                  </a:cubicBezTo>
                  <a:cubicBezTo>
                    <a:pt x="116" y="15"/>
                    <a:pt x="116" y="15"/>
                    <a:pt x="116" y="15"/>
                  </a:cubicBezTo>
                  <a:cubicBezTo>
                    <a:pt x="111" y="14"/>
                    <a:pt x="105" y="14"/>
                    <a:pt x="99" y="14"/>
                  </a:cubicBezTo>
                  <a:cubicBezTo>
                    <a:pt x="66" y="14"/>
                    <a:pt x="35" y="23"/>
                    <a:pt x="7" y="4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3" name="Google Shape;983;p23"/>
            <p:cNvSpPr/>
            <p:nvPr/>
          </p:nvSpPr>
          <p:spPr>
            <a:xfrm>
              <a:off x="1195388" y="487363"/>
              <a:ext cx="111125" cy="138113"/>
            </a:xfrm>
            <a:custGeom>
              <a:avLst/>
              <a:gdLst/>
              <a:ahLst/>
              <a:cxnLst/>
              <a:rect l="l" t="t" r="r" b="b"/>
              <a:pathLst>
                <a:path w="66" h="82" extrusionOk="0">
                  <a:moveTo>
                    <a:pt x="12" y="82"/>
                  </a:moveTo>
                  <a:cubicBezTo>
                    <a:pt x="0" y="77"/>
                    <a:pt x="0" y="77"/>
                    <a:pt x="0" y="77"/>
                  </a:cubicBezTo>
                  <a:cubicBezTo>
                    <a:pt x="12" y="47"/>
                    <a:pt x="32" y="20"/>
                    <a:pt x="58" y="0"/>
                  </a:cubicBezTo>
                  <a:cubicBezTo>
                    <a:pt x="66" y="11"/>
                    <a:pt x="66" y="11"/>
                    <a:pt x="66" y="11"/>
                  </a:cubicBezTo>
                  <a:cubicBezTo>
                    <a:pt x="43" y="29"/>
                    <a:pt x="24" y="54"/>
                    <a:pt x="12" y="8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4" name="Google Shape;984;p23"/>
            <p:cNvSpPr/>
            <p:nvPr/>
          </p:nvSpPr>
          <p:spPr>
            <a:xfrm>
              <a:off x="1171575" y="661988"/>
              <a:ext cx="31750" cy="152400"/>
            </a:xfrm>
            <a:custGeom>
              <a:avLst/>
              <a:gdLst/>
              <a:ahLst/>
              <a:cxnLst/>
              <a:rect l="l" t="t" r="r" b="b"/>
              <a:pathLst>
                <a:path w="19" h="91" extrusionOk="0">
                  <a:moveTo>
                    <a:pt x="5" y="91"/>
                  </a:moveTo>
                  <a:cubicBezTo>
                    <a:pt x="1" y="76"/>
                    <a:pt x="0" y="61"/>
                    <a:pt x="0" y="46"/>
                  </a:cubicBezTo>
                  <a:cubicBezTo>
                    <a:pt x="0" y="31"/>
                    <a:pt x="2" y="15"/>
                    <a:pt x="5" y="0"/>
                  </a:cubicBezTo>
                  <a:cubicBezTo>
                    <a:pt x="19" y="4"/>
                    <a:pt x="19" y="4"/>
                    <a:pt x="19" y="4"/>
                  </a:cubicBezTo>
                  <a:cubicBezTo>
                    <a:pt x="15" y="17"/>
                    <a:pt x="13" y="32"/>
                    <a:pt x="13" y="46"/>
                  </a:cubicBezTo>
                  <a:cubicBezTo>
                    <a:pt x="13" y="60"/>
                    <a:pt x="15" y="74"/>
                    <a:pt x="18" y="87"/>
                  </a:cubicBezTo>
                  <a:lnTo>
                    <a:pt x="5" y="9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5" name="Google Shape;985;p23"/>
            <p:cNvSpPr/>
            <p:nvPr/>
          </p:nvSpPr>
          <p:spPr>
            <a:xfrm>
              <a:off x="1493838" y="806450"/>
              <a:ext cx="265113" cy="207963"/>
            </a:xfrm>
            <a:custGeom>
              <a:avLst/>
              <a:gdLst/>
              <a:ahLst/>
              <a:cxnLst/>
              <a:rect l="l" t="t" r="r" b="b"/>
              <a:pathLst>
                <a:path w="157" h="123" extrusionOk="0">
                  <a:moveTo>
                    <a:pt x="0" y="123"/>
                  </a:moveTo>
                  <a:cubicBezTo>
                    <a:pt x="0" y="116"/>
                    <a:pt x="0" y="116"/>
                    <a:pt x="0" y="116"/>
                  </a:cubicBezTo>
                  <a:cubicBezTo>
                    <a:pt x="70" y="116"/>
                    <a:pt x="132" y="68"/>
                    <a:pt x="150" y="0"/>
                  </a:cubicBezTo>
                  <a:cubicBezTo>
                    <a:pt x="157" y="2"/>
                    <a:pt x="157" y="2"/>
                    <a:pt x="157" y="2"/>
                  </a:cubicBezTo>
                  <a:cubicBezTo>
                    <a:pt x="138" y="73"/>
                    <a:pt x="73" y="123"/>
                    <a:pt x="0" y="12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6" name="Google Shape;986;p23"/>
            <p:cNvSpPr/>
            <p:nvPr/>
          </p:nvSpPr>
          <p:spPr>
            <a:xfrm>
              <a:off x="1752600" y="693738"/>
              <a:ext cx="14288" cy="46037"/>
            </a:xfrm>
            <a:custGeom>
              <a:avLst/>
              <a:gdLst/>
              <a:ahLst/>
              <a:cxnLst/>
              <a:rect l="l" t="t" r="r" b="b"/>
              <a:pathLst>
                <a:path w="9" h="27" extrusionOk="0">
                  <a:moveTo>
                    <a:pt x="9" y="27"/>
                  </a:moveTo>
                  <a:cubicBezTo>
                    <a:pt x="3" y="27"/>
                    <a:pt x="3" y="27"/>
                    <a:pt x="3" y="27"/>
                  </a:cubicBezTo>
                  <a:cubicBezTo>
                    <a:pt x="3" y="19"/>
                    <a:pt x="2" y="10"/>
                    <a:pt x="0" y="1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9" y="9"/>
                    <a:pt x="9" y="18"/>
                    <a:pt x="9" y="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7" name="Google Shape;987;p23"/>
            <p:cNvSpPr/>
            <p:nvPr/>
          </p:nvSpPr>
          <p:spPr>
            <a:xfrm>
              <a:off x="1658938" y="527050"/>
              <a:ext cx="46037" cy="44450"/>
            </a:xfrm>
            <a:custGeom>
              <a:avLst/>
              <a:gdLst/>
              <a:ahLst/>
              <a:cxnLst/>
              <a:rect l="l" t="t" r="r" b="b"/>
              <a:pathLst>
                <a:path w="27" h="27" extrusionOk="0">
                  <a:moveTo>
                    <a:pt x="21" y="27"/>
                  </a:moveTo>
                  <a:cubicBezTo>
                    <a:pt x="15" y="19"/>
                    <a:pt x="8" y="12"/>
                    <a:pt x="0" y="6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13" y="7"/>
                    <a:pt x="20" y="14"/>
                    <a:pt x="27" y="22"/>
                  </a:cubicBezTo>
                  <a:lnTo>
                    <a:pt x="21" y="27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8" name="Google Shape;988;p23"/>
            <p:cNvSpPr/>
            <p:nvPr/>
          </p:nvSpPr>
          <p:spPr>
            <a:xfrm>
              <a:off x="1524000" y="466725"/>
              <a:ext cx="123825" cy="55563"/>
            </a:xfrm>
            <a:custGeom>
              <a:avLst/>
              <a:gdLst/>
              <a:ahLst/>
              <a:cxnLst/>
              <a:rect l="l" t="t" r="r" b="b"/>
              <a:pathLst>
                <a:path w="73" h="33" extrusionOk="0">
                  <a:moveTo>
                    <a:pt x="70" y="33"/>
                  </a:moveTo>
                  <a:cubicBezTo>
                    <a:pt x="49" y="18"/>
                    <a:pt x="25" y="9"/>
                    <a:pt x="0" y="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" y="3"/>
                    <a:pt x="52" y="12"/>
                    <a:pt x="73" y="27"/>
                  </a:cubicBezTo>
                  <a:lnTo>
                    <a:pt x="70" y="33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9" name="Google Shape;989;p23"/>
            <p:cNvSpPr/>
            <p:nvPr/>
          </p:nvSpPr>
          <p:spPr>
            <a:xfrm>
              <a:off x="1436688" y="465138"/>
              <a:ext cx="57150" cy="17463"/>
            </a:xfrm>
            <a:custGeom>
              <a:avLst/>
              <a:gdLst/>
              <a:ahLst/>
              <a:cxnLst/>
              <a:rect l="l" t="t" r="r" b="b"/>
              <a:pathLst>
                <a:path w="34" h="10" extrusionOk="0">
                  <a:moveTo>
                    <a:pt x="1" y="10"/>
                  </a:moveTo>
                  <a:cubicBezTo>
                    <a:pt x="0" y="3"/>
                    <a:pt x="0" y="3"/>
                    <a:pt x="0" y="3"/>
                  </a:cubicBezTo>
                  <a:cubicBezTo>
                    <a:pt x="11" y="1"/>
                    <a:pt x="22" y="0"/>
                    <a:pt x="34" y="0"/>
                  </a:cubicBezTo>
                  <a:cubicBezTo>
                    <a:pt x="34" y="7"/>
                    <a:pt x="34" y="7"/>
                    <a:pt x="34" y="7"/>
                  </a:cubicBezTo>
                  <a:cubicBezTo>
                    <a:pt x="23" y="7"/>
                    <a:pt x="12" y="8"/>
                    <a:pt x="1" y="1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0" name="Google Shape;990;p23"/>
            <p:cNvSpPr/>
            <p:nvPr/>
          </p:nvSpPr>
          <p:spPr>
            <a:xfrm>
              <a:off x="1231900" y="487363"/>
              <a:ext cx="158750" cy="173037"/>
            </a:xfrm>
            <a:custGeom>
              <a:avLst/>
              <a:gdLst/>
              <a:ahLst/>
              <a:cxnLst/>
              <a:rect l="l" t="t" r="r" b="b"/>
              <a:pathLst>
                <a:path w="94" h="102" extrusionOk="0">
                  <a:moveTo>
                    <a:pt x="6" y="102"/>
                  </a:moveTo>
                  <a:cubicBezTo>
                    <a:pt x="0" y="100"/>
                    <a:pt x="0" y="100"/>
                    <a:pt x="0" y="100"/>
                  </a:cubicBezTo>
                  <a:cubicBezTo>
                    <a:pt x="14" y="55"/>
                    <a:pt x="47" y="18"/>
                    <a:pt x="91" y="0"/>
                  </a:cubicBezTo>
                  <a:cubicBezTo>
                    <a:pt x="94" y="6"/>
                    <a:pt x="94" y="6"/>
                    <a:pt x="94" y="6"/>
                  </a:cubicBezTo>
                  <a:cubicBezTo>
                    <a:pt x="52" y="24"/>
                    <a:pt x="20" y="59"/>
                    <a:pt x="6" y="10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1" name="Google Shape;991;p23"/>
            <p:cNvSpPr/>
            <p:nvPr/>
          </p:nvSpPr>
          <p:spPr>
            <a:xfrm>
              <a:off x="1219200" y="685800"/>
              <a:ext cx="15875" cy="53975"/>
            </a:xfrm>
            <a:custGeom>
              <a:avLst/>
              <a:gdLst/>
              <a:ahLst/>
              <a:cxnLst/>
              <a:rect l="l" t="t" r="r" b="b"/>
              <a:pathLst>
                <a:path w="10" h="32" extrusionOk="0">
                  <a:moveTo>
                    <a:pt x="7" y="32"/>
                  </a:moveTo>
                  <a:cubicBezTo>
                    <a:pt x="0" y="32"/>
                    <a:pt x="0" y="32"/>
                    <a:pt x="0" y="32"/>
                  </a:cubicBezTo>
                  <a:cubicBezTo>
                    <a:pt x="0" y="21"/>
                    <a:pt x="1" y="10"/>
                    <a:pt x="4" y="0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8" y="11"/>
                    <a:pt x="7" y="22"/>
                    <a:pt x="7" y="3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2" name="Google Shape;992;p23"/>
            <p:cNvSpPr/>
            <p:nvPr/>
          </p:nvSpPr>
          <p:spPr>
            <a:xfrm>
              <a:off x="1231900" y="820738"/>
              <a:ext cx="111125" cy="144463"/>
            </a:xfrm>
            <a:custGeom>
              <a:avLst/>
              <a:gdLst/>
              <a:ahLst/>
              <a:cxnLst/>
              <a:rect l="l" t="t" r="r" b="b"/>
              <a:pathLst>
                <a:path w="66" h="86" extrusionOk="0">
                  <a:moveTo>
                    <a:pt x="62" y="86"/>
                  </a:moveTo>
                  <a:cubicBezTo>
                    <a:pt x="33" y="66"/>
                    <a:pt x="11" y="36"/>
                    <a:pt x="0" y="2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17" y="32"/>
                    <a:pt x="38" y="61"/>
                    <a:pt x="66" y="80"/>
                  </a:cubicBezTo>
                  <a:lnTo>
                    <a:pt x="62" y="8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3" name="Google Shape;993;p23"/>
            <p:cNvSpPr/>
            <p:nvPr/>
          </p:nvSpPr>
          <p:spPr>
            <a:xfrm>
              <a:off x="1377950" y="976313"/>
              <a:ext cx="38100" cy="25400"/>
            </a:xfrm>
            <a:custGeom>
              <a:avLst/>
              <a:gdLst/>
              <a:ahLst/>
              <a:cxnLst/>
              <a:rect l="l" t="t" r="r" b="b"/>
              <a:pathLst>
                <a:path w="23" h="15" extrusionOk="0">
                  <a:moveTo>
                    <a:pt x="21" y="15"/>
                  </a:moveTo>
                  <a:cubicBezTo>
                    <a:pt x="14" y="12"/>
                    <a:pt x="7" y="10"/>
                    <a:pt x="0" y="7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9" y="3"/>
                    <a:pt x="16" y="6"/>
                    <a:pt x="23" y="8"/>
                  </a:cubicBezTo>
                  <a:lnTo>
                    <a:pt x="21" y="1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4" name="Google Shape;994;p23"/>
            <p:cNvSpPr/>
            <p:nvPr/>
          </p:nvSpPr>
          <p:spPr>
            <a:xfrm>
              <a:off x="1325563" y="739775"/>
              <a:ext cx="26988" cy="69850"/>
            </a:xfrm>
            <a:custGeom>
              <a:avLst/>
              <a:gdLst/>
              <a:ahLst/>
              <a:cxnLst/>
              <a:rect l="l" t="t" r="r" b="b"/>
              <a:pathLst>
                <a:path w="16" h="42" extrusionOk="0">
                  <a:moveTo>
                    <a:pt x="9" y="42"/>
                  </a:moveTo>
                  <a:cubicBezTo>
                    <a:pt x="3" y="29"/>
                    <a:pt x="0" y="15"/>
                    <a:pt x="0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14"/>
                    <a:pt x="11" y="27"/>
                    <a:pt x="16" y="39"/>
                  </a:cubicBezTo>
                  <a:lnTo>
                    <a:pt x="9" y="42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5" name="Google Shape;995;p23"/>
            <p:cNvSpPr/>
            <p:nvPr/>
          </p:nvSpPr>
          <p:spPr>
            <a:xfrm>
              <a:off x="1354138" y="825500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34" h="34" extrusionOk="0">
                  <a:moveTo>
                    <a:pt x="30" y="34"/>
                  </a:moveTo>
                  <a:cubicBezTo>
                    <a:pt x="18" y="26"/>
                    <a:pt x="8" y="16"/>
                    <a:pt x="0" y="4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13" y="11"/>
                    <a:pt x="23" y="21"/>
                    <a:pt x="34" y="28"/>
                  </a:cubicBezTo>
                  <a:lnTo>
                    <a:pt x="30" y="3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6" name="Google Shape;996;p23"/>
            <p:cNvSpPr/>
            <p:nvPr/>
          </p:nvSpPr>
          <p:spPr>
            <a:xfrm>
              <a:off x="1423988" y="882650"/>
              <a:ext cx="33337" cy="20638"/>
            </a:xfrm>
            <a:custGeom>
              <a:avLst/>
              <a:gdLst/>
              <a:ahLst/>
              <a:cxnLst/>
              <a:rect l="l" t="t" r="r" b="b"/>
              <a:pathLst>
                <a:path w="19" h="12" extrusionOk="0">
                  <a:moveTo>
                    <a:pt x="17" y="12"/>
                  </a:moveTo>
                  <a:cubicBezTo>
                    <a:pt x="11" y="11"/>
                    <a:pt x="6" y="9"/>
                    <a:pt x="0" y="6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8" y="2"/>
                    <a:pt x="14" y="4"/>
                    <a:pt x="19" y="5"/>
                  </a:cubicBezTo>
                  <a:lnTo>
                    <a:pt x="17" y="12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7" name="Google Shape;997;p23"/>
            <p:cNvSpPr/>
            <p:nvPr/>
          </p:nvSpPr>
          <p:spPr>
            <a:xfrm>
              <a:off x="1473200" y="884238"/>
              <a:ext cx="84138" cy="23812"/>
            </a:xfrm>
            <a:custGeom>
              <a:avLst/>
              <a:gdLst/>
              <a:ahLst/>
              <a:cxnLst/>
              <a:rect l="l" t="t" r="r" b="b"/>
              <a:pathLst>
                <a:path w="50" h="14" extrusionOk="0">
                  <a:moveTo>
                    <a:pt x="12" y="14"/>
                  </a:moveTo>
                  <a:cubicBezTo>
                    <a:pt x="8" y="14"/>
                    <a:pt x="4" y="14"/>
                    <a:pt x="0" y="13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4" y="6"/>
                    <a:pt x="8" y="6"/>
                    <a:pt x="12" y="6"/>
                  </a:cubicBezTo>
                  <a:cubicBezTo>
                    <a:pt x="24" y="6"/>
                    <a:pt x="36" y="4"/>
                    <a:pt x="47" y="0"/>
                  </a:cubicBezTo>
                  <a:cubicBezTo>
                    <a:pt x="50" y="7"/>
                    <a:pt x="50" y="7"/>
                    <a:pt x="50" y="7"/>
                  </a:cubicBezTo>
                  <a:cubicBezTo>
                    <a:pt x="38" y="11"/>
                    <a:pt x="25" y="14"/>
                    <a:pt x="12" y="1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8" name="Google Shape;998;p23"/>
            <p:cNvSpPr/>
            <p:nvPr/>
          </p:nvSpPr>
          <p:spPr>
            <a:xfrm>
              <a:off x="1577975" y="823913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34" h="34" extrusionOk="0">
                  <a:moveTo>
                    <a:pt x="4" y="34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11" y="21"/>
                    <a:pt x="20" y="11"/>
                    <a:pt x="28" y="0"/>
                  </a:cubicBezTo>
                  <a:cubicBezTo>
                    <a:pt x="34" y="4"/>
                    <a:pt x="34" y="4"/>
                    <a:pt x="34" y="4"/>
                  </a:cubicBezTo>
                  <a:cubicBezTo>
                    <a:pt x="26" y="16"/>
                    <a:pt x="16" y="26"/>
                    <a:pt x="4" y="3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9" name="Google Shape;999;p23"/>
            <p:cNvSpPr/>
            <p:nvPr/>
          </p:nvSpPr>
          <p:spPr>
            <a:xfrm>
              <a:off x="1646238" y="706438"/>
              <a:ext cx="14288" cy="65088"/>
            </a:xfrm>
            <a:custGeom>
              <a:avLst/>
              <a:gdLst/>
              <a:ahLst/>
              <a:cxnLst/>
              <a:rect l="l" t="t" r="r" b="b"/>
              <a:pathLst>
                <a:path w="9" h="38" extrusionOk="0">
                  <a:moveTo>
                    <a:pt x="8" y="38"/>
                  </a:moveTo>
                  <a:cubicBezTo>
                    <a:pt x="0" y="37"/>
                    <a:pt x="0" y="37"/>
                    <a:pt x="0" y="37"/>
                  </a:cubicBezTo>
                  <a:cubicBezTo>
                    <a:pt x="1" y="31"/>
                    <a:pt x="2" y="25"/>
                    <a:pt x="2" y="19"/>
                  </a:cubicBezTo>
                  <a:cubicBezTo>
                    <a:pt x="2" y="13"/>
                    <a:pt x="1" y="7"/>
                    <a:pt x="0" y="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9" y="6"/>
                    <a:pt x="9" y="13"/>
                    <a:pt x="9" y="19"/>
                  </a:cubicBezTo>
                  <a:cubicBezTo>
                    <a:pt x="9" y="26"/>
                    <a:pt x="9" y="32"/>
                    <a:pt x="8" y="3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0" name="Google Shape;1000;p23"/>
            <p:cNvSpPr/>
            <p:nvPr/>
          </p:nvSpPr>
          <p:spPr>
            <a:xfrm>
              <a:off x="1584325" y="603250"/>
              <a:ext cx="66675" cy="77787"/>
            </a:xfrm>
            <a:custGeom>
              <a:avLst/>
              <a:gdLst/>
              <a:ahLst/>
              <a:cxnLst/>
              <a:rect l="l" t="t" r="r" b="b"/>
              <a:pathLst>
                <a:path w="39" h="46" extrusionOk="0">
                  <a:moveTo>
                    <a:pt x="32" y="46"/>
                  </a:moveTo>
                  <a:cubicBezTo>
                    <a:pt x="25" y="30"/>
                    <a:pt x="14" y="16"/>
                    <a:pt x="0" y="6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20" y="11"/>
                    <a:pt x="32" y="26"/>
                    <a:pt x="39" y="44"/>
                  </a:cubicBezTo>
                  <a:lnTo>
                    <a:pt x="32" y="4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1" name="Google Shape;1001;p23"/>
            <p:cNvSpPr/>
            <p:nvPr/>
          </p:nvSpPr>
          <p:spPr>
            <a:xfrm>
              <a:off x="1473200" y="571500"/>
              <a:ext cx="103187" cy="31750"/>
            </a:xfrm>
            <a:custGeom>
              <a:avLst/>
              <a:gdLst/>
              <a:ahLst/>
              <a:cxnLst/>
              <a:rect l="l" t="t" r="r" b="b"/>
              <a:pathLst>
                <a:path w="61" h="19" extrusionOk="0">
                  <a:moveTo>
                    <a:pt x="58" y="19"/>
                  </a:moveTo>
                  <a:cubicBezTo>
                    <a:pt x="44" y="11"/>
                    <a:pt x="28" y="7"/>
                    <a:pt x="12" y="7"/>
                  </a:cubicBezTo>
                  <a:cubicBezTo>
                    <a:pt x="8" y="7"/>
                    <a:pt x="5" y="7"/>
                    <a:pt x="1" y="8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" y="0"/>
                    <a:pt x="8" y="0"/>
                    <a:pt x="12" y="0"/>
                  </a:cubicBezTo>
                  <a:cubicBezTo>
                    <a:pt x="29" y="0"/>
                    <a:pt x="46" y="4"/>
                    <a:pt x="61" y="13"/>
                  </a:cubicBezTo>
                  <a:lnTo>
                    <a:pt x="58" y="1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2" name="Google Shape;1002;p23"/>
            <p:cNvSpPr/>
            <p:nvPr/>
          </p:nvSpPr>
          <p:spPr>
            <a:xfrm>
              <a:off x="1404938" y="574675"/>
              <a:ext cx="52388" cy="33337"/>
            </a:xfrm>
            <a:custGeom>
              <a:avLst/>
              <a:gdLst/>
              <a:ahLst/>
              <a:cxnLst/>
              <a:rect l="l" t="t" r="r" b="b"/>
              <a:pathLst>
                <a:path w="31" h="19" extrusionOk="0">
                  <a:moveTo>
                    <a:pt x="4" y="19"/>
                  </a:moveTo>
                  <a:cubicBezTo>
                    <a:pt x="0" y="13"/>
                    <a:pt x="0" y="13"/>
                    <a:pt x="0" y="13"/>
                  </a:cubicBezTo>
                  <a:cubicBezTo>
                    <a:pt x="9" y="7"/>
                    <a:pt x="19" y="3"/>
                    <a:pt x="29" y="0"/>
                  </a:cubicBezTo>
                  <a:cubicBezTo>
                    <a:pt x="31" y="8"/>
                    <a:pt x="31" y="8"/>
                    <a:pt x="31" y="8"/>
                  </a:cubicBezTo>
                  <a:cubicBezTo>
                    <a:pt x="21" y="10"/>
                    <a:pt x="12" y="14"/>
                    <a:pt x="4" y="1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3" name="Google Shape;1003;p23"/>
            <p:cNvSpPr/>
            <p:nvPr/>
          </p:nvSpPr>
          <p:spPr>
            <a:xfrm>
              <a:off x="1328738" y="617538"/>
              <a:ext cx="57150" cy="92075"/>
            </a:xfrm>
            <a:custGeom>
              <a:avLst/>
              <a:gdLst/>
              <a:ahLst/>
              <a:cxnLst/>
              <a:rect l="l" t="t" r="r" b="b"/>
              <a:pathLst>
                <a:path w="34" h="55" extrusionOk="0">
                  <a:moveTo>
                    <a:pt x="7" y="55"/>
                  </a:moveTo>
                  <a:cubicBezTo>
                    <a:pt x="0" y="54"/>
                    <a:pt x="0" y="54"/>
                    <a:pt x="0" y="54"/>
                  </a:cubicBezTo>
                  <a:cubicBezTo>
                    <a:pt x="4" y="33"/>
                    <a:pt x="14" y="14"/>
                    <a:pt x="29" y="0"/>
                  </a:cubicBezTo>
                  <a:cubicBezTo>
                    <a:pt x="34" y="5"/>
                    <a:pt x="34" y="5"/>
                    <a:pt x="34" y="5"/>
                  </a:cubicBezTo>
                  <a:cubicBezTo>
                    <a:pt x="20" y="19"/>
                    <a:pt x="11" y="36"/>
                    <a:pt x="7" y="5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4" name="Google Shape;1004;p23"/>
            <p:cNvSpPr/>
            <p:nvPr/>
          </p:nvSpPr>
          <p:spPr>
            <a:xfrm>
              <a:off x="1357313" y="787400"/>
              <a:ext cx="36513" cy="50800"/>
            </a:xfrm>
            <a:custGeom>
              <a:avLst/>
              <a:gdLst/>
              <a:ahLst/>
              <a:cxnLst/>
              <a:rect l="l" t="t" r="r" b="b"/>
              <a:pathLst>
                <a:path w="22" h="30" extrusionOk="0">
                  <a:moveTo>
                    <a:pt x="17" y="30"/>
                  </a:moveTo>
                  <a:cubicBezTo>
                    <a:pt x="10" y="21"/>
                    <a:pt x="4" y="12"/>
                    <a:pt x="0" y="2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10" y="9"/>
                    <a:pt x="15" y="18"/>
                    <a:pt x="22" y="25"/>
                  </a:cubicBezTo>
                  <a:lnTo>
                    <a:pt x="17" y="3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5" name="Google Shape;1005;p23"/>
            <p:cNvSpPr/>
            <p:nvPr/>
          </p:nvSpPr>
          <p:spPr>
            <a:xfrm>
              <a:off x="1400175" y="841375"/>
              <a:ext cx="93663" cy="44450"/>
            </a:xfrm>
            <a:custGeom>
              <a:avLst/>
              <a:gdLst/>
              <a:ahLst/>
              <a:cxnLst/>
              <a:rect l="l" t="t" r="r" b="b"/>
              <a:pathLst>
                <a:path w="56" h="26" extrusionOk="0">
                  <a:moveTo>
                    <a:pt x="56" y="26"/>
                  </a:moveTo>
                  <a:cubicBezTo>
                    <a:pt x="35" y="26"/>
                    <a:pt x="15" y="18"/>
                    <a:pt x="0" y="5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18" y="13"/>
                    <a:pt x="37" y="19"/>
                    <a:pt x="56" y="19"/>
                  </a:cubicBezTo>
                  <a:lnTo>
                    <a:pt x="56" y="2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6" name="Google Shape;1006;p23"/>
            <p:cNvSpPr/>
            <p:nvPr/>
          </p:nvSpPr>
          <p:spPr>
            <a:xfrm>
              <a:off x="1522413" y="839788"/>
              <a:ext cx="68263" cy="42863"/>
            </a:xfrm>
            <a:custGeom>
              <a:avLst/>
              <a:gdLst/>
              <a:ahLst/>
              <a:cxnLst/>
              <a:rect l="l" t="t" r="r" b="b"/>
              <a:pathLst>
                <a:path w="40" h="25" extrusionOk="0">
                  <a:moveTo>
                    <a:pt x="1" y="25"/>
                  </a:moveTo>
                  <a:cubicBezTo>
                    <a:pt x="0" y="19"/>
                    <a:pt x="0" y="19"/>
                    <a:pt x="0" y="19"/>
                  </a:cubicBezTo>
                  <a:cubicBezTo>
                    <a:pt x="13" y="16"/>
                    <a:pt x="26" y="10"/>
                    <a:pt x="36" y="0"/>
                  </a:cubicBezTo>
                  <a:cubicBezTo>
                    <a:pt x="40" y="5"/>
                    <a:pt x="40" y="5"/>
                    <a:pt x="40" y="5"/>
                  </a:cubicBezTo>
                  <a:cubicBezTo>
                    <a:pt x="29" y="15"/>
                    <a:pt x="15" y="22"/>
                    <a:pt x="1" y="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7" name="Google Shape;1007;p23"/>
            <p:cNvSpPr/>
            <p:nvPr/>
          </p:nvSpPr>
          <p:spPr>
            <a:xfrm>
              <a:off x="1593850" y="784225"/>
              <a:ext cx="36513" cy="53975"/>
            </a:xfrm>
            <a:custGeom>
              <a:avLst/>
              <a:gdLst/>
              <a:ahLst/>
              <a:cxnLst/>
              <a:rect l="l" t="t" r="r" b="b"/>
              <a:pathLst>
                <a:path w="22" h="32" extrusionOk="0">
                  <a:moveTo>
                    <a:pt x="5" y="32"/>
                  </a:moveTo>
                  <a:cubicBezTo>
                    <a:pt x="0" y="27"/>
                    <a:pt x="0" y="27"/>
                    <a:pt x="0" y="27"/>
                  </a:cubicBezTo>
                  <a:cubicBezTo>
                    <a:pt x="7" y="19"/>
                    <a:pt x="13" y="10"/>
                    <a:pt x="16" y="0"/>
                  </a:cubicBezTo>
                  <a:cubicBezTo>
                    <a:pt x="22" y="3"/>
                    <a:pt x="22" y="3"/>
                    <a:pt x="22" y="3"/>
                  </a:cubicBezTo>
                  <a:cubicBezTo>
                    <a:pt x="18" y="13"/>
                    <a:pt x="12" y="23"/>
                    <a:pt x="5" y="3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8" name="Google Shape;1008;p23"/>
            <p:cNvSpPr/>
            <p:nvPr/>
          </p:nvSpPr>
          <p:spPr>
            <a:xfrm>
              <a:off x="1625600" y="704850"/>
              <a:ext cx="12700" cy="61913"/>
            </a:xfrm>
            <a:custGeom>
              <a:avLst/>
              <a:gdLst/>
              <a:ahLst/>
              <a:cxnLst/>
              <a:rect l="l" t="t" r="r" b="b"/>
              <a:pathLst>
                <a:path w="8" h="36" extrusionOk="0">
                  <a:moveTo>
                    <a:pt x="7" y="36"/>
                  </a:moveTo>
                  <a:cubicBezTo>
                    <a:pt x="1" y="34"/>
                    <a:pt x="1" y="34"/>
                    <a:pt x="1" y="34"/>
                  </a:cubicBezTo>
                  <a:cubicBezTo>
                    <a:pt x="2" y="30"/>
                    <a:pt x="2" y="25"/>
                    <a:pt x="2" y="20"/>
                  </a:cubicBezTo>
                  <a:cubicBezTo>
                    <a:pt x="2" y="14"/>
                    <a:pt x="1" y="7"/>
                    <a:pt x="0" y="1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7" y="6"/>
                    <a:pt x="8" y="13"/>
                    <a:pt x="8" y="20"/>
                  </a:cubicBezTo>
                  <a:cubicBezTo>
                    <a:pt x="8" y="25"/>
                    <a:pt x="8" y="31"/>
                    <a:pt x="7" y="3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9" name="Google Shape;1009;p23"/>
            <p:cNvSpPr/>
            <p:nvPr/>
          </p:nvSpPr>
          <p:spPr>
            <a:xfrm>
              <a:off x="1593850" y="641350"/>
              <a:ext cx="36513" cy="50800"/>
            </a:xfrm>
            <a:custGeom>
              <a:avLst/>
              <a:gdLst/>
              <a:ahLst/>
              <a:cxnLst/>
              <a:rect l="l" t="t" r="r" b="b"/>
              <a:pathLst>
                <a:path w="22" h="30" extrusionOk="0">
                  <a:moveTo>
                    <a:pt x="16" y="30"/>
                  </a:moveTo>
                  <a:cubicBezTo>
                    <a:pt x="12" y="20"/>
                    <a:pt x="7" y="12"/>
                    <a:pt x="0" y="4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12" y="8"/>
                    <a:pt x="18" y="17"/>
                    <a:pt x="22" y="28"/>
                  </a:cubicBezTo>
                  <a:lnTo>
                    <a:pt x="16" y="3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0" name="Google Shape;1010;p23"/>
            <p:cNvSpPr/>
            <p:nvPr/>
          </p:nvSpPr>
          <p:spPr>
            <a:xfrm>
              <a:off x="1524000" y="596900"/>
              <a:ext cx="61912" cy="38100"/>
            </a:xfrm>
            <a:custGeom>
              <a:avLst/>
              <a:gdLst/>
              <a:ahLst/>
              <a:cxnLst/>
              <a:rect l="l" t="t" r="r" b="b"/>
              <a:pathLst>
                <a:path w="37" h="22" extrusionOk="0">
                  <a:moveTo>
                    <a:pt x="33" y="22"/>
                  </a:moveTo>
                  <a:cubicBezTo>
                    <a:pt x="23" y="14"/>
                    <a:pt x="12" y="9"/>
                    <a:pt x="0" y="6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4" y="3"/>
                    <a:pt x="26" y="9"/>
                    <a:pt x="37" y="17"/>
                  </a:cubicBezTo>
                  <a:lnTo>
                    <a:pt x="33" y="2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1" name="Google Shape;1011;p23"/>
            <p:cNvSpPr/>
            <p:nvPr/>
          </p:nvSpPr>
          <p:spPr>
            <a:xfrm>
              <a:off x="1417638" y="593725"/>
              <a:ext cx="90488" cy="30163"/>
            </a:xfrm>
            <a:custGeom>
              <a:avLst/>
              <a:gdLst/>
              <a:ahLst/>
              <a:cxnLst/>
              <a:rect l="l" t="t" r="r" b="b"/>
              <a:pathLst>
                <a:path w="53" h="18" extrusionOk="0">
                  <a:moveTo>
                    <a:pt x="3" y="18"/>
                  </a:moveTo>
                  <a:cubicBezTo>
                    <a:pt x="0" y="12"/>
                    <a:pt x="0" y="12"/>
                    <a:pt x="0" y="12"/>
                  </a:cubicBezTo>
                  <a:cubicBezTo>
                    <a:pt x="14" y="4"/>
                    <a:pt x="29" y="0"/>
                    <a:pt x="45" y="0"/>
                  </a:cubicBezTo>
                  <a:cubicBezTo>
                    <a:pt x="48" y="0"/>
                    <a:pt x="51" y="0"/>
                    <a:pt x="53" y="0"/>
                  </a:cubicBezTo>
                  <a:cubicBezTo>
                    <a:pt x="53" y="6"/>
                    <a:pt x="53" y="6"/>
                    <a:pt x="53" y="6"/>
                  </a:cubicBezTo>
                  <a:cubicBezTo>
                    <a:pt x="50" y="6"/>
                    <a:pt x="47" y="6"/>
                    <a:pt x="45" y="6"/>
                  </a:cubicBezTo>
                  <a:cubicBezTo>
                    <a:pt x="30" y="6"/>
                    <a:pt x="16" y="10"/>
                    <a:pt x="3" y="1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2" name="Google Shape;1012;p23"/>
            <p:cNvSpPr/>
            <p:nvPr/>
          </p:nvSpPr>
          <p:spPr>
            <a:xfrm>
              <a:off x="1358900" y="625475"/>
              <a:ext cx="50800" cy="63500"/>
            </a:xfrm>
            <a:custGeom>
              <a:avLst/>
              <a:gdLst/>
              <a:ahLst/>
              <a:cxnLst/>
              <a:rect l="l" t="t" r="r" b="b"/>
              <a:pathLst>
                <a:path w="30" h="37" extrusionOk="0">
                  <a:moveTo>
                    <a:pt x="6" y="37"/>
                  </a:moveTo>
                  <a:cubicBezTo>
                    <a:pt x="0" y="35"/>
                    <a:pt x="0" y="35"/>
                    <a:pt x="0" y="35"/>
                  </a:cubicBezTo>
                  <a:cubicBezTo>
                    <a:pt x="5" y="21"/>
                    <a:pt x="14" y="9"/>
                    <a:pt x="26" y="0"/>
                  </a:cubicBezTo>
                  <a:cubicBezTo>
                    <a:pt x="30" y="5"/>
                    <a:pt x="30" y="5"/>
                    <a:pt x="30" y="5"/>
                  </a:cubicBezTo>
                  <a:cubicBezTo>
                    <a:pt x="19" y="13"/>
                    <a:pt x="11" y="24"/>
                    <a:pt x="6" y="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3" name="Google Shape;1013;p23"/>
            <p:cNvSpPr/>
            <p:nvPr/>
          </p:nvSpPr>
          <p:spPr>
            <a:xfrm>
              <a:off x="1347788" y="703263"/>
              <a:ext cx="14288" cy="69850"/>
            </a:xfrm>
            <a:custGeom>
              <a:avLst/>
              <a:gdLst/>
              <a:ahLst/>
              <a:cxnLst/>
              <a:rect l="l" t="t" r="r" b="b"/>
              <a:pathLst>
                <a:path w="9" h="41" extrusionOk="0">
                  <a:moveTo>
                    <a:pt x="3" y="41"/>
                  </a:moveTo>
                  <a:cubicBezTo>
                    <a:pt x="1" y="35"/>
                    <a:pt x="0" y="28"/>
                    <a:pt x="0" y="21"/>
                  </a:cubicBezTo>
                  <a:cubicBezTo>
                    <a:pt x="0" y="14"/>
                    <a:pt x="1" y="7"/>
                    <a:pt x="3" y="0"/>
                  </a:cubicBezTo>
                  <a:cubicBezTo>
                    <a:pt x="9" y="2"/>
                    <a:pt x="9" y="2"/>
                    <a:pt x="9" y="2"/>
                  </a:cubicBezTo>
                  <a:cubicBezTo>
                    <a:pt x="7" y="8"/>
                    <a:pt x="7" y="15"/>
                    <a:pt x="7" y="21"/>
                  </a:cubicBezTo>
                  <a:cubicBezTo>
                    <a:pt x="7" y="28"/>
                    <a:pt x="7" y="34"/>
                    <a:pt x="9" y="40"/>
                  </a:cubicBezTo>
                  <a:lnTo>
                    <a:pt x="3" y="4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4" name="Google Shape;1014;p23"/>
            <p:cNvSpPr/>
            <p:nvPr/>
          </p:nvSpPr>
          <p:spPr>
            <a:xfrm>
              <a:off x="1493838" y="769938"/>
              <a:ext cx="119063" cy="93663"/>
            </a:xfrm>
            <a:custGeom>
              <a:avLst/>
              <a:gdLst/>
              <a:ahLst/>
              <a:cxnLst/>
              <a:rect l="l" t="t" r="r" b="b"/>
              <a:pathLst>
                <a:path w="71" h="56" extrusionOk="0">
                  <a:moveTo>
                    <a:pt x="0" y="56"/>
                  </a:moveTo>
                  <a:cubicBezTo>
                    <a:pt x="0" y="53"/>
                    <a:pt x="0" y="53"/>
                    <a:pt x="0" y="53"/>
                  </a:cubicBezTo>
                  <a:cubicBezTo>
                    <a:pt x="32" y="53"/>
                    <a:pt x="60" y="31"/>
                    <a:pt x="68" y="0"/>
                  </a:cubicBezTo>
                  <a:cubicBezTo>
                    <a:pt x="71" y="1"/>
                    <a:pt x="71" y="1"/>
                    <a:pt x="71" y="1"/>
                  </a:cubicBezTo>
                  <a:cubicBezTo>
                    <a:pt x="62" y="33"/>
                    <a:pt x="33" y="56"/>
                    <a:pt x="0" y="5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5" name="Google Shape;1015;p23"/>
            <p:cNvSpPr/>
            <p:nvPr/>
          </p:nvSpPr>
          <p:spPr>
            <a:xfrm>
              <a:off x="1609725" y="719138"/>
              <a:ext cx="7938" cy="20638"/>
            </a:xfrm>
            <a:custGeom>
              <a:avLst/>
              <a:gdLst/>
              <a:ahLst/>
              <a:cxnLst/>
              <a:rect l="l" t="t" r="r" b="b"/>
              <a:pathLst>
                <a:path w="4" h="12" extrusionOk="0">
                  <a:moveTo>
                    <a:pt x="4" y="12"/>
                  </a:moveTo>
                  <a:cubicBezTo>
                    <a:pt x="1" y="12"/>
                    <a:pt x="1" y="12"/>
                    <a:pt x="1" y="12"/>
                  </a:cubicBezTo>
                  <a:cubicBezTo>
                    <a:pt x="1" y="8"/>
                    <a:pt x="1" y="4"/>
                    <a:pt x="0" y="1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4" y="4"/>
                    <a:pt x="4" y="8"/>
                    <a:pt x="4" y="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6" name="Google Shape;1016;p23"/>
            <p:cNvSpPr/>
            <p:nvPr/>
          </p:nvSpPr>
          <p:spPr>
            <a:xfrm>
              <a:off x="1568450" y="642938"/>
              <a:ext cx="20638" cy="20638"/>
            </a:xfrm>
            <a:custGeom>
              <a:avLst/>
              <a:gdLst/>
              <a:ahLst/>
              <a:cxnLst/>
              <a:rect l="l" t="t" r="r" b="b"/>
              <a:pathLst>
                <a:path w="12" h="12" extrusionOk="0">
                  <a:moveTo>
                    <a:pt x="10" y="12"/>
                  </a:moveTo>
                  <a:cubicBezTo>
                    <a:pt x="7" y="9"/>
                    <a:pt x="4" y="6"/>
                    <a:pt x="0" y="3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6" y="3"/>
                    <a:pt x="9" y="7"/>
                    <a:pt x="12" y="10"/>
                  </a:cubicBezTo>
                  <a:lnTo>
                    <a:pt x="10" y="1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7" name="Google Shape;1017;p23"/>
            <p:cNvSpPr/>
            <p:nvPr/>
          </p:nvSpPr>
          <p:spPr>
            <a:xfrm>
              <a:off x="1508125" y="615950"/>
              <a:ext cx="55563" cy="25400"/>
            </a:xfrm>
            <a:custGeom>
              <a:avLst/>
              <a:gdLst/>
              <a:ahLst/>
              <a:cxnLst/>
              <a:rect l="l" t="t" r="r" b="b"/>
              <a:pathLst>
                <a:path w="33" h="15" extrusionOk="0">
                  <a:moveTo>
                    <a:pt x="31" y="15"/>
                  </a:moveTo>
                  <a:cubicBezTo>
                    <a:pt x="22" y="9"/>
                    <a:pt x="11" y="5"/>
                    <a:pt x="0" y="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2" y="2"/>
                    <a:pt x="23" y="6"/>
                    <a:pt x="33" y="13"/>
                  </a:cubicBezTo>
                  <a:lnTo>
                    <a:pt x="31" y="1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8" name="Google Shape;1018;p23"/>
            <p:cNvSpPr/>
            <p:nvPr/>
          </p:nvSpPr>
          <p:spPr>
            <a:xfrm>
              <a:off x="1466850" y="615950"/>
              <a:ext cx="26988" cy="6350"/>
            </a:xfrm>
            <a:custGeom>
              <a:avLst/>
              <a:gdLst/>
              <a:ahLst/>
              <a:cxnLst/>
              <a:rect l="l" t="t" r="r" b="b"/>
              <a:pathLst>
                <a:path w="16" h="4" extrusionOk="0">
                  <a:moveTo>
                    <a:pt x="1" y="4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5" y="0"/>
                    <a:pt x="11" y="0"/>
                    <a:pt x="16" y="0"/>
                  </a:cubicBezTo>
                  <a:cubicBezTo>
                    <a:pt x="16" y="3"/>
                    <a:pt x="16" y="3"/>
                    <a:pt x="16" y="3"/>
                  </a:cubicBezTo>
                  <a:cubicBezTo>
                    <a:pt x="11" y="3"/>
                    <a:pt x="6" y="3"/>
                    <a:pt x="1" y="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9" name="Google Shape;1019;p23"/>
            <p:cNvSpPr/>
            <p:nvPr/>
          </p:nvSpPr>
          <p:spPr>
            <a:xfrm>
              <a:off x="1376363" y="625475"/>
              <a:ext cx="69850" cy="77787"/>
            </a:xfrm>
            <a:custGeom>
              <a:avLst/>
              <a:gdLst/>
              <a:ahLst/>
              <a:cxnLst/>
              <a:rect l="l" t="t" r="r" b="b"/>
              <a:pathLst>
                <a:path w="42" h="46" extrusionOk="0">
                  <a:moveTo>
                    <a:pt x="3" y="46"/>
                  </a:moveTo>
                  <a:cubicBezTo>
                    <a:pt x="0" y="45"/>
                    <a:pt x="0" y="45"/>
                    <a:pt x="0" y="45"/>
                  </a:cubicBezTo>
                  <a:cubicBezTo>
                    <a:pt x="6" y="25"/>
                    <a:pt x="21" y="8"/>
                    <a:pt x="41" y="0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23" y="11"/>
                    <a:pt x="9" y="26"/>
                    <a:pt x="3" y="4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0" name="Google Shape;1020;p23"/>
            <p:cNvSpPr/>
            <p:nvPr/>
          </p:nvSpPr>
          <p:spPr>
            <a:xfrm>
              <a:off x="1368425" y="714375"/>
              <a:ext cx="9525" cy="25400"/>
            </a:xfrm>
            <a:custGeom>
              <a:avLst/>
              <a:gdLst/>
              <a:ahLst/>
              <a:cxnLst/>
              <a:rect l="l" t="t" r="r" b="b"/>
              <a:pathLst>
                <a:path w="5" h="15" extrusionOk="0">
                  <a:moveTo>
                    <a:pt x="3" y="15"/>
                  </a:moveTo>
                  <a:cubicBezTo>
                    <a:pt x="0" y="15"/>
                    <a:pt x="0" y="15"/>
                    <a:pt x="0" y="15"/>
                  </a:cubicBezTo>
                  <a:cubicBezTo>
                    <a:pt x="0" y="10"/>
                    <a:pt x="1" y="5"/>
                    <a:pt x="2" y="0"/>
                  </a:cubicBezTo>
                  <a:cubicBezTo>
                    <a:pt x="5" y="1"/>
                    <a:pt x="5" y="1"/>
                    <a:pt x="5" y="1"/>
                  </a:cubicBezTo>
                  <a:cubicBezTo>
                    <a:pt x="4" y="6"/>
                    <a:pt x="3" y="11"/>
                    <a:pt x="3" y="1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1" name="Google Shape;1021;p23"/>
            <p:cNvSpPr/>
            <p:nvPr/>
          </p:nvSpPr>
          <p:spPr>
            <a:xfrm>
              <a:off x="1376363" y="776288"/>
              <a:ext cx="50800" cy="65087"/>
            </a:xfrm>
            <a:custGeom>
              <a:avLst/>
              <a:gdLst/>
              <a:ahLst/>
              <a:cxnLst/>
              <a:rect l="l" t="t" r="r" b="b"/>
              <a:pathLst>
                <a:path w="30" h="39" extrusionOk="0">
                  <a:moveTo>
                    <a:pt x="28" y="39"/>
                  </a:moveTo>
                  <a:cubicBezTo>
                    <a:pt x="15" y="30"/>
                    <a:pt x="5" y="16"/>
                    <a:pt x="0" y="1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7" y="14"/>
                    <a:pt x="17" y="27"/>
                    <a:pt x="30" y="36"/>
                  </a:cubicBezTo>
                  <a:lnTo>
                    <a:pt x="28" y="39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2" name="Google Shape;1022;p23"/>
            <p:cNvSpPr/>
            <p:nvPr/>
          </p:nvSpPr>
          <p:spPr>
            <a:xfrm>
              <a:off x="1441450" y="847725"/>
              <a:ext cx="17463" cy="11113"/>
            </a:xfrm>
            <a:custGeom>
              <a:avLst/>
              <a:gdLst/>
              <a:ahLst/>
              <a:cxnLst/>
              <a:rect l="l" t="t" r="r" b="b"/>
              <a:pathLst>
                <a:path w="10" h="7" extrusionOk="0">
                  <a:moveTo>
                    <a:pt x="9" y="7"/>
                  </a:moveTo>
                  <a:cubicBezTo>
                    <a:pt x="6" y="6"/>
                    <a:pt x="3" y="4"/>
                    <a:pt x="0" y="3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4" y="1"/>
                    <a:pt x="7" y="3"/>
                    <a:pt x="10" y="4"/>
                  </a:cubicBezTo>
                  <a:lnTo>
                    <a:pt x="9" y="7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23" name="Google Shape;1023;p23"/>
          <p:cNvGrpSpPr/>
          <p:nvPr/>
        </p:nvGrpSpPr>
        <p:grpSpPr>
          <a:xfrm>
            <a:off x="200268" y="-7"/>
            <a:ext cx="8943737" cy="4873707"/>
            <a:chOff x="200268" y="-7"/>
            <a:chExt cx="8943737" cy="4873707"/>
          </a:xfrm>
        </p:grpSpPr>
        <p:cxnSp>
          <p:nvCxnSpPr>
            <p:cNvPr id="1024" name="Google Shape;1024;p23"/>
            <p:cNvCxnSpPr/>
            <p:nvPr/>
          </p:nvCxnSpPr>
          <p:spPr>
            <a:xfrm>
              <a:off x="713221" y="4873700"/>
              <a:ext cx="2783100" cy="0"/>
            </a:xfrm>
            <a:prstGeom prst="straightConnector1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025" name="Google Shape;1025;p23"/>
            <p:cNvGrpSpPr/>
            <p:nvPr/>
          </p:nvGrpSpPr>
          <p:grpSpPr>
            <a:xfrm rot="10800000" flipH="1">
              <a:off x="7356019" y="-7"/>
              <a:ext cx="1787985" cy="1790153"/>
              <a:chOff x="4087813" y="1714500"/>
              <a:chExt cx="1309688" cy="1311275"/>
            </a:xfrm>
          </p:grpSpPr>
          <p:sp>
            <p:nvSpPr>
              <p:cNvPr id="1026" name="Google Shape;1026;p23"/>
              <p:cNvSpPr/>
              <p:nvPr/>
            </p:nvSpPr>
            <p:spPr>
              <a:xfrm>
                <a:off x="5318125" y="2239963"/>
                <a:ext cx="79375" cy="785813"/>
              </a:xfrm>
              <a:custGeom>
                <a:avLst/>
                <a:gdLst/>
                <a:ahLst/>
                <a:cxnLst/>
                <a:rect l="l" t="t" r="r" b="b"/>
                <a:pathLst>
                  <a:path w="50" h="495" extrusionOk="0">
                    <a:moveTo>
                      <a:pt x="50" y="495"/>
                    </a:moveTo>
                    <a:lnTo>
                      <a:pt x="0" y="495"/>
                    </a:lnTo>
                    <a:lnTo>
                      <a:pt x="0" y="50"/>
                    </a:lnTo>
                    <a:lnTo>
                      <a:pt x="50" y="0"/>
                    </a:lnTo>
                    <a:lnTo>
                      <a:pt x="50" y="49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7" name="Google Shape;1027;p23"/>
              <p:cNvSpPr/>
              <p:nvPr/>
            </p:nvSpPr>
            <p:spPr>
              <a:xfrm>
                <a:off x="5318125" y="2065338"/>
                <a:ext cx="79375" cy="166688"/>
              </a:xfrm>
              <a:custGeom>
                <a:avLst/>
                <a:gdLst/>
                <a:ahLst/>
                <a:cxnLst/>
                <a:rect l="l" t="t" r="r" b="b"/>
                <a:pathLst>
                  <a:path w="50" h="105" extrusionOk="0">
                    <a:moveTo>
                      <a:pt x="50" y="55"/>
                    </a:moveTo>
                    <a:lnTo>
                      <a:pt x="0" y="105"/>
                    </a:lnTo>
                    <a:lnTo>
                      <a:pt x="0" y="50"/>
                    </a:lnTo>
                    <a:lnTo>
                      <a:pt x="50" y="0"/>
                    </a:lnTo>
                    <a:lnTo>
                      <a:pt x="50" y="5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8" name="Google Shape;1028;p23"/>
              <p:cNvSpPr/>
              <p:nvPr/>
            </p:nvSpPr>
            <p:spPr>
              <a:xfrm>
                <a:off x="5318125" y="1889125"/>
                <a:ext cx="79375" cy="166688"/>
              </a:xfrm>
              <a:custGeom>
                <a:avLst/>
                <a:gdLst/>
                <a:ahLst/>
                <a:cxnLst/>
                <a:rect l="l" t="t" r="r" b="b"/>
                <a:pathLst>
                  <a:path w="50" h="105" extrusionOk="0">
                    <a:moveTo>
                      <a:pt x="50" y="56"/>
                    </a:moveTo>
                    <a:lnTo>
                      <a:pt x="0" y="105"/>
                    </a:lnTo>
                    <a:lnTo>
                      <a:pt x="0" y="50"/>
                    </a:lnTo>
                    <a:lnTo>
                      <a:pt x="50" y="0"/>
                    </a:lnTo>
                    <a:lnTo>
                      <a:pt x="50" y="56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9" name="Google Shape;1029;p23"/>
              <p:cNvSpPr/>
              <p:nvPr/>
            </p:nvSpPr>
            <p:spPr>
              <a:xfrm>
                <a:off x="5318125" y="1714500"/>
                <a:ext cx="79375" cy="166688"/>
              </a:xfrm>
              <a:custGeom>
                <a:avLst/>
                <a:gdLst/>
                <a:ahLst/>
                <a:cxnLst/>
                <a:rect l="l" t="t" r="r" b="b"/>
                <a:pathLst>
                  <a:path w="50" h="105" extrusionOk="0">
                    <a:moveTo>
                      <a:pt x="0" y="50"/>
                    </a:moveTo>
                    <a:lnTo>
                      <a:pt x="50" y="0"/>
                    </a:lnTo>
                    <a:lnTo>
                      <a:pt x="50" y="55"/>
                    </a:lnTo>
                    <a:lnTo>
                      <a:pt x="0" y="105"/>
                    </a:lnTo>
                    <a:lnTo>
                      <a:pt x="0" y="5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0" name="Google Shape;1030;p23"/>
              <p:cNvSpPr/>
              <p:nvPr/>
            </p:nvSpPr>
            <p:spPr>
              <a:xfrm>
                <a:off x="4613275" y="2943225"/>
                <a:ext cx="784225" cy="82550"/>
              </a:xfrm>
              <a:custGeom>
                <a:avLst/>
                <a:gdLst/>
                <a:ahLst/>
                <a:cxnLst/>
                <a:rect l="l" t="t" r="r" b="b"/>
                <a:pathLst>
                  <a:path w="494" h="52" extrusionOk="0">
                    <a:moveTo>
                      <a:pt x="494" y="52"/>
                    </a:moveTo>
                    <a:lnTo>
                      <a:pt x="494" y="0"/>
                    </a:lnTo>
                    <a:lnTo>
                      <a:pt x="51" y="0"/>
                    </a:lnTo>
                    <a:lnTo>
                      <a:pt x="0" y="52"/>
                    </a:lnTo>
                    <a:lnTo>
                      <a:pt x="494" y="5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1" name="Google Shape;1031;p23"/>
              <p:cNvSpPr/>
              <p:nvPr/>
            </p:nvSpPr>
            <p:spPr>
              <a:xfrm>
                <a:off x="4438650" y="2943225"/>
                <a:ext cx="168275" cy="82550"/>
              </a:xfrm>
              <a:custGeom>
                <a:avLst/>
                <a:gdLst/>
                <a:ahLst/>
                <a:cxnLst/>
                <a:rect l="l" t="t" r="r" b="b"/>
                <a:pathLst>
                  <a:path w="106" h="52" extrusionOk="0">
                    <a:moveTo>
                      <a:pt x="55" y="52"/>
                    </a:moveTo>
                    <a:lnTo>
                      <a:pt x="106" y="0"/>
                    </a:lnTo>
                    <a:lnTo>
                      <a:pt x="50" y="0"/>
                    </a:lnTo>
                    <a:lnTo>
                      <a:pt x="0" y="52"/>
                    </a:lnTo>
                    <a:lnTo>
                      <a:pt x="55" y="5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2" name="Google Shape;1032;p23"/>
              <p:cNvSpPr/>
              <p:nvPr/>
            </p:nvSpPr>
            <p:spPr>
              <a:xfrm>
                <a:off x="4262438" y="2943225"/>
                <a:ext cx="166688" cy="82550"/>
              </a:xfrm>
              <a:custGeom>
                <a:avLst/>
                <a:gdLst/>
                <a:ahLst/>
                <a:cxnLst/>
                <a:rect l="l" t="t" r="r" b="b"/>
                <a:pathLst>
                  <a:path w="105" h="52" extrusionOk="0">
                    <a:moveTo>
                      <a:pt x="56" y="52"/>
                    </a:moveTo>
                    <a:lnTo>
                      <a:pt x="105" y="0"/>
                    </a:lnTo>
                    <a:lnTo>
                      <a:pt x="50" y="0"/>
                    </a:lnTo>
                    <a:lnTo>
                      <a:pt x="0" y="52"/>
                    </a:lnTo>
                    <a:lnTo>
                      <a:pt x="56" y="5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3" name="Google Shape;1033;p23"/>
              <p:cNvSpPr/>
              <p:nvPr/>
            </p:nvSpPr>
            <p:spPr>
              <a:xfrm>
                <a:off x="4087813" y="2943225"/>
                <a:ext cx="166688" cy="82550"/>
              </a:xfrm>
              <a:custGeom>
                <a:avLst/>
                <a:gdLst/>
                <a:ahLst/>
                <a:cxnLst/>
                <a:rect l="l" t="t" r="r" b="b"/>
                <a:pathLst>
                  <a:path w="105" h="52" extrusionOk="0">
                    <a:moveTo>
                      <a:pt x="50" y="0"/>
                    </a:moveTo>
                    <a:lnTo>
                      <a:pt x="0" y="52"/>
                    </a:lnTo>
                    <a:lnTo>
                      <a:pt x="55" y="52"/>
                    </a:lnTo>
                    <a:lnTo>
                      <a:pt x="105" y="0"/>
                    </a:lnTo>
                    <a:lnTo>
                      <a:pt x="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34" name="Google Shape;1034;p23"/>
            <p:cNvGrpSpPr/>
            <p:nvPr/>
          </p:nvGrpSpPr>
          <p:grpSpPr>
            <a:xfrm flipH="1">
              <a:off x="200268" y="145611"/>
              <a:ext cx="1025928" cy="248431"/>
              <a:chOff x="4287838" y="1025525"/>
              <a:chExt cx="708025" cy="171450"/>
            </a:xfrm>
          </p:grpSpPr>
          <p:sp>
            <p:nvSpPr>
              <p:cNvPr id="1035" name="Google Shape;1035;p23"/>
              <p:cNvSpPr/>
              <p:nvPr/>
            </p:nvSpPr>
            <p:spPr>
              <a:xfrm>
                <a:off x="4914900" y="1025525"/>
                <a:ext cx="80963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51" h="108" extrusionOk="0">
                    <a:moveTo>
                      <a:pt x="38" y="0"/>
                    </a:moveTo>
                    <a:lnTo>
                      <a:pt x="51" y="10"/>
                    </a:lnTo>
                    <a:lnTo>
                      <a:pt x="21" y="54"/>
                    </a:lnTo>
                    <a:lnTo>
                      <a:pt x="51" y="99"/>
                    </a:lnTo>
                    <a:lnTo>
                      <a:pt x="38" y="108"/>
                    </a:lnTo>
                    <a:lnTo>
                      <a:pt x="0" y="54"/>
                    </a:lnTo>
                    <a:lnTo>
                      <a:pt x="38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6" name="Google Shape;1036;p23"/>
              <p:cNvSpPr/>
              <p:nvPr/>
            </p:nvSpPr>
            <p:spPr>
              <a:xfrm>
                <a:off x="4846638" y="1025525"/>
                <a:ext cx="80963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51" h="108" extrusionOk="0">
                    <a:moveTo>
                      <a:pt x="37" y="0"/>
                    </a:moveTo>
                    <a:lnTo>
                      <a:pt x="51" y="10"/>
                    </a:lnTo>
                    <a:lnTo>
                      <a:pt x="20" y="54"/>
                    </a:lnTo>
                    <a:lnTo>
                      <a:pt x="51" y="99"/>
                    </a:lnTo>
                    <a:lnTo>
                      <a:pt x="37" y="108"/>
                    </a:lnTo>
                    <a:lnTo>
                      <a:pt x="0" y="54"/>
                    </a:lnTo>
                    <a:lnTo>
                      <a:pt x="3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7" name="Google Shape;1037;p23"/>
              <p:cNvSpPr/>
              <p:nvPr/>
            </p:nvSpPr>
            <p:spPr>
              <a:xfrm>
                <a:off x="4776788" y="1025525"/>
                <a:ext cx="79375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50" h="108" extrusionOk="0">
                    <a:moveTo>
                      <a:pt x="37" y="0"/>
                    </a:moveTo>
                    <a:lnTo>
                      <a:pt x="50" y="10"/>
                    </a:lnTo>
                    <a:lnTo>
                      <a:pt x="19" y="54"/>
                    </a:lnTo>
                    <a:lnTo>
                      <a:pt x="50" y="99"/>
                    </a:lnTo>
                    <a:lnTo>
                      <a:pt x="37" y="108"/>
                    </a:lnTo>
                    <a:lnTo>
                      <a:pt x="0" y="54"/>
                    </a:lnTo>
                    <a:lnTo>
                      <a:pt x="3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8" name="Google Shape;1038;p23"/>
              <p:cNvSpPr/>
              <p:nvPr/>
            </p:nvSpPr>
            <p:spPr>
              <a:xfrm>
                <a:off x="4706938" y="1025525"/>
                <a:ext cx="80963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51" h="108" extrusionOk="0">
                    <a:moveTo>
                      <a:pt x="37" y="0"/>
                    </a:moveTo>
                    <a:lnTo>
                      <a:pt x="51" y="10"/>
                    </a:lnTo>
                    <a:lnTo>
                      <a:pt x="20" y="54"/>
                    </a:lnTo>
                    <a:lnTo>
                      <a:pt x="51" y="99"/>
                    </a:lnTo>
                    <a:lnTo>
                      <a:pt x="37" y="108"/>
                    </a:lnTo>
                    <a:lnTo>
                      <a:pt x="0" y="54"/>
                    </a:lnTo>
                    <a:lnTo>
                      <a:pt x="3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9" name="Google Shape;1039;p23"/>
              <p:cNvSpPr/>
              <p:nvPr/>
            </p:nvSpPr>
            <p:spPr>
              <a:xfrm>
                <a:off x="4637088" y="1025525"/>
                <a:ext cx="79375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50" h="108" extrusionOk="0">
                    <a:moveTo>
                      <a:pt x="37" y="0"/>
                    </a:moveTo>
                    <a:lnTo>
                      <a:pt x="50" y="10"/>
                    </a:lnTo>
                    <a:lnTo>
                      <a:pt x="19" y="54"/>
                    </a:lnTo>
                    <a:lnTo>
                      <a:pt x="50" y="99"/>
                    </a:lnTo>
                    <a:lnTo>
                      <a:pt x="37" y="108"/>
                    </a:lnTo>
                    <a:lnTo>
                      <a:pt x="0" y="54"/>
                    </a:lnTo>
                    <a:lnTo>
                      <a:pt x="3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0" name="Google Shape;1040;p23"/>
              <p:cNvSpPr/>
              <p:nvPr/>
            </p:nvSpPr>
            <p:spPr>
              <a:xfrm>
                <a:off x="4568825" y="1025525"/>
                <a:ext cx="77788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49" h="108" extrusionOk="0">
                    <a:moveTo>
                      <a:pt x="37" y="0"/>
                    </a:moveTo>
                    <a:lnTo>
                      <a:pt x="49" y="10"/>
                    </a:lnTo>
                    <a:lnTo>
                      <a:pt x="19" y="54"/>
                    </a:lnTo>
                    <a:lnTo>
                      <a:pt x="49" y="99"/>
                    </a:lnTo>
                    <a:lnTo>
                      <a:pt x="37" y="108"/>
                    </a:lnTo>
                    <a:lnTo>
                      <a:pt x="0" y="54"/>
                    </a:lnTo>
                    <a:lnTo>
                      <a:pt x="3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1" name="Google Shape;1041;p23"/>
              <p:cNvSpPr/>
              <p:nvPr/>
            </p:nvSpPr>
            <p:spPr>
              <a:xfrm>
                <a:off x="4497388" y="1025525"/>
                <a:ext cx="80963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51" h="108" extrusionOk="0">
                    <a:moveTo>
                      <a:pt x="37" y="0"/>
                    </a:moveTo>
                    <a:lnTo>
                      <a:pt x="51" y="10"/>
                    </a:lnTo>
                    <a:lnTo>
                      <a:pt x="20" y="54"/>
                    </a:lnTo>
                    <a:lnTo>
                      <a:pt x="51" y="99"/>
                    </a:lnTo>
                    <a:lnTo>
                      <a:pt x="37" y="108"/>
                    </a:lnTo>
                    <a:lnTo>
                      <a:pt x="0" y="54"/>
                    </a:lnTo>
                    <a:lnTo>
                      <a:pt x="3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2" name="Google Shape;1042;p23"/>
              <p:cNvSpPr/>
              <p:nvPr/>
            </p:nvSpPr>
            <p:spPr>
              <a:xfrm>
                <a:off x="4427538" y="1025525"/>
                <a:ext cx="79375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50" h="108" extrusionOk="0">
                    <a:moveTo>
                      <a:pt x="38" y="0"/>
                    </a:moveTo>
                    <a:lnTo>
                      <a:pt x="50" y="10"/>
                    </a:lnTo>
                    <a:lnTo>
                      <a:pt x="20" y="54"/>
                    </a:lnTo>
                    <a:lnTo>
                      <a:pt x="50" y="99"/>
                    </a:lnTo>
                    <a:lnTo>
                      <a:pt x="38" y="108"/>
                    </a:lnTo>
                    <a:lnTo>
                      <a:pt x="0" y="54"/>
                    </a:lnTo>
                    <a:lnTo>
                      <a:pt x="38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3" name="Google Shape;1043;p23"/>
              <p:cNvSpPr/>
              <p:nvPr/>
            </p:nvSpPr>
            <p:spPr>
              <a:xfrm>
                <a:off x="4359275" y="1025525"/>
                <a:ext cx="79375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50" h="108" extrusionOk="0">
                    <a:moveTo>
                      <a:pt x="37" y="0"/>
                    </a:moveTo>
                    <a:lnTo>
                      <a:pt x="50" y="10"/>
                    </a:lnTo>
                    <a:lnTo>
                      <a:pt x="19" y="54"/>
                    </a:lnTo>
                    <a:lnTo>
                      <a:pt x="50" y="99"/>
                    </a:lnTo>
                    <a:lnTo>
                      <a:pt x="37" y="108"/>
                    </a:lnTo>
                    <a:lnTo>
                      <a:pt x="0" y="54"/>
                    </a:lnTo>
                    <a:lnTo>
                      <a:pt x="3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4" name="Google Shape;1044;p23"/>
              <p:cNvSpPr/>
              <p:nvPr/>
            </p:nvSpPr>
            <p:spPr>
              <a:xfrm>
                <a:off x="4287838" y="1025525"/>
                <a:ext cx="80963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51" h="108" extrusionOk="0">
                    <a:moveTo>
                      <a:pt x="37" y="0"/>
                    </a:moveTo>
                    <a:lnTo>
                      <a:pt x="51" y="10"/>
                    </a:lnTo>
                    <a:lnTo>
                      <a:pt x="20" y="54"/>
                    </a:lnTo>
                    <a:lnTo>
                      <a:pt x="51" y="99"/>
                    </a:lnTo>
                    <a:lnTo>
                      <a:pt x="37" y="108"/>
                    </a:lnTo>
                    <a:lnTo>
                      <a:pt x="0" y="54"/>
                    </a:lnTo>
                    <a:lnTo>
                      <a:pt x="3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10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46" name="Google Shape;1046;p24"/>
          <p:cNvGrpSpPr/>
          <p:nvPr/>
        </p:nvGrpSpPr>
        <p:grpSpPr>
          <a:xfrm>
            <a:off x="-413392" y="90338"/>
            <a:ext cx="9744318" cy="5076432"/>
            <a:chOff x="-413392" y="90338"/>
            <a:chExt cx="9744318" cy="5076432"/>
          </a:xfrm>
        </p:grpSpPr>
        <p:grpSp>
          <p:nvGrpSpPr>
            <p:cNvPr id="1047" name="Google Shape;1047;p24"/>
            <p:cNvGrpSpPr/>
            <p:nvPr/>
          </p:nvGrpSpPr>
          <p:grpSpPr>
            <a:xfrm>
              <a:off x="8430781" y="90338"/>
              <a:ext cx="900146" cy="898301"/>
              <a:chOff x="1120775" y="368300"/>
              <a:chExt cx="744538" cy="742950"/>
            </a:xfrm>
          </p:grpSpPr>
          <p:sp>
            <p:nvSpPr>
              <p:cNvPr id="1048" name="Google Shape;1048;p24"/>
              <p:cNvSpPr/>
              <p:nvPr/>
            </p:nvSpPr>
            <p:spPr>
              <a:xfrm>
                <a:off x="1120775" y="739775"/>
                <a:ext cx="60325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36" h="94" extrusionOk="0">
                    <a:moveTo>
                      <a:pt x="21" y="94"/>
                    </a:moveTo>
                    <a:cubicBezTo>
                      <a:pt x="7" y="64"/>
                      <a:pt x="0" y="33"/>
                      <a:pt x="0" y="0"/>
                    </a:cubicBezTo>
                    <a:cubicBezTo>
                      <a:pt x="17" y="0"/>
                      <a:pt x="17" y="0"/>
                      <a:pt x="17" y="0"/>
                    </a:cubicBezTo>
                    <a:cubicBezTo>
                      <a:pt x="17" y="30"/>
                      <a:pt x="23" y="59"/>
                      <a:pt x="36" y="87"/>
                    </a:cubicBezTo>
                    <a:lnTo>
                      <a:pt x="21" y="94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9" name="Google Shape;1049;p24"/>
              <p:cNvSpPr/>
              <p:nvPr/>
            </p:nvSpPr>
            <p:spPr>
              <a:xfrm>
                <a:off x="1184275" y="930275"/>
                <a:ext cx="127000" cy="125413"/>
              </a:xfrm>
              <a:custGeom>
                <a:avLst/>
                <a:gdLst/>
                <a:ahLst/>
                <a:cxnLst/>
                <a:rect l="l" t="t" r="r" b="b"/>
                <a:pathLst>
                  <a:path w="76" h="75" extrusionOk="0">
                    <a:moveTo>
                      <a:pt x="67" y="75"/>
                    </a:moveTo>
                    <a:cubicBezTo>
                      <a:pt x="41" y="58"/>
                      <a:pt x="17" y="35"/>
                      <a:pt x="0" y="9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30" y="24"/>
                      <a:pt x="51" y="45"/>
                      <a:pt x="76" y="61"/>
                    </a:cubicBezTo>
                    <a:lnTo>
                      <a:pt x="67" y="75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0" name="Google Shape;1050;p24"/>
              <p:cNvSpPr/>
              <p:nvPr/>
            </p:nvSpPr>
            <p:spPr>
              <a:xfrm>
                <a:off x="1341438" y="1054100"/>
                <a:ext cx="69850" cy="46037"/>
              </a:xfrm>
              <a:custGeom>
                <a:avLst/>
                <a:gdLst/>
                <a:ahLst/>
                <a:cxnLst/>
                <a:rect l="l" t="t" r="r" b="b"/>
                <a:pathLst>
                  <a:path w="41" h="27" extrusionOk="0">
                    <a:moveTo>
                      <a:pt x="37" y="27"/>
                    </a:moveTo>
                    <a:cubicBezTo>
                      <a:pt x="25" y="24"/>
                      <a:pt x="12" y="20"/>
                      <a:pt x="0" y="15"/>
                    </a:cubicBezTo>
                    <a:cubicBezTo>
                      <a:pt x="7" y="0"/>
                      <a:pt x="7" y="0"/>
                      <a:pt x="7" y="0"/>
                    </a:cubicBezTo>
                    <a:cubicBezTo>
                      <a:pt x="18" y="5"/>
                      <a:pt x="30" y="9"/>
                      <a:pt x="41" y="11"/>
                    </a:cubicBezTo>
                    <a:lnTo>
                      <a:pt x="37" y="27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1" name="Google Shape;1051;p24"/>
              <p:cNvSpPr/>
              <p:nvPr/>
            </p:nvSpPr>
            <p:spPr>
              <a:xfrm>
                <a:off x="1447800" y="1057275"/>
                <a:ext cx="18732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111" h="32" extrusionOk="0">
                    <a:moveTo>
                      <a:pt x="27" y="32"/>
                    </a:moveTo>
                    <a:cubicBezTo>
                      <a:pt x="18" y="32"/>
                      <a:pt x="9" y="31"/>
                      <a:pt x="0" y="30"/>
                    </a:cubicBezTo>
                    <a:cubicBezTo>
                      <a:pt x="2" y="14"/>
                      <a:pt x="2" y="14"/>
                      <a:pt x="2" y="14"/>
                    </a:cubicBezTo>
                    <a:cubicBezTo>
                      <a:pt x="10" y="15"/>
                      <a:pt x="18" y="15"/>
                      <a:pt x="27" y="15"/>
                    </a:cubicBezTo>
                    <a:cubicBezTo>
                      <a:pt x="54" y="15"/>
                      <a:pt x="80" y="10"/>
                      <a:pt x="104" y="0"/>
                    </a:cubicBezTo>
                    <a:cubicBezTo>
                      <a:pt x="111" y="15"/>
                      <a:pt x="111" y="15"/>
                      <a:pt x="111" y="15"/>
                    </a:cubicBezTo>
                    <a:cubicBezTo>
                      <a:pt x="84" y="26"/>
                      <a:pt x="56" y="32"/>
                      <a:pt x="27" y="32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2" name="Google Shape;1052;p24"/>
              <p:cNvSpPr/>
              <p:nvPr/>
            </p:nvSpPr>
            <p:spPr>
              <a:xfrm>
                <a:off x="1681163" y="923925"/>
                <a:ext cx="127000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75" h="75" extrusionOk="0">
                    <a:moveTo>
                      <a:pt x="9" y="75"/>
                    </a:moveTo>
                    <a:cubicBezTo>
                      <a:pt x="0" y="61"/>
                      <a:pt x="0" y="61"/>
                      <a:pt x="0" y="61"/>
                    </a:cubicBezTo>
                    <a:cubicBezTo>
                      <a:pt x="24" y="46"/>
                      <a:pt x="45" y="24"/>
                      <a:pt x="61" y="0"/>
                    </a:cubicBezTo>
                    <a:cubicBezTo>
                      <a:pt x="75" y="9"/>
                      <a:pt x="75" y="9"/>
                      <a:pt x="75" y="9"/>
                    </a:cubicBezTo>
                    <a:cubicBezTo>
                      <a:pt x="58" y="35"/>
                      <a:pt x="35" y="58"/>
                      <a:pt x="9" y="75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3" name="Google Shape;1053;p24"/>
              <p:cNvSpPr/>
              <p:nvPr/>
            </p:nvSpPr>
            <p:spPr>
              <a:xfrm>
                <a:off x="1830388" y="668338"/>
                <a:ext cx="34925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20" h="85" extrusionOk="0">
                    <a:moveTo>
                      <a:pt x="16" y="85"/>
                    </a:moveTo>
                    <a:cubicBezTo>
                      <a:pt x="0" y="82"/>
                      <a:pt x="0" y="82"/>
                      <a:pt x="0" y="82"/>
                    </a:cubicBezTo>
                    <a:cubicBezTo>
                      <a:pt x="2" y="69"/>
                      <a:pt x="4" y="56"/>
                      <a:pt x="4" y="42"/>
                    </a:cubicBezTo>
                    <a:cubicBezTo>
                      <a:pt x="4" y="29"/>
                      <a:pt x="2" y="16"/>
                      <a:pt x="0" y="3"/>
                    </a:cubicBezTo>
                    <a:cubicBezTo>
                      <a:pt x="16" y="0"/>
                      <a:pt x="16" y="0"/>
                      <a:pt x="16" y="0"/>
                    </a:cubicBezTo>
                    <a:cubicBezTo>
                      <a:pt x="19" y="14"/>
                      <a:pt x="20" y="28"/>
                      <a:pt x="20" y="42"/>
                    </a:cubicBezTo>
                    <a:cubicBezTo>
                      <a:pt x="20" y="57"/>
                      <a:pt x="19" y="71"/>
                      <a:pt x="16" y="85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4" name="Google Shape;1054;p24"/>
              <p:cNvSpPr/>
              <p:nvPr/>
            </p:nvSpPr>
            <p:spPr>
              <a:xfrm>
                <a:off x="1695450" y="438150"/>
                <a:ext cx="144463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85" h="103" extrusionOk="0">
                    <a:moveTo>
                      <a:pt x="70" y="103"/>
                    </a:moveTo>
                    <a:cubicBezTo>
                      <a:pt x="55" y="67"/>
                      <a:pt x="31" y="36"/>
                      <a:pt x="0" y="13"/>
                    </a:cubicBezTo>
                    <a:cubicBezTo>
                      <a:pt x="10" y="0"/>
                      <a:pt x="10" y="0"/>
                      <a:pt x="10" y="0"/>
                    </a:cubicBezTo>
                    <a:cubicBezTo>
                      <a:pt x="44" y="25"/>
                      <a:pt x="70" y="58"/>
                      <a:pt x="85" y="97"/>
                    </a:cubicBezTo>
                    <a:lnTo>
                      <a:pt x="70" y="103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5" name="Google Shape;1055;p24"/>
              <p:cNvSpPr/>
              <p:nvPr/>
            </p:nvSpPr>
            <p:spPr>
              <a:xfrm>
                <a:off x="1449388" y="368300"/>
                <a:ext cx="228600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135" h="43" extrusionOk="0">
                    <a:moveTo>
                      <a:pt x="127" y="43"/>
                    </a:moveTo>
                    <a:cubicBezTo>
                      <a:pt x="96" y="26"/>
                      <a:pt x="61" y="16"/>
                      <a:pt x="26" y="16"/>
                    </a:cubicBezTo>
                    <a:cubicBezTo>
                      <a:pt x="18" y="16"/>
                      <a:pt x="10" y="17"/>
                      <a:pt x="2" y="18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9" y="0"/>
                      <a:pt x="17" y="0"/>
                      <a:pt x="26" y="0"/>
                    </a:cubicBezTo>
                    <a:cubicBezTo>
                      <a:pt x="64" y="0"/>
                      <a:pt x="102" y="10"/>
                      <a:pt x="135" y="29"/>
                    </a:cubicBezTo>
                    <a:lnTo>
                      <a:pt x="127" y="43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6" name="Google Shape;1056;p24"/>
              <p:cNvSpPr/>
              <p:nvPr/>
            </p:nvSpPr>
            <p:spPr>
              <a:xfrm>
                <a:off x="1296988" y="377825"/>
                <a:ext cx="114300" cy="69850"/>
              </a:xfrm>
              <a:custGeom>
                <a:avLst/>
                <a:gdLst/>
                <a:ahLst/>
                <a:cxnLst/>
                <a:rect l="l" t="t" r="r" b="b"/>
                <a:pathLst>
                  <a:path w="68" h="41" extrusionOk="0">
                    <a:moveTo>
                      <a:pt x="9" y="41"/>
                    </a:moveTo>
                    <a:cubicBezTo>
                      <a:pt x="0" y="27"/>
                      <a:pt x="0" y="27"/>
                      <a:pt x="0" y="27"/>
                    </a:cubicBezTo>
                    <a:cubicBezTo>
                      <a:pt x="20" y="15"/>
                      <a:pt x="42" y="6"/>
                      <a:pt x="64" y="0"/>
                    </a:cubicBezTo>
                    <a:cubicBezTo>
                      <a:pt x="68" y="16"/>
                      <a:pt x="68" y="16"/>
                      <a:pt x="68" y="16"/>
                    </a:cubicBezTo>
                    <a:cubicBezTo>
                      <a:pt x="47" y="21"/>
                      <a:pt x="28" y="30"/>
                      <a:pt x="9" y="4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7" name="Google Shape;1057;p24"/>
              <p:cNvSpPr/>
              <p:nvPr/>
            </p:nvSpPr>
            <p:spPr>
              <a:xfrm>
                <a:off x="1127125" y="468313"/>
                <a:ext cx="130175" cy="206375"/>
              </a:xfrm>
              <a:custGeom>
                <a:avLst/>
                <a:gdLst/>
                <a:ahLst/>
                <a:cxnLst/>
                <a:rect l="l" t="t" r="r" b="b"/>
                <a:pathLst>
                  <a:path w="77" h="122" extrusionOk="0">
                    <a:moveTo>
                      <a:pt x="16" y="122"/>
                    </a:moveTo>
                    <a:cubicBezTo>
                      <a:pt x="0" y="119"/>
                      <a:pt x="0" y="119"/>
                      <a:pt x="0" y="119"/>
                    </a:cubicBezTo>
                    <a:cubicBezTo>
                      <a:pt x="9" y="73"/>
                      <a:pt x="31" y="32"/>
                      <a:pt x="65" y="0"/>
                    </a:cubicBezTo>
                    <a:cubicBezTo>
                      <a:pt x="77" y="12"/>
                      <a:pt x="77" y="12"/>
                      <a:pt x="77" y="12"/>
                    </a:cubicBezTo>
                    <a:cubicBezTo>
                      <a:pt x="45" y="42"/>
                      <a:pt x="24" y="80"/>
                      <a:pt x="16" y="122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8" name="Google Shape;1058;p24"/>
              <p:cNvSpPr/>
              <p:nvPr/>
            </p:nvSpPr>
            <p:spPr>
              <a:xfrm>
                <a:off x="1192213" y="847725"/>
                <a:ext cx="80963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48" h="65" extrusionOk="0">
                    <a:moveTo>
                      <a:pt x="38" y="65"/>
                    </a:moveTo>
                    <a:cubicBezTo>
                      <a:pt x="21" y="47"/>
                      <a:pt x="9" y="27"/>
                      <a:pt x="0" y="5"/>
                    </a:cubicBezTo>
                    <a:cubicBezTo>
                      <a:pt x="13" y="0"/>
                      <a:pt x="13" y="0"/>
                      <a:pt x="13" y="0"/>
                    </a:cubicBezTo>
                    <a:cubicBezTo>
                      <a:pt x="21" y="21"/>
                      <a:pt x="33" y="39"/>
                      <a:pt x="48" y="56"/>
                    </a:cubicBezTo>
                    <a:lnTo>
                      <a:pt x="38" y="65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9" name="Google Shape;1059;p24"/>
              <p:cNvSpPr/>
              <p:nvPr/>
            </p:nvSpPr>
            <p:spPr>
              <a:xfrm>
                <a:off x="1284288" y="966788"/>
                <a:ext cx="209550" cy="93663"/>
              </a:xfrm>
              <a:custGeom>
                <a:avLst/>
                <a:gdLst/>
                <a:ahLst/>
                <a:cxnLst/>
                <a:rect l="l" t="t" r="r" b="b"/>
                <a:pathLst>
                  <a:path w="124" h="56" extrusionOk="0">
                    <a:moveTo>
                      <a:pt x="124" y="56"/>
                    </a:moveTo>
                    <a:cubicBezTo>
                      <a:pt x="78" y="56"/>
                      <a:pt x="34" y="40"/>
                      <a:pt x="0" y="11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41" y="28"/>
                      <a:pt x="82" y="43"/>
                      <a:pt x="124" y="43"/>
                    </a:cubicBezTo>
                    <a:lnTo>
                      <a:pt x="124" y="5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0" name="Google Shape;1060;p24"/>
              <p:cNvSpPr/>
              <p:nvPr/>
            </p:nvSpPr>
            <p:spPr>
              <a:xfrm>
                <a:off x="1555750" y="963613"/>
                <a:ext cx="150813" cy="90488"/>
              </a:xfrm>
              <a:custGeom>
                <a:avLst/>
                <a:gdLst/>
                <a:ahLst/>
                <a:cxnLst/>
                <a:rect l="l" t="t" r="r" b="b"/>
                <a:pathLst>
                  <a:path w="89" h="54" extrusionOk="0">
                    <a:moveTo>
                      <a:pt x="3" y="54"/>
                    </a:moveTo>
                    <a:cubicBezTo>
                      <a:pt x="0" y="41"/>
                      <a:pt x="0" y="41"/>
                      <a:pt x="0" y="41"/>
                    </a:cubicBezTo>
                    <a:cubicBezTo>
                      <a:pt x="30" y="34"/>
                      <a:pt x="57" y="20"/>
                      <a:pt x="80" y="0"/>
                    </a:cubicBezTo>
                    <a:cubicBezTo>
                      <a:pt x="89" y="10"/>
                      <a:pt x="89" y="10"/>
                      <a:pt x="89" y="10"/>
                    </a:cubicBezTo>
                    <a:cubicBezTo>
                      <a:pt x="65" y="32"/>
                      <a:pt x="35" y="47"/>
                      <a:pt x="3" y="5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1" name="Google Shape;1061;p24"/>
              <p:cNvSpPr/>
              <p:nvPr/>
            </p:nvSpPr>
            <p:spPr>
              <a:xfrm>
                <a:off x="1714500" y="839788"/>
                <a:ext cx="82550" cy="117475"/>
              </a:xfrm>
              <a:custGeom>
                <a:avLst/>
                <a:gdLst/>
                <a:ahLst/>
                <a:cxnLst/>
                <a:rect l="l" t="t" r="r" b="b"/>
                <a:pathLst>
                  <a:path w="49" h="69" extrusionOk="0">
                    <a:moveTo>
                      <a:pt x="10" y="69"/>
                    </a:moveTo>
                    <a:cubicBezTo>
                      <a:pt x="0" y="60"/>
                      <a:pt x="0" y="60"/>
                      <a:pt x="0" y="60"/>
                    </a:cubicBezTo>
                    <a:cubicBezTo>
                      <a:pt x="16" y="42"/>
                      <a:pt x="28" y="22"/>
                      <a:pt x="36" y="0"/>
                    </a:cubicBezTo>
                    <a:cubicBezTo>
                      <a:pt x="49" y="5"/>
                      <a:pt x="49" y="5"/>
                      <a:pt x="49" y="5"/>
                    </a:cubicBezTo>
                    <a:cubicBezTo>
                      <a:pt x="40" y="29"/>
                      <a:pt x="27" y="50"/>
                      <a:pt x="10" y="6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2" name="Google Shape;1062;p24"/>
              <p:cNvSpPr/>
              <p:nvPr/>
            </p:nvSpPr>
            <p:spPr>
              <a:xfrm>
                <a:off x="1784350" y="663575"/>
                <a:ext cx="31750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19" h="79" extrusionOk="0">
                    <a:moveTo>
                      <a:pt x="16" y="79"/>
                    </a:moveTo>
                    <a:cubicBezTo>
                      <a:pt x="2" y="77"/>
                      <a:pt x="2" y="77"/>
                      <a:pt x="2" y="77"/>
                    </a:cubicBezTo>
                    <a:cubicBezTo>
                      <a:pt x="4" y="66"/>
                      <a:pt x="5" y="56"/>
                      <a:pt x="5" y="45"/>
                    </a:cubicBezTo>
                    <a:cubicBezTo>
                      <a:pt x="5" y="31"/>
                      <a:pt x="4" y="17"/>
                      <a:pt x="0" y="3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17" y="15"/>
                      <a:pt x="19" y="30"/>
                      <a:pt x="19" y="45"/>
                    </a:cubicBezTo>
                    <a:cubicBezTo>
                      <a:pt x="19" y="57"/>
                      <a:pt x="18" y="68"/>
                      <a:pt x="16" y="7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3" name="Google Shape;1063;p24"/>
              <p:cNvSpPr/>
              <p:nvPr/>
            </p:nvSpPr>
            <p:spPr>
              <a:xfrm>
                <a:off x="1714500" y="520700"/>
                <a:ext cx="80963" cy="112712"/>
              </a:xfrm>
              <a:custGeom>
                <a:avLst/>
                <a:gdLst/>
                <a:ahLst/>
                <a:cxnLst/>
                <a:rect l="l" t="t" r="r" b="b"/>
                <a:pathLst>
                  <a:path w="48" h="66" extrusionOk="0">
                    <a:moveTo>
                      <a:pt x="35" y="66"/>
                    </a:moveTo>
                    <a:cubicBezTo>
                      <a:pt x="27" y="45"/>
                      <a:pt x="15" y="26"/>
                      <a:pt x="0" y="9"/>
                    </a:cubicBezTo>
                    <a:cubicBezTo>
                      <a:pt x="10" y="0"/>
                      <a:pt x="10" y="0"/>
                      <a:pt x="10" y="0"/>
                    </a:cubicBezTo>
                    <a:cubicBezTo>
                      <a:pt x="26" y="18"/>
                      <a:pt x="39" y="39"/>
                      <a:pt x="48" y="61"/>
                    </a:cubicBezTo>
                    <a:lnTo>
                      <a:pt x="35" y="6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4" name="Google Shape;1064;p24"/>
              <p:cNvSpPr/>
              <p:nvPr/>
            </p:nvSpPr>
            <p:spPr>
              <a:xfrm>
                <a:off x="1558925" y="425450"/>
                <a:ext cx="139700" cy="82550"/>
              </a:xfrm>
              <a:custGeom>
                <a:avLst/>
                <a:gdLst/>
                <a:ahLst/>
                <a:cxnLst/>
                <a:rect l="l" t="t" r="r" b="b"/>
                <a:pathLst>
                  <a:path w="82" h="49" extrusionOk="0">
                    <a:moveTo>
                      <a:pt x="73" y="49"/>
                    </a:moveTo>
                    <a:cubicBezTo>
                      <a:pt x="52" y="32"/>
                      <a:pt x="27" y="19"/>
                      <a:pt x="0" y="13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32" y="6"/>
                      <a:pt x="59" y="20"/>
                      <a:pt x="82" y="38"/>
                    </a:cubicBezTo>
                    <a:lnTo>
                      <a:pt x="73" y="49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5" name="Google Shape;1065;p24"/>
              <p:cNvSpPr/>
              <p:nvPr/>
            </p:nvSpPr>
            <p:spPr>
              <a:xfrm>
                <a:off x="1327150" y="417513"/>
                <a:ext cx="198437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118" h="40" extrusionOk="0">
                    <a:moveTo>
                      <a:pt x="7" y="40"/>
                    </a:moveTo>
                    <a:cubicBezTo>
                      <a:pt x="0" y="28"/>
                      <a:pt x="0" y="28"/>
                      <a:pt x="0" y="28"/>
                    </a:cubicBezTo>
                    <a:cubicBezTo>
                      <a:pt x="30" y="10"/>
                      <a:pt x="64" y="0"/>
                      <a:pt x="99" y="0"/>
                    </a:cubicBezTo>
                    <a:cubicBezTo>
                      <a:pt x="105" y="0"/>
                      <a:pt x="111" y="0"/>
                      <a:pt x="118" y="1"/>
                    </a:cubicBezTo>
                    <a:cubicBezTo>
                      <a:pt x="116" y="15"/>
                      <a:pt x="116" y="15"/>
                      <a:pt x="116" y="15"/>
                    </a:cubicBezTo>
                    <a:cubicBezTo>
                      <a:pt x="111" y="14"/>
                      <a:pt x="105" y="14"/>
                      <a:pt x="99" y="14"/>
                    </a:cubicBezTo>
                    <a:cubicBezTo>
                      <a:pt x="66" y="14"/>
                      <a:pt x="35" y="23"/>
                      <a:pt x="7" y="4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6" name="Google Shape;1066;p24"/>
              <p:cNvSpPr/>
              <p:nvPr/>
            </p:nvSpPr>
            <p:spPr>
              <a:xfrm>
                <a:off x="1195388" y="487363"/>
                <a:ext cx="111125" cy="138113"/>
              </a:xfrm>
              <a:custGeom>
                <a:avLst/>
                <a:gdLst/>
                <a:ahLst/>
                <a:cxnLst/>
                <a:rect l="l" t="t" r="r" b="b"/>
                <a:pathLst>
                  <a:path w="66" h="82" extrusionOk="0">
                    <a:moveTo>
                      <a:pt x="12" y="82"/>
                    </a:moveTo>
                    <a:cubicBezTo>
                      <a:pt x="0" y="77"/>
                      <a:pt x="0" y="77"/>
                      <a:pt x="0" y="77"/>
                    </a:cubicBezTo>
                    <a:cubicBezTo>
                      <a:pt x="12" y="47"/>
                      <a:pt x="32" y="20"/>
                      <a:pt x="58" y="0"/>
                    </a:cubicBezTo>
                    <a:cubicBezTo>
                      <a:pt x="66" y="11"/>
                      <a:pt x="66" y="11"/>
                      <a:pt x="66" y="11"/>
                    </a:cubicBezTo>
                    <a:cubicBezTo>
                      <a:pt x="43" y="29"/>
                      <a:pt x="24" y="54"/>
                      <a:pt x="12" y="8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7" name="Google Shape;1067;p24"/>
              <p:cNvSpPr/>
              <p:nvPr/>
            </p:nvSpPr>
            <p:spPr>
              <a:xfrm>
                <a:off x="1171575" y="661988"/>
                <a:ext cx="3175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19" h="91" extrusionOk="0">
                    <a:moveTo>
                      <a:pt x="5" y="91"/>
                    </a:moveTo>
                    <a:cubicBezTo>
                      <a:pt x="1" y="76"/>
                      <a:pt x="0" y="61"/>
                      <a:pt x="0" y="46"/>
                    </a:cubicBezTo>
                    <a:cubicBezTo>
                      <a:pt x="0" y="31"/>
                      <a:pt x="2" y="15"/>
                      <a:pt x="5" y="0"/>
                    </a:cubicBezTo>
                    <a:cubicBezTo>
                      <a:pt x="19" y="4"/>
                      <a:pt x="19" y="4"/>
                      <a:pt x="19" y="4"/>
                    </a:cubicBezTo>
                    <a:cubicBezTo>
                      <a:pt x="15" y="17"/>
                      <a:pt x="13" y="32"/>
                      <a:pt x="13" y="46"/>
                    </a:cubicBezTo>
                    <a:cubicBezTo>
                      <a:pt x="13" y="60"/>
                      <a:pt x="15" y="74"/>
                      <a:pt x="18" y="87"/>
                    </a:cubicBezTo>
                    <a:lnTo>
                      <a:pt x="5" y="9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8" name="Google Shape;1068;p24"/>
              <p:cNvSpPr/>
              <p:nvPr/>
            </p:nvSpPr>
            <p:spPr>
              <a:xfrm>
                <a:off x="1493838" y="806450"/>
                <a:ext cx="265113" cy="207963"/>
              </a:xfrm>
              <a:custGeom>
                <a:avLst/>
                <a:gdLst/>
                <a:ahLst/>
                <a:cxnLst/>
                <a:rect l="l" t="t" r="r" b="b"/>
                <a:pathLst>
                  <a:path w="157" h="123" extrusionOk="0">
                    <a:moveTo>
                      <a:pt x="0" y="123"/>
                    </a:moveTo>
                    <a:cubicBezTo>
                      <a:pt x="0" y="116"/>
                      <a:pt x="0" y="116"/>
                      <a:pt x="0" y="116"/>
                    </a:cubicBezTo>
                    <a:cubicBezTo>
                      <a:pt x="70" y="116"/>
                      <a:pt x="132" y="68"/>
                      <a:pt x="150" y="0"/>
                    </a:cubicBezTo>
                    <a:cubicBezTo>
                      <a:pt x="157" y="2"/>
                      <a:pt x="157" y="2"/>
                      <a:pt x="157" y="2"/>
                    </a:cubicBezTo>
                    <a:cubicBezTo>
                      <a:pt x="138" y="73"/>
                      <a:pt x="73" y="123"/>
                      <a:pt x="0" y="12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9" name="Google Shape;1069;p24"/>
              <p:cNvSpPr/>
              <p:nvPr/>
            </p:nvSpPr>
            <p:spPr>
              <a:xfrm>
                <a:off x="1752600" y="693738"/>
                <a:ext cx="14288" cy="46037"/>
              </a:xfrm>
              <a:custGeom>
                <a:avLst/>
                <a:gdLst/>
                <a:ahLst/>
                <a:cxnLst/>
                <a:rect l="l" t="t" r="r" b="b"/>
                <a:pathLst>
                  <a:path w="9" h="27" extrusionOk="0">
                    <a:moveTo>
                      <a:pt x="9" y="27"/>
                    </a:moveTo>
                    <a:cubicBezTo>
                      <a:pt x="3" y="27"/>
                      <a:pt x="3" y="27"/>
                      <a:pt x="3" y="27"/>
                    </a:cubicBezTo>
                    <a:cubicBezTo>
                      <a:pt x="3" y="19"/>
                      <a:pt x="2" y="10"/>
                      <a:pt x="0" y="1"/>
                    </a:cubicBezTo>
                    <a:cubicBezTo>
                      <a:pt x="7" y="0"/>
                      <a:pt x="7" y="0"/>
                      <a:pt x="7" y="0"/>
                    </a:cubicBezTo>
                    <a:cubicBezTo>
                      <a:pt x="9" y="9"/>
                      <a:pt x="9" y="18"/>
                      <a:pt x="9" y="2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0" name="Google Shape;1070;p24"/>
              <p:cNvSpPr/>
              <p:nvPr/>
            </p:nvSpPr>
            <p:spPr>
              <a:xfrm>
                <a:off x="1658938" y="527050"/>
                <a:ext cx="46037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7" h="27" extrusionOk="0">
                    <a:moveTo>
                      <a:pt x="21" y="27"/>
                    </a:moveTo>
                    <a:cubicBezTo>
                      <a:pt x="15" y="19"/>
                      <a:pt x="8" y="12"/>
                      <a:pt x="0" y="6"/>
                    </a:cubicBezTo>
                    <a:cubicBezTo>
                      <a:pt x="5" y="0"/>
                      <a:pt x="5" y="0"/>
                      <a:pt x="5" y="0"/>
                    </a:cubicBezTo>
                    <a:cubicBezTo>
                      <a:pt x="13" y="7"/>
                      <a:pt x="20" y="14"/>
                      <a:pt x="27" y="22"/>
                    </a:cubicBezTo>
                    <a:lnTo>
                      <a:pt x="21" y="2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1" name="Google Shape;1071;p24"/>
              <p:cNvSpPr/>
              <p:nvPr/>
            </p:nvSpPr>
            <p:spPr>
              <a:xfrm>
                <a:off x="1524000" y="466725"/>
                <a:ext cx="123825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73" h="33" extrusionOk="0">
                    <a:moveTo>
                      <a:pt x="70" y="33"/>
                    </a:moveTo>
                    <a:cubicBezTo>
                      <a:pt x="49" y="18"/>
                      <a:pt x="25" y="9"/>
                      <a:pt x="0" y="7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26" y="3"/>
                      <a:pt x="52" y="12"/>
                      <a:pt x="73" y="27"/>
                    </a:cubicBezTo>
                    <a:lnTo>
                      <a:pt x="70" y="33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2" name="Google Shape;1072;p24"/>
              <p:cNvSpPr/>
              <p:nvPr/>
            </p:nvSpPr>
            <p:spPr>
              <a:xfrm>
                <a:off x="1436688" y="465138"/>
                <a:ext cx="57150" cy="17463"/>
              </a:xfrm>
              <a:custGeom>
                <a:avLst/>
                <a:gdLst/>
                <a:ahLst/>
                <a:cxnLst/>
                <a:rect l="l" t="t" r="r" b="b"/>
                <a:pathLst>
                  <a:path w="34" h="10" extrusionOk="0">
                    <a:moveTo>
                      <a:pt x="1" y="10"/>
                    </a:moveTo>
                    <a:cubicBezTo>
                      <a:pt x="0" y="3"/>
                      <a:pt x="0" y="3"/>
                      <a:pt x="0" y="3"/>
                    </a:cubicBezTo>
                    <a:cubicBezTo>
                      <a:pt x="11" y="1"/>
                      <a:pt x="22" y="0"/>
                      <a:pt x="34" y="0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23" y="7"/>
                      <a:pt x="12" y="8"/>
                      <a:pt x="1" y="1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3" name="Google Shape;1073;p24"/>
              <p:cNvSpPr/>
              <p:nvPr/>
            </p:nvSpPr>
            <p:spPr>
              <a:xfrm>
                <a:off x="1231900" y="487363"/>
                <a:ext cx="158750" cy="173037"/>
              </a:xfrm>
              <a:custGeom>
                <a:avLst/>
                <a:gdLst/>
                <a:ahLst/>
                <a:cxnLst/>
                <a:rect l="l" t="t" r="r" b="b"/>
                <a:pathLst>
                  <a:path w="94" h="102" extrusionOk="0">
                    <a:moveTo>
                      <a:pt x="6" y="102"/>
                    </a:moveTo>
                    <a:cubicBezTo>
                      <a:pt x="0" y="100"/>
                      <a:pt x="0" y="100"/>
                      <a:pt x="0" y="100"/>
                    </a:cubicBezTo>
                    <a:cubicBezTo>
                      <a:pt x="14" y="55"/>
                      <a:pt x="47" y="18"/>
                      <a:pt x="91" y="0"/>
                    </a:cubicBezTo>
                    <a:cubicBezTo>
                      <a:pt x="94" y="6"/>
                      <a:pt x="94" y="6"/>
                      <a:pt x="94" y="6"/>
                    </a:cubicBezTo>
                    <a:cubicBezTo>
                      <a:pt x="52" y="24"/>
                      <a:pt x="20" y="59"/>
                      <a:pt x="6" y="10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4" name="Google Shape;1074;p24"/>
              <p:cNvSpPr/>
              <p:nvPr/>
            </p:nvSpPr>
            <p:spPr>
              <a:xfrm>
                <a:off x="1219200" y="685800"/>
                <a:ext cx="158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10" h="32" extrusionOk="0">
                    <a:moveTo>
                      <a:pt x="7" y="32"/>
                    </a:moveTo>
                    <a:cubicBezTo>
                      <a:pt x="0" y="32"/>
                      <a:pt x="0" y="32"/>
                      <a:pt x="0" y="32"/>
                    </a:cubicBezTo>
                    <a:cubicBezTo>
                      <a:pt x="0" y="21"/>
                      <a:pt x="1" y="10"/>
                      <a:pt x="4" y="0"/>
                    </a:cubicBezTo>
                    <a:cubicBezTo>
                      <a:pt x="10" y="1"/>
                      <a:pt x="10" y="1"/>
                      <a:pt x="10" y="1"/>
                    </a:cubicBezTo>
                    <a:cubicBezTo>
                      <a:pt x="8" y="11"/>
                      <a:pt x="7" y="22"/>
                      <a:pt x="7" y="3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5" name="Google Shape;1075;p24"/>
              <p:cNvSpPr/>
              <p:nvPr/>
            </p:nvSpPr>
            <p:spPr>
              <a:xfrm>
                <a:off x="1231900" y="820738"/>
                <a:ext cx="111125" cy="144463"/>
              </a:xfrm>
              <a:custGeom>
                <a:avLst/>
                <a:gdLst/>
                <a:ahLst/>
                <a:cxnLst/>
                <a:rect l="l" t="t" r="r" b="b"/>
                <a:pathLst>
                  <a:path w="66" h="86" extrusionOk="0">
                    <a:moveTo>
                      <a:pt x="62" y="86"/>
                    </a:moveTo>
                    <a:cubicBezTo>
                      <a:pt x="33" y="66"/>
                      <a:pt x="11" y="36"/>
                      <a:pt x="0" y="2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17" y="32"/>
                      <a:pt x="38" y="61"/>
                      <a:pt x="66" y="80"/>
                    </a:cubicBezTo>
                    <a:lnTo>
                      <a:pt x="62" y="86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6" name="Google Shape;1076;p24"/>
              <p:cNvSpPr/>
              <p:nvPr/>
            </p:nvSpPr>
            <p:spPr>
              <a:xfrm>
                <a:off x="1377950" y="976313"/>
                <a:ext cx="381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3" h="15" extrusionOk="0">
                    <a:moveTo>
                      <a:pt x="21" y="15"/>
                    </a:moveTo>
                    <a:cubicBezTo>
                      <a:pt x="14" y="12"/>
                      <a:pt x="7" y="10"/>
                      <a:pt x="0" y="7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9" y="3"/>
                      <a:pt x="16" y="6"/>
                      <a:pt x="23" y="8"/>
                    </a:cubicBezTo>
                    <a:lnTo>
                      <a:pt x="21" y="1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7" name="Google Shape;1077;p24"/>
              <p:cNvSpPr/>
              <p:nvPr/>
            </p:nvSpPr>
            <p:spPr>
              <a:xfrm>
                <a:off x="1325563" y="739775"/>
                <a:ext cx="26988" cy="69850"/>
              </a:xfrm>
              <a:custGeom>
                <a:avLst/>
                <a:gdLst/>
                <a:ahLst/>
                <a:cxnLst/>
                <a:rect l="l" t="t" r="r" b="b"/>
                <a:pathLst>
                  <a:path w="16" h="42" extrusionOk="0">
                    <a:moveTo>
                      <a:pt x="9" y="42"/>
                    </a:moveTo>
                    <a:cubicBezTo>
                      <a:pt x="3" y="29"/>
                      <a:pt x="0" y="15"/>
                      <a:pt x="0" y="0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8" y="14"/>
                      <a:pt x="11" y="27"/>
                      <a:pt x="16" y="39"/>
                    </a:cubicBezTo>
                    <a:lnTo>
                      <a:pt x="9" y="42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8" name="Google Shape;1078;p24"/>
              <p:cNvSpPr/>
              <p:nvPr/>
            </p:nvSpPr>
            <p:spPr>
              <a:xfrm>
                <a:off x="1354138" y="825500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34" h="34" extrusionOk="0">
                    <a:moveTo>
                      <a:pt x="30" y="34"/>
                    </a:moveTo>
                    <a:cubicBezTo>
                      <a:pt x="18" y="26"/>
                      <a:pt x="8" y="16"/>
                      <a:pt x="0" y="4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13" y="11"/>
                      <a:pt x="23" y="21"/>
                      <a:pt x="34" y="28"/>
                    </a:cubicBezTo>
                    <a:lnTo>
                      <a:pt x="30" y="34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9" name="Google Shape;1079;p24"/>
              <p:cNvSpPr/>
              <p:nvPr/>
            </p:nvSpPr>
            <p:spPr>
              <a:xfrm>
                <a:off x="1423988" y="882650"/>
                <a:ext cx="33337" cy="20638"/>
              </a:xfrm>
              <a:custGeom>
                <a:avLst/>
                <a:gdLst/>
                <a:ahLst/>
                <a:cxnLst/>
                <a:rect l="l" t="t" r="r" b="b"/>
                <a:pathLst>
                  <a:path w="19" h="12" extrusionOk="0">
                    <a:moveTo>
                      <a:pt x="17" y="12"/>
                    </a:moveTo>
                    <a:cubicBezTo>
                      <a:pt x="11" y="11"/>
                      <a:pt x="6" y="9"/>
                      <a:pt x="0" y="6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8" y="2"/>
                      <a:pt x="14" y="4"/>
                      <a:pt x="19" y="5"/>
                    </a:cubicBezTo>
                    <a:lnTo>
                      <a:pt x="17" y="12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0" name="Google Shape;1080;p24"/>
              <p:cNvSpPr/>
              <p:nvPr/>
            </p:nvSpPr>
            <p:spPr>
              <a:xfrm>
                <a:off x="1473200" y="884238"/>
                <a:ext cx="84138" cy="23812"/>
              </a:xfrm>
              <a:custGeom>
                <a:avLst/>
                <a:gdLst/>
                <a:ahLst/>
                <a:cxnLst/>
                <a:rect l="l" t="t" r="r" b="b"/>
                <a:pathLst>
                  <a:path w="50" h="14" extrusionOk="0">
                    <a:moveTo>
                      <a:pt x="12" y="14"/>
                    </a:moveTo>
                    <a:cubicBezTo>
                      <a:pt x="8" y="14"/>
                      <a:pt x="4" y="14"/>
                      <a:pt x="0" y="13"/>
                    </a:cubicBezTo>
                    <a:cubicBezTo>
                      <a:pt x="1" y="6"/>
                      <a:pt x="1" y="6"/>
                      <a:pt x="1" y="6"/>
                    </a:cubicBezTo>
                    <a:cubicBezTo>
                      <a:pt x="4" y="6"/>
                      <a:pt x="8" y="6"/>
                      <a:pt x="12" y="6"/>
                    </a:cubicBezTo>
                    <a:cubicBezTo>
                      <a:pt x="24" y="6"/>
                      <a:pt x="36" y="4"/>
                      <a:pt x="47" y="0"/>
                    </a:cubicBezTo>
                    <a:cubicBezTo>
                      <a:pt x="50" y="7"/>
                      <a:pt x="50" y="7"/>
                      <a:pt x="50" y="7"/>
                    </a:cubicBezTo>
                    <a:cubicBezTo>
                      <a:pt x="38" y="11"/>
                      <a:pt x="25" y="14"/>
                      <a:pt x="12" y="14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1" name="Google Shape;1081;p24"/>
              <p:cNvSpPr/>
              <p:nvPr/>
            </p:nvSpPr>
            <p:spPr>
              <a:xfrm>
                <a:off x="1577975" y="823913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34" h="34" extrusionOk="0">
                    <a:moveTo>
                      <a:pt x="4" y="34"/>
                    </a:moveTo>
                    <a:cubicBezTo>
                      <a:pt x="0" y="28"/>
                      <a:pt x="0" y="28"/>
                      <a:pt x="0" y="28"/>
                    </a:cubicBezTo>
                    <a:cubicBezTo>
                      <a:pt x="11" y="21"/>
                      <a:pt x="20" y="11"/>
                      <a:pt x="28" y="0"/>
                    </a:cubicBezTo>
                    <a:cubicBezTo>
                      <a:pt x="34" y="4"/>
                      <a:pt x="34" y="4"/>
                      <a:pt x="34" y="4"/>
                    </a:cubicBezTo>
                    <a:cubicBezTo>
                      <a:pt x="26" y="16"/>
                      <a:pt x="16" y="26"/>
                      <a:pt x="4" y="34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2" name="Google Shape;1082;p24"/>
              <p:cNvSpPr/>
              <p:nvPr/>
            </p:nvSpPr>
            <p:spPr>
              <a:xfrm>
                <a:off x="1646238" y="706438"/>
                <a:ext cx="14288" cy="65088"/>
              </a:xfrm>
              <a:custGeom>
                <a:avLst/>
                <a:gdLst/>
                <a:ahLst/>
                <a:cxnLst/>
                <a:rect l="l" t="t" r="r" b="b"/>
                <a:pathLst>
                  <a:path w="9" h="38" extrusionOk="0">
                    <a:moveTo>
                      <a:pt x="8" y="38"/>
                    </a:moveTo>
                    <a:cubicBezTo>
                      <a:pt x="0" y="37"/>
                      <a:pt x="0" y="37"/>
                      <a:pt x="0" y="37"/>
                    </a:cubicBezTo>
                    <a:cubicBezTo>
                      <a:pt x="1" y="31"/>
                      <a:pt x="2" y="25"/>
                      <a:pt x="2" y="19"/>
                    </a:cubicBezTo>
                    <a:cubicBezTo>
                      <a:pt x="2" y="13"/>
                      <a:pt x="1" y="7"/>
                      <a:pt x="0" y="2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9" y="6"/>
                      <a:pt x="9" y="13"/>
                      <a:pt x="9" y="19"/>
                    </a:cubicBezTo>
                    <a:cubicBezTo>
                      <a:pt x="9" y="26"/>
                      <a:pt x="9" y="32"/>
                      <a:pt x="8" y="38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3" name="Google Shape;1083;p24"/>
              <p:cNvSpPr/>
              <p:nvPr/>
            </p:nvSpPr>
            <p:spPr>
              <a:xfrm>
                <a:off x="1584325" y="603250"/>
                <a:ext cx="66675" cy="77787"/>
              </a:xfrm>
              <a:custGeom>
                <a:avLst/>
                <a:gdLst/>
                <a:ahLst/>
                <a:cxnLst/>
                <a:rect l="l" t="t" r="r" b="b"/>
                <a:pathLst>
                  <a:path w="39" h="46" extrusionOk="0">
                    <a:moveTo>
                      <a:pt x="32" y="46"/>
                    </a:moveTo>
                    <a:cubicBezTo>
                      <a:pt x="25" y="30"/>
                      <a:pt x="14" y="16"/>
                      <a:pt x="0" y="6"/>
                    </a:cubicBezTo>
                    <a:cubicBezTo>
                      <a:pt x="5" y="0"/>
                      <a:pt x="5" y="0"/>
                      <a:pt x="5" y="0"/>
                    </a:cubicBezTo>
                    <a:cubicBezTo>
                      <a:pt x="20" y="11"/>
                      <a:pt x="32" y="26"/>
                      <a:pt x="39" y="44"/>
                    </a:cubicBezTo>
                    <a:lnTo>
                      <a:pt x="32" y="4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4" name="Google Shape;1084;p24"/>
              <p:cNvSpPr/>
              <p:nvPr/>
            </p:nvSpPr>
            <p:spPr>
              <a:xfrm>
                <a:off x="1473200" y="571500"/>
                <a:ext cx="103187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61" h="19" extrusionOk="0">
                    <a:moveTo>
                      <a:pt x="58" y="19"/>
                    </a:moveTo>
                    <a:cubicBezTo>
                      <a:pt x="44" y="11"/>
                      <a:pt x="28" y="7"/>
                      <a:pt x="12" y="7"/>
                    </a:cubicBezTo>
                    <a:cubicBezTo>
                      <a:pt x="8" y="7"/>
                      <a:pt x="5" y="7"/>
                      <a:pt x="1" y="8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4" y="0"/>
                      <a:pt x="8" y="0"/>
                      <a:pt x="12" y="0"/>
                    </a:cubicBezTo>
                    <a:cubicBezTo>
                      <a:pt x="29" y="0"/>
                      <a:pt x="46" y="4"/>
                      <a:pt x="61" y="13"/>
                    </a:cubicBezTo>
                    <a:lnTo>
                      <a:pt x="58" y="19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5" name="Google Shape;1085;p24"/>
              <p:cNvSpPr/>
              <p:nvPr/>
            </p:nvSpPr>
            <p:spPr>
              <a:xfrm>
                <a:off x="1404938" y="574675"/>
                <a:ext cx="52388" cy="33337"/>
              </a:xfrm>
              <a:custGeom>
                <a:avLst/>
                <a:gdLst/>
                <a:ahLst/>
                <a:cxnLst/>
                <a:rect l="l" t="t" r="r" b="b"/>
                <a:pathLst>
                  <a:path w="31" h="19" extrusionOk="0">
                    <a:moveTo>
                      <a:pt x="4" y="19"/>
                    </a:moveTo>
                    <a:cubicBezTo>
                      <a:pt x="0" y="13"/>
                      <a:pt x="0" y="13"/>
                      <a:pt x="0" y="13"/>
                    </a:cubicBezTo>
                    <a:cubicBezTo>
                      <a:pt x="9" y="7"/>
                      <a:pt x="19" y="3"/>
                      <a:pt x="29" y="0"/>
                    </a:cubicBezTo>
                    <a:cubicBezTo>
                      <a:pt x="31" y="8"/>
                      <a:pt x="31" y="8"/>
                      <a:pt x="31" y="8"/>
                    </a:cubicBezTo>
                    <a:cubicBezTo>
                      <a:pt x="21" y="10"/>
                      <a:pt x="12" y="14"/>
                      <a:pt x="4" y="19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6" name="Google Shape;1086;p24"/>
              <p:cNvSpPr/>
              <p:nvPr/>
            </p:nvSpPr>
            <p:spPr>
              <a:xfrm>
                <a:off x="1328738" y="617538"/>
                <a:ext cx="57150" cy="92075"/>
              </a:xfrm>
              <a:custGeom>
                <a:avLst/>
                <a:gdLst/>
                <a:ahLst/>
                <a:cxnLst/>
                <a:rect l="l" t="t" r="r" b="b"/>
                <a:pathLst>
                  <a:path w="34" h="55" extrusionOk="0">
                    <a:moveTo>
                      <a:pt x="7" y="55"/>
                    </a:moveTo>
                    <a:cubicBezTo>
                      <a:pt x="0" y="54"/>
                      <a:pt x="0" y="54"/>
                      <a:pt x="0" y="54"/>
                    </a:cubicBezTo>
                    <a:cubicBezTo>
                      <a:pt x="4" y="33"/>
                      <a:pt x="14" y="14"/>
                      <a:pt x="29" y="0"/>
                    </a:cubicBezTo>
                    <a:cubicBezTo>
                      <a:pt x="34" y="5"/>
                      <a:pt x="34" y="5"/>
                      <a:pt x="34" y="5"/>
                    </a:cubicBezTo>
                    <a:cubicBezTo>
                      <a:pt x="20" y="19"/>
                      <a:pt x="11" y="36"/>
                      <a:pt x="7" y="55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7" name="Google Shape;1087;p24"/>
              <p:cNvSpPr/>
              <p:nvPr/>
            </p:nvSpPr>
            <p:spPr>
              <a:xfrm>
                <a:off x="1357313" y="787400"/>
                <a:ext cx="36513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22" h="30" extrusionOk="0">
                    <a:moveTo>
                      <a:pt x="17" y="30"/>
                    </a:moveTo>
                    <a:cubicBezTo>
                      <a:pt x="10" y="21"/>
                      <a:pt x="4" y="12"/>
                      <a:pt x="0" y="2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10" y="9"/>
                      <a:pt x="15" y="18"/>
                      <a:pt x="22" y="25"/>
                    </a:cubicBezTo>
                    <a:lnTo>
                      <a:pt x="17" y="3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8" name="Google Shape;1088;p24"/>
              <p:cNvSpPr/>
              <p:nvPr/>
            </p:nvSpPr>
            <p:spPr>
              <a:xfrm>
                <a:off x="1400175" y="841375"/>
                <a:ext cx="93663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56" h="26" extrusionOk="0">
                    <a:moveTo>
                      <a:pt x="56" y="26"/>
                    </a:moveTo>
                    <a:cubicBezTo>
                      <a:pt x="35" y="26"/>
                      <a:pt x="15" y="18"/>
                      <a:pt x="0" y="5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18" y="13"/>
                      <a:pt x="37" y="19"/>
                      <a:pt x="56" y="19"/>
                    </a:cubicBezTo>
                    <a:lnTo>
                      <a:pt x="56" y="26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9" name="Google Shape;1089;p24"/>
              <p:cNvSpPr/>
              <p:nvPr/>
            </p:nvSpPr>
            <p:spPr>
              <a:xfrm>
                <a:off x="1522413" y="839788"/>
                <a:ext cx="68263" cy="42863"/>
              </a:xfrm>
              <a:custGeom>
                <a:avLst/>
                <a:gdLst/>
                <a:ahLst/>
                <a:cxnLst/>
                <a:rect l="l" t="t" r="r" b="b"/>
                <a:pathLst>
                  <a:path w="40" h="25" extrusionOk="0">
                    <a:moveTo>
                      <a:pt x="1" y="25"/>
                    </a:moveTo>
                    <a:cubicBezTo>
                      <a:pt x="0" y="19"/>
                      <a:pt x="0" y="19"/>
                      <a:pt x="0" y="19"/>
                    </a:cubicBezTo>
                    <a:cubicBezTo>
                      <a:pt x="13" y="16"/>
                      <a:pt x="26" y="10"/>
                      <a:pt x="36" y="0"/>
                    </a:cubicBezTo>
                    <a:cubicBezTo>
                      <a:pt x="40" y="5"/>
                      <a:pt x="40" y="5"/>
                      <a:pt x="40" y="5"/>
                    </a:cubicBezTo>
                    <a:cubicBezTo>
                      <a:pt x="29" y="15"/>
                      <a:pt x="15" y="22"/>
                      <a:pt x="1" y="2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0" name="Google Shape;1090;p24"/>
              <p:cNvSpPr/>
              <p:nvPr/>
            </p:nvSpPr>
            <p:spPr>
              <a:xfrm>
                <a:off x="1593850" y="784225"/>
                <a:ext cx="36513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22" h="32" extrusionOk="0">
                    <a:moveTo>
                      <a:pt x="5" y="32"/>
                    </a:moveTo>
                    <a:cubicBezTo>
                      <a:pt x="0" y="27"/>
                      <a:pt x="0" y="27"/>
                      <a:pt x="0" y="27"/>
                    </a:cubicBezTo>
                    <a:cubicBezTo>
                      <a:pt x="7" y="19"/>
                      <a:pt x="13" y="10"/>
                      <a:pt x="16" y="0"/>
                    </a:cubicBezTo>
                    <a:cubicBezTo>
                      <a:pt x="22" y="3"/>
                      <a:pt x="22" y="3"/>
                      <a:pt x="22" y="3"/>
                    </a:cubicBezTo>
                    <a:cubicBezTo>
                      <a:pt x="18" y="13"/>
                      <a:pt x="12" y="23"/>
                      <a:pt x="5" y="3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1" name="Google Shape;1091;p24"/>
              <p:cNvSpPr/>
              <p:nvPr/>
            </p:nvSpPr>
            <p:spPr>
              <a:xfrm>
                <a:off x="1625600" y="704850"/>
                <a:ext cx="12700" cy="61913"/>
              </a:xfrm>
              <a:custGeom>
                <a:avLst/>
                <a:gdLst/>
                <a:ahLst/>
                <a:cxnLst/>
                <a:rect l="l" t="t" r="r" b="b"/>
                <a:pathLst>
                  <a:path w="8" h="36" extrusionOk="0">
                    <a:moveTo>
                      <a:pt x="7" y="36"/>
                    </a:moveTo>
                    <a:cubicBezTo>
                      <a:pt x="1" y="34"/>
                      <a:pt x="1" y="34"/>
                      <a:pt x="1" y="34"/>
                    </a:cubicBezTo>
                    <a:cubicBezTo>
                      <a:pt x="2" y="30"/>
                      <a:pt x="2" y="25"/>
                      <a:pt x="2" y="20"/>
                    </a:cubicBezTo>
                    <a:cubicBezTo>
                      <a:pt x="2" y="14"/>
                      <a:pt x="1" y="7"/>
                      <a:pt x="0" y="1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7" y="6"/>
                      <a:pt x="8" y="13"/>
                      <a:pt x="8" y="20"/>
                    </a:cubicBezTo>
                    <a:cubicBezTo>
                      <a:pt x="8" y="25"/>
                      <a:pt x="8" y="31"/>
                      <a:pt x="7" y="3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2" name="Google Shape;1092;p24"/>
              <p:cNvSpPr/>
              <p:nvPr/>
            </p:nvSpPr>
            <p:spPr>
              <a:xfrm>
                <a:off x="1593850" y="641350"/>
                <a:ext cx="36513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22" h="30" extrusionOk="0">
                    <a:moveTo>
                      <a:pt x="16" y="30"/>
                    </a:moveTo>
                    <a:cubicBezTo>
                      <a:pt x="12" y="20"/>
                      <a:pt x="7" y="12"/>
                      <a:pt x="0" y="4"/>
                    </a:cubicBezTo>
                    <a:cubicBezTo>
                      <a:pt x="5" y="0"/>
                      <a:pt x="5" y="0"/>
                      <a:pt x="5" y="0"/>
                    </a:cubicBezTo>
                    <a:cubicBezTo>
                      <a:pt x="12" y="8"/>
                      <a:pt x="18" y="17"/>
                      <a:pt x="22" y="28"/>
                    </a:cubicBezTo>
                    <a:lnTo>
                      <a:pt x="16" y="3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3" name="Google Shape;1093;p24"/>
              <p:cNvSpPr/>
              <p:nvPr/>
            </p:nvSpPr>
            <p:spPr>
              <a:xfrm>
                <a:off x="1524000" y="596900"/>
                <a:ext cx="61912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7" h="22" extrusionOk="0">
                    <a:moveTo>
                      <a:pt x="33" y="22"/>
                    </a:moveTo>
                    <a:cubicBezTo>
                      <a:pt x="23" y="14"/>
                      <a:pt x="12" y="9"/>
                      <a:pt x="0" y="6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14" y="3"/>
                      <a:pt x="26" y="9"/>
                      <a:pt x="37" y="17"/>
                    </a:cubicBezTo>
                    <a:lnTo>
                      <a:pt x="33" y="2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4" name="Google Shape;1094;p24"/>
              <p:cNvSpPr/>
              <p:nvPr/>
            </p:nvSpPr>
            <p:spPr>
              <a:xfrm>
                <a:off x="1417638" y="593725"/>
                <a:ext cx="90488" cy="30163"/>
              </a:xfrm>
              <a:custGeom>
                <a:avLst/>
                <a:gdLst/>
                <a:ahLst/>
                <a:cxnLst/>
                <a:rect l="l" t="t" r="r" b="b"/>
                <a:pathLst>
                  <a:path w="53" h="18" extrusionOk="0">
                    <a:moveTo>
                      <a:pt x="3" y="18"/>
                    </a:moveTo>
                    <a:cubicBezTo>
                      <a:pt x="0" y="12"/>
                      <a:pt x="0" y="12"/>
                      <a:pt x="0" y="12"/>
                    </a:cubicBezTo>
                    <a:cubicBezTo>
                      <a:pt x="14" y="4"/>
                      <a:pt x="29" y="0"/>
                      <a:pt x="45" y="0"/>
                    </a:cubicBezTo>
                    <a:cubicBezTo>
                      <a:pt x="48" y="0"/>
                      <a:pt x="51" y="0"/>
                      <a:pt x="53" y="0"/>
                    </a:cubicBezTo>
                    <a:cubicBezTo>
                      <a:pt x="53" y="6"/>
                      <a:pt x="53" y="6"/>
                      <a:pt x="53" y="6"/>
                    </a:cubicBezTo>
                    <a:cubicBezTo>
                      <a:pt x="50" y="6"/>
                      <a:pt x="47" y="6"/>
                      <a:pt x="45" y="6"/>
                    </a:cubicBezTo>
                    <a:cubicBezTo>
                      <a:pt x="30" y="6"/>
                      <a:pt x="16" y="10"/>
                      <a:pt x="3" y="18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5" name="Google Shape;1095;p24"/>
              <p:cNvSpPr/>
              <p:nvPr/>
            </p:nvSpPr>
            <p:spPr>
              <a:xfrm>
                <a:off x="1358900" y="625475"/>
                <a:ext cx="508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30" h="37" extrusionOk="0">
                    <a:moveTo>
                      <a:pt x="6" y="37"/>
                    </a:moveTo>
                    <a:cubicBezTo>
                      <a:pt x="0" y="35"/>
                      <a:pt x="0" y="35"/>
                      <a:pt x="0" y="35"/>
                    </a:cubicBezTo>
                    <a:cubicBezTo>
                      <a:pt x="5" y="21"/>
                      <a:pt x="14" y="9"/>
                      <a:pt x="26" y="0"/>
                    </a:cubicBezTo>
                    <a:cubicBezTo>
                      <a:pt x="30" y="5"/>
                      <a:pt x="30" y="5"/>
                      <a:pt x="30" y="5"/>
                    </a:cubicBezTo>
                    <a:cubicBezTo>
                      <a:pt x="19" y="13"/>
                      <a:pt x="11" y="24"/>
                      <a:pt x="6" y="3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6" name="Google Shape;1096;p24"/>
              <p:cNvSpPr/>
              <p:nvPr/>
            </p:nvSpPr>
            <p:spPr>
              <a:xfrm>
                <a:off x="1347788" y="703263"/>
                <a:ext cx="14288" cy="69850"/>
              </a:xfrm>
              <a:custGeom>
                <a:avLst/>
                <a:gdLst/>
                <a:ahLst/>
                <a:cxnLst/>
                <a:rect l="l" t="t" r="r" b="b"/>
                <a:pathLst>
                  <a:path w="9" h="41" extrusionOk="0">
                    <a:moveTo>
                      <a:pt x="3" y="41"/>
                    </a:moveTo>
                    <a:cubicBezTo>
                      <a:pt x="1" y="35"/>
                      <a:pt x="0" y="28"/>
                      <a:pt x="0" y="21"/>
                    </a:cubicBezTo>
                    <a:cubicBezTo>
                      <a:pt x="0" y="14"/>
                      <a:pt x="1" y="7"/>
                      <a:pt x="3" y="0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7" y="8"/>
                      <a:pt x="7" y="15"/>
                      <a:pt x="7" y="21"/>
                    </a:cubicBezTo>
                    <a:cubicBezTo>
                      <a:pt x="7" y="28"/>
                      <a:pt x="7" y="34"/>
                      <a:pt x="9" y="40"/>
                    </a:cubicBezTo>
                    <a:lnTo>
                      <a:pt x="3" y="4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7" name="Google Shape;1097;p24"/>
              <p:cNvSpPr/>
              <p:nvPr/>
            </p:nvSpPr>
            <p:spPr>
              <a:xfrm>
                <a:off x="1493838" y="769938"/>
                <a:ext cx="119063" cy="93663"/>
              </a:xfrm>
              <a:custGeom>
                <a:avLst/>
                <a:gdLst/>
                <a:ahLst/>
                <a:cxnLst/>
                <a:rect l="l" t="t" r="r" b="b"/>
                <a:pathLst>
                  <a:path w="71" h="56" extrusionOk="0">
                    <a:moveTo>
                      <a:pt x="0" y="56"/>
                    </a:moveTo>
                    <a:cubicBezTo>
                      <a:pt x="0" y="53"/>
                      <a:pt x="0" y="53"/>
                      <a:pt x="0" y="53"/>
                    </a:cubicBezTo>
                    <a:cubicBezTo>
                      <a:pt x="32" y="53"/>
                      <a:pt x="60" y="31"/>
                      <a:pt x="68" y="0"/>
                    </a:cubicBezTo>
                    <a:cubicBezTo>
                      <a:pt x="71" y="1"/>
                      <a:pt x="71" y="1"/>
                      <a:pt x="71" y="1"/>
                    </a:cubicBezTo>
                    <a:cubicBezTo>
                      <a:pt x="62" y="33"/>
                      <a:pt x="33" y="56"/>
                      <a:pt x="0" y="5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8" name="Google Shape;1098;p24"/>
              <p:cNvSpPr/>
              <p:nvPr/>
            </p:nvSpPr>
            <p:spPr>
              <a:xfrm>
                <a:off x="1609725" y="719138"/>
                <a:ext cx="7938" cy="20638"/>
              </a:xfrm>
              <a:custGeom>
                <a:avLst/>
                <a:gdLst/>
                <a:ahLst/>
                <a:cxnLst/>
                <a:rect l="l" t="t" r="r" b="b"/>
                <a:pathLst>
                  <a:path w="4" h="12" extrusionOk="0">
                    <a:moveTo>
                      <a:pt x="4" y="12"/>
                    </a:moveTo>
                    <a:cubicBezTo>
                      <a:pt x="1" y="12"/>
                      <a:pt x="1" y="12"/>
                      <a:pt x="1" y="12"/>
                    </a:cubicBezTo>
                    <a:cubicBezTo>
                      <a:pt x="1" y="8"/>
                      <a:pt x="1" y="4"/>
                      <a:pt x="0" y="1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4" y="4"/>
                      <a:pt x="4" y="8"/>
                      <a:pt x="4" y="1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9" name="Google Shape;1099;p24"/>
              <p:cNvSpPr/>
              <p:nvPr/>
            </p:nvSpPr>
            <p:spPr>
              <a:xfrm>
                <a:off x="1568450" y="642938"/>
                <a:ext cx="20638" cy="20638"/>
              </a:xfrm>
              <a:custGeom>
                <a:avLst/>
                <a:gdLst/>
                <a:ahLst/>
                <a:cxnLst/>
                <a:rect l="l" t="t" r="r" b="b"/>
                <a:pathLst>
                  <a:path w="12" h="12" extrusionOk="0">
                    <a:moveTo>
                      <a:pt x="10" y="12"/>
                    </a:moveTo>
                    <a:cubicBezTo>
                      <a:pt x="7" y="9"/>
                      <a:pt x="4" y="6"/>
                      <a:pt x="0" y="3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6" y="3"/>
                      <a:pt x="9" y="7"/>
                      <a:pt x="12" y="10"/>
                    </a:cubicBezTo>
                    <a:lnTo>
                      <a:pt x="10" y="1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0" name="Google Shape;1100;p24"/>
              <p:cNvSpPr/>
              <p:nvPr/>
            </p:nvSpPr>
            <p:spPr>
              <a:xfrm>
                <a:off x="1508125" y="615950"/>
                <a:ext cx="55563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33" h="15" extrusionOk="0">
                    <a:moveTo>
                      <a:pt x="31" y="15"/>
                    </a:moveTo>
                    <a:cubicBezTo>
                      <a:pt x="22" y="9"/>
                      <a:pt x="11" y="5"/>
                      <a:pt x="0" y="3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2" y="2"/>
                      <a:pt x="23" y="6"/>
                      <a:pt x="33" y="13"/>
                    </a:cubicBezTo>
                    <a:lnTo>
                      <a:pt x="31" y="1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1" name="Google Shape;1101;p24"/>
              <p:cNvSpPr/>
              <p:nvPr/>
            </p:nvSpPr>
            <p:spPr>
              <a:xfrm>
                <a:off x="1466850" y="615950"/>
                <a:ext cx="26988" cy="6350"/>
              </a:xfrm>
              <a:custGeom>
                <a:avLst/>
                <a:gdLst/>
                <a:ahLst/>
                <a:cxnLst/>
                <a:rect l="l" t="t" r="r" b="b"/>
                <a:pathLst>
                  <a:path w="16" h="4" extrusionOk="0">
                    <a:moveTo>
                      <a:pt x="1" y="4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5" y="0"/>
                      <a:pt x="11" y="0"/>
                      <a:pt x="16" y="0"/>
                    </a:cubicBezTo>
                    <a:cubicBezTo>
                      <a:pt x="16" y="3"/>
                      <a:pt x="16" y="3"/>
                      <a:pt x="16" y="3"/>
                    </a:cubicBezTo>
                    <a:cubicBezTo>
                      <a:pt x="11" y="3"/>
                      <a:pt x="6" y="3"/>
                      <a:pt x="1" y="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2" name="Google Shape;1102;p24"/>
              <p:cNvSpPr/>
              <p:nvPr/>
            </p:nvSpPr>
            <p:spPr>
              <a:xfrm>
                <a:off x="1376363" y="625475"/>
                <a:ext cx="69850" cy="77787"/>
              </a:xfrm>
              <a:custGeom>
                <a:avLst/>
                <a:gdLst/>
                <a:ahLst/>
                <a:cxnLst/>
                <a:rect l="l" t="t" r="r" b="b"/>
                <a:pathLst>
                  <a:path w="42" h="46" extrusionOk="0">
                    <a:moveTo>
                      <a:pt x="3" y="46"/>
                    </a:moveTo>
                    <a:cubicBezTo>
                      <a:pt x="0" y="45"/>
                      <a:pt x="0" y="45"/>
                      <a:pt x="0" y="45"/>
                    </a:cubicBezTo>
                    <a:cubicBezTo>
                      <a:pt x="6" y="25"/>
                      <a:pt x="21" y="8"/>
                      <a:pt x="41" y="0"/>
                    </a:cubicBezTo>
                    <a:cubicBezTo>
                      <a:pt x="42" y="3"/>
                      <a:pt x="42" y="3"/>
                      <a:pt x="42" y="3"/>
                    </a:cubicBezTo>
                    <a:cubicBezTo>
                      <a:pt x="23" y="11"/>
                      <a:pt x="9" y="26"/>
                      <a:pt x="3" y="4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3" name="Google Shape;1103;p24"/>
              <p:cNvSpPr/>
              <p:nvPr/>
            </p:nvSpPr>
            <p:spPr>
              <a:xfrm>
                <a:off x="1368425" y="714375"/>
                <a:ext cx="9525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" h="15" extrusionOk="0">
                    <a:moveTo>
                      <a:pt x="3" y="15"/>
                    </a:moveTo>
                    <a:cubicBezTo>
                      <a:pt x="0" y="15"/>
                      <a:pt x="0" y="15"/>
                      <a:pt x="0" y="15"/>
                    </a:cubicBezTo>
                    <a:cubicBezTo>
                      <a:pt x="0" y="10"/>
                      <a:pt x="1" y="5"/>
                      <a:pt x="2" y="0"/>
                    </a:cubicBezTo>
                    <a:cubicBezTo>
                      <a:pt x="5" y="1"/>
                      <a:pt x="5" y="1"/>
                      <a:pt x="5" y="1"/>
                    </a:cubicBezTo>
                    <a:cubicBezTo>
                      <a:pt x="4" y="6"/>
                      <a:pt x="3" y="11"/>
                      <a:pt x="3" y="1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4" name="Google Shape;1104;p24"/>
              <p:cNvSpPr/>
              <p:nvPr/>
            </p:nvSpPr>
            <p:spPr>
              <a:xfrm>
                <a:off x="1376363" y="776288"/>
                <a:ext cx="50800" cy="65087"/>
              </a:xfrm>
              <a:custGeom>
                <a:avLst/>
                <a:gdLst/>
                <a:ahLst/>
                <a:cxnLst/>
                <a:rect l="l" t="t" r="r" b="b"/>
                <a:pathLst>
                  <a:path w="30" h="39" extrusionOk="0">
                    <a:moveTo>
                      <a:pt x="28" y="39"/>
                    </a:moveTo>
                    <a:cubicBezTo>
                      <a:pt x="15" y="30"/>
                      <a:pt x="5" y="16"/>
                      <a:pt x="0" y="1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7" y="14"/>
                      <a:pt x="17" y="27"/>
                      <a:pt x="30" y="36"/>
                    </a:cubicBezTo>
                    <a:lnTo>
                      <a:pt x="28" y="39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5" name="Google Shape;1105;p24"/>
              <p:cNvSpPr/>
              <p:nvPr/>
            </p:nvSpPr>
            <p:spPr>
              <a:xfrm>
                <a:off x="1441450" y="847725"/>
                <a:ext cx="17463" cy="11113"/>
              </a:xfrm>
              <a:custGeom>
                <a:avLst/>
                <a:gdLst/>
                <a:ahLst/>
                <a:cxnLst/>
                <a:rect l="l" t="t" r="r" b="b"/>
                <a:pathLst>
                  <a:path w="10" h="7" extrusionOk="0">
                    <a:moveTo>
                      <a:pt x="9" y="7"/>
                    </a:moveTo>
                    <a:cubicBezTo>
                      <a:pt x="6" y="6"/>
                      <a:pt x="3" y="4"/>
                      <a:pt x="0" y="3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4" y="1"/>
                      <a:pt x="7" y="3"/>
                      <a:pt x="10" y="4"/>
                    </a:cubicBezTo>
                    <a:lnTo>
                      <a:pt x="9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06" name="Google Shape;1106;p24"/>
            <p:cNvGrpSpPr/>
            <p:nvPr/>
          </p:nvGrpSpPr>
          <p:grpSpPr>
            <a:xfrm>
              <a:off x="-413392" y="4041395"/>
              <a:ext cx="1126610" cy="1125375"/>
              <a:chOff x="5502275" y="4098925"/>
              <a:chExt cx="1449389" cy="1447800"/>
            </a:xfrm>
          </p:grpSpPr>
          <p:sp>
            <p:nvSpPr>
              <p:cNvPr id="1107" name="Google Shape;1107;p24"/>
              <p:cNvSpPr/>
              <p:nvPr/>
            </p:nvSpPr>
            <p:spPr>
              <a:xfrm>
                <a:off x="5502275" y="4098925"/>
                <a:ext cx="1449389" cy="1447800"/>
              </a:xfrm>
              <a:custGeom>
                <a:avLst/>
                <a:gdLst/>
                <a:ahLst/>
                <a:cxnLst/>
                <a:rect l="l" t="t" r="r" b="b"/>
                <a:pathLst>
                  <a:path w="859" h="858" extrusionOk="0">
                    <a:moveTo>
                      <a:pt x="430" y="858"/>
                    </a:moveTo>
                    <a:cubicBezTo>
                      <a:pt x="193" y="858"/>
                      <a:pt x="0" y="665"/>
                      <a:pt x="0" y="429"/>
                    </a:cubicBezTo>
                    <a:cubicBezTo>
                      <a:pt x="0" y="192"/>
                      <a:pt x="193" y="0"/>
                      <a:pt x="430" y="0"/>
                    </a:cubicBezTo>
                    <a:cubicBezTo>
                      <a:pt x="666" y="0"/>
                      <a:pt x="859" y="192"/>
                      <a:pt x="859" y="429"/>
                    </a:cubicBezTo>
                    <a:cubicBezTo>
                      <a:pt x="859" y="665"/>
                      <a:pt x="666" y="858"/>
                      <a:pt x="430" y="858"/>
                    </a:cubicBezTo>
                    <a:close/>
                    <a:moveTo>
                      <a:pt x="430" y="10"/>
                    </a:moveTo>
                    <a:cubicBezTo>
                      <a:pt x="199" y="10"/>
                      <a:pt x="11" y="198"/>
                      <a:pt x="11" y="429"/>
                    </a:cubicBezTo>
                    <a:cubicBezTo>
                      <a:pt x="11" y="659"/>
                      <a:pt x="199" y="847"/>
                      <a:pt x="430" y="847"/>
                    </a:cubicBezTo>
                    <a:cubicBezTo>
                      <a:pt x="660" y="847"/>
                      <a:pt x="848" y="659"/>
                      <a:pt x="848" y="429"/>
                    </a:cubicBezTo>
                    <a:cubicBezTo>
                      <a:pt x="848" y="198"/>
                      <a:pt x="660" y="10"/>
                      <a:pt x="430" y="1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8" name="Google Shape;1108;p24"/>
              <p:cNvSpPr/>
              <p:nvPr/>
            </p:nvSpPr>
            <p:spPr>
              <a:xfrm>
                <a:off x="5548313" y="4143375"/>
                <a:ext cx="1357313" cy="1358900"/>
              </a:xfrm>
              <a:custGeom>
                <a:avLst/>
                <a:gdLst/>
                <a:ahLst/>
                <a:cxnLst/>
                <a:rect l="l" t="t" r="r" b="b"/>
                <a:pathLst>
                  <a:path w="805" h="805" extrusionOk="0">
                    <a:moveTo>
                      <a:pt x="403" y="805"/>
                    </a:moveTo>
                    <a:cubicBezTo>
                      <a:pt x="180" y="805"/>
                      <a:pt x="0" y="625"/>
                      <a:pt x="0" y="403"/>
                    </a:cubicBezTo>
                    <a:cubicBezTo>
                      <a:pt x="0" y="181"/>
                      <a:pt x="180" y="0"/>
                      <a:pt x="403" y="0"/>
                    </a:cubicBezTo>
                    <a:cubicBezTo>
                      <a:pt x="625" y="0"/>
                      <a:pt x="805" y="181"/>
                      <a:pt x="805" y="403"/>
                    </a:cubicBezTo>
                    <a:cubicBezTo>
                      <a:pt x="805" y="625"/>
                      <a:pt x="625" y="805"/>
                      <a:pt x="403" y="805"/>
                    </a:cubicBezTo>
                    <a:close/>
                    <a:moveTo>
                      <a:pt x="403" y="7"/>
                    </a:moveTo>
                    <a:cubicBezTo>
                      <a:pt x="184" y="7"/>
                      <a:pt x="7" y="185"/>
                      <a:pt x="7" y="403"/>
                    </a:cubicBezTo>
                    <a:cubicBezTo>
                      <a:pt x="7" y="621"/>
                      <a:pt x="184" y="798"/>
                      <a:pt x="403" y="798"/>
                    </a:cubicBezTo>
                    <a:cubicBezTo>
                      <a:pt x="621" y="798"/>
                      <a:pt x="798" y="621"/>
                      <a:pt x="798" y="403"/>
                    </a:cubicBezTo>
                    <a:cubicBezTo>
                      <a:pt x="798" y="185"/>
                      <a:pt x="621" y="7"/>
                      <a:pt x="403" y="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9" name="Google Shape;1109;p24"/>
              <p:cNvSpPr/>
              <p:nvPr/>
            </p:nvSpPr>
            <p:spPr>
              <a:xfrm>
                <a:off x="5595938" y="4192588"/>
                <a:ext cx="1262063" cy="1262063"/>
              </a:xfrm>
              <a:custGeom>
                <a:avLst/>
                <a:gdLst/>
                <a:ahLst/>
                <a:cxnLst/>
                <a:rect l="l" t="t" r="r" b="b"/>
                <a:pathLst>
                  <a:path w="749" h="748" extrusionOk="0">
                    <a:moveTo>
                      <a:pt x="375" y="748"/>
                    </a:moveTo>
                    <a:cubicBezTo>
                      <a:pt x="375" y="748"/>
                      <a:pt x="375" y="748"/>
                      <a:pt x="375" y="748"/>
                    </a:cubicBezTo>
                    <a:cubicBezTo>
                      <a:pt x="372" y="748"/>
                      <a:pt x="369" y="748"/>
                      <a:pt x="366" y="748"/>
                    </a:cubicBezTo>
                    <a:cubicBezTo>
                      <a:pt x="367" y="689"/>
                      <a:pt x="367" y="689"/>
                      <a:pt x="367" y="689"/>
                    </a:cubicBezTo>
                    <a:cubicBezTo>
                      <a:pt x="370" y="689"/>
                      <a:pt x="372" y="689"/>
                      <a:pt x="375" y="689"/>
                    </a:cubicBezTo>
                    <a:lnTo>
                      <a:pt x="375" y="748"/>
                    </a:lnTo>
                    <a:close/>
                    <a:moveTo>
                      <a:pt x="382" y="748"/>
                    </a:moveTo>
                    <a:cubicBezTo>
                      <a:pt x="381" y="689"/>
                      <a:pt x="381" y="689"/>
                      <a:pt x="381" y="689"/>
                    </a:cubicBezTo>
                    <a:cubicBezTo>
                      <a:pt x="383" y="689"/>
                      <a:pt x="386" y="689"/>
                      <a:pt x="388" y="689"/>
                    </a:cubicBezTo>
                    <a:cubicBezTo>
                      <a:pt x="390" y="747"/>
                      <a:pt x="390" y="747"/>
                      <a:pt x="390" y="747"/>
                    </a:cubicBezTo>
                    <a:cubicBezTo>
                      <a:pt x="388" y="747"/>
                      <a:pt x="385" y="748"/>
                      <a:pt x="382" y="748"/>
                    </a:cubicBezTo>
                    <a:close/>
                    <a:moveTo>
                      <a:pt x="359" y="747"/>
                    </a:moveTo>
                    <a:cubicBezTo>
                      <a:pt x="356" y="747"/>
                      <a:pt x="353" y="747"/>
                      <a:pt x="350" y="747"/>
                    </a:cubicBezTo>
                    <a:cubicBezTo>
                      <a:pt x="354" y="689"/>
                      <a:pt x="354" y="689"/>
                      <a:pt x="354" y="689"/>
                    </a:cubicBezTo>
                    <a:cubicBezTo>
                      <a:pt x="356" y="689"/>
                      <a:pt x="359" y="689"/>
                      <a:pt x="361" y="689"/>
                    </a:cubicBezTo>
                    <a:lnTo>
                      <a:pt x="359" y="747"/>
                    </a:lnTo>
                    <a:close/>
                    <a:moveTo>
                      <a:pt x="398" y="747"/>
                    </a:moveTo>
                    <a:cubicBezTo>
                      <a:pt x="394" y="689"/>
                      <a:pt x="394" y="689"/>
                      <a:pt x="394" y="689"/>
                    </a:cubicBezTo>
                    <a:cubicBezTo>
                      <a:pt x="397" y="688"/>
                      <a:pt x="399" y="688"/>
                      <a:pt x="401" y="688"/>
                    </a:cubicBezTo>
                    <a:cubicBezTo>
                      <a:pt x="406" y="746"/>
                      <a:pt x="406" y="746"/>
                      <a:pt x="406" y="746"/>
                    </a:cubicBezTo>
                    <a:cubicBezTo>
                      <a:pt x="403" y="747"/>
                      <a:pt x="401" y="747"/>
                      <a:pt x="398" y="747"/>
                    </a:cubicBezTo>
                    <a:close/>
                    <a:moveTo>
                      <a:pt x="343" y="746"/>
                    </a:moveTo>
                    <a:cubicBezTo>
                      <a:pt x="340" y="746"/>
                      <a:pt x="337" y="746"/>
                      <a:pt x="334" y="746"/>
                    </a:cubicBezTo>
                    <a:cubicBezTo>
                      <a:pt x="341" y="687"/>
                      <a:pt x="341" y="687"/>
                      <a:pt x="341" y="687"/>
                    </a:cubicBezTo>
                    <a:cubicBezTo>
                      <a:pt x="343" y="688"/>
                      <a:pt x="345" y="688"/>
                      <a:pt x="348" y="688"/>
                    </a:cubicBezTo>
                    <a:lnTo>
                      <a:pt x="343" y="746"/>
                    </a:lnTo>
                    <a:close/>
                    <a:moveTo>
                      <a:pt x="414" y="746"/>
                    </a:moveTo>
                    <a:cubicBezTo>
                      <a:pt x="407" y="688"/>
                      <a:pt x="407" y="688"/>
                      <a:pt x="407" y="688"/>
                    </a:cubicBezTo>
                    <a:cubicBezTo>
                      <a:pt x="410" y="687"/>
                      <a:pt x="412" y="687"/>
                      <a:pt x="415" y="687"/>
                    </a:cubicBezTo>
                    <a:cubicBezTo>
                      <a:pt x="422" y="745"/>
                      <a:pt x="422" y="745"/>
                      <a:pt x="422" y="745"/>
                    </a:cubicBezTo>
                    <a:cubicBezTo>
                      <a:pt x="419" y="745"/>
                      <a:pt x="416" y="745"/>
                      <a:pt x="414" y="746"/>
                    </a:cubicBezTo>
                    <a:close/>
                    <a:moveTo>
                      <a:pt x="327" y="745"/>
                    </a:moveTo>
                    <a:cubicBezTo>
                      <a:pt x="324" y="744"/>
                      <a:pt x="321" y="744"/>
                      <a:pt x="319" y="744"/>
                    </a:cubicBezTo>
                    <a:cubicBezTo>
                      <a:pt x="327" y="686"/>
                      <a:pt x="327" y="686"/>
                      <a:pt x="327" y="686"/>
                    </a:cubicBezTo>
                    <a:cubicBezTo>
                      <a:pt x="330" y="686"/>
                      <a:pt x="332" y="686"/>
                      <a:pt x="334" y="687"/>
                    </a:cubicBezTo>
                    <a:lnTo>
                      <a:pt x="327" y="745"/>
                    </a:lnTo>
                    <a:close/>
                    <a:moveTo>
                      <a:pt x="429" y="744"/>
                    </a:moveTo>
                    <a:cubicBezTo>
                      <a:pt x="421" y="686"/>
                      <a:pt x="421" y="686"/>
                      <a:pt x="421" y="686"/>
                    </a:cubicBezTo>
                    <a:cubicBezTo>
                      <a:pt x="423" y="686"/>
                      <a:pt x="426" y="685"/>
                      <a:pt x="428" y="685"/>
                    </a:cubicBezTo>
                    <a:cubicBezTo>
                      <a:pt x="438" y="742"/>
                      <a:pt x="438" y="742"/>
                      <a:pt x="438" y="742"/>
                    </a:cubicBezTo>
                    <a:cubicBezTo>
                      <a:pt x="435" y="743"/>
                      <a:pt x="432" y="743"/>
                      <a:pt x="429" y="744"/>
                    </a:cubicBezTo>
                    <a:close/>
                    <a:moveTo>
                      <a:pt x="311" y="742"/>
                    </a:moveTo>
                    <a:cubicBezTo>
                      <a:pt x="309" y="742"/>
                      <a:pt x="306" y="741"/>
                      <a:pt x="303" y="741"/>
                    </a:cubicBezTo>
                    <a:cubicBezTo>
                      <a:pt x="314" y="683"/>
                      <a:pt x="314" y="683"/>
                      <a:pt x="314" y="683"/>
                    </a:cubicBezTo>
                    <a:cubicBezTo>
                      <a:pt x="316" y="684"/>
                      <a:pt x="319" y="684"/>
                      <a:pt x="321" y="685"/>
                    </a:cubicBezTo>
                    <a:lnTo>
                      <a:pt x="311" y="742"/>
                    </a:lnTo>
                    <a:close/>
                    <a:moveTo>
                      <a:pt x="445" y="741"/>
                    </a:moveTo>
                    <a:cubicBezTo>
                      <a:pt x="434" y="684"/>
                      <a:pt x="434" y="684"/>
                      <a:pt x="434" y="684"/>
                    </a:cubicBezTo>
                    <a:cubicBezTo>
                      <a:pt x="436" y="683"/>
                      <a:pt x="439" y="683"/>
                      <a:pt x="441" y="682"/>
                    </a:cubicBezTo>
                    <a:cubicBezTo>
                      <a:pt x="453" y="739"/>
                      <a:pt x="453" y="739"/>
                      <a:pt x="453" y="739"/>
                    </a:cubicBezTo>
                    <a:cubicBezTo>
                      <a:pt x="451" y="740"/>
                      <a:pt x="448" y="741"/>
                      <a:pt x="445" y="741"/>
                    </a:cubicBezTo>
                    <a:close/>
                    <a:moveTo>
                      <a:pt x="296" y="739"/>
                    </a:moveTo>
                    <a:cubicBezTo>
                      <a:pt x="293" y="739"/>
                      <a:pt x="290" y="738"/>
                      <a:pt x="287" y="737"/>
                    </a:cubicBezTo>
                    <a:cubicBezTo>
                      <a:pt x="301" y="681"/>
                      <a:pt x="301" y="681"/>
                      <a:pt x="301" y="681"/>
                    </a:cubicBezTo>
                    <a:cubicBezTo>
                      <a:pt x="303" y="681"/>
                      <a:pt x="306" y="682"/>
                      <a:pt x="308" y="682"/>
                    </a:cubicBezTo>
                    <a:lnTo>
                      <a:pt x="296" y="739"/>
                    </a:lnTo>
                    <a:close/>
                    <a:moveTo>
                      <a:pt x="460" y="738"/>
                    </a:moveTo>
                    <a:cubicBezTo>
                      <a:pt x="447" y="681"/>
                      <a:pt x="447" y="681"/>
                      <a:pt x="447" y="681"/>
                    </a:cubicBezTo>
                    <a:cubicBezTo>
                      <a:pt x="449" y="680"/>
                      <a:pt x="452" y="680"/>
                      <a:pt x="454" y="679"/>
                    </a:cubicBezTo>
                    <a:cubicBezTo>
                      <a:pt x="469" y="736"/>
                      <a:pt x="469" y="736"/>
                      <a:pt x="469" y="736"/>
                    </a:cubicBezTo>
                    <a:cubicBezTo>
                      <a:pt x="466" y="736"/>
                      <a:pt x="463" y="737"/>
                      <a:pt x="460" y="738"/>
                    </a:cubicBezTo>
                    <a:close/>
                    <a:moveTo>
                      <a:pt x="280" y="736"/>
                    </a:moveTo>
                    <a:cubicBezTo>
                      <a:pt x="278" y="735"/>
                      <a:pt x="275" y="734"/>
                      <a:pt x="272" y="733"/>
                    </a:cubicBezTo>
                    <a:cubicBezTo>
                      <a:pt x="288" y="677"/>
                      <a:pt x="288" y="677"/>
                      <a:pt x="288" y="677"/>
                    </a:cubicBezTo>
                    <a:cubicBezTo>
                      <a:pt x="290" y="678"/>
                      <a:pt x="293" y="679"/>
                      <a:pt x="295" y="679"/>
                    </a:cubicBezTo>
                    <a:lnTo>
                      <a:pt x="280" y="736"/>
                    </a:lnTo>
                    <a:close/>
                    <a:moveTo>
                      <a:pt x="476" y="734"/>
                    </a:moveTo>
                    <a:cubicBezTo>
                      <a:pt x="460" y="678"/>
                      <a:pt x="460" y="678"/>
                      <a:pt x="460" y="678"/>
                    </a:cubicBezTo>
                    <a:cubicBezTo>
                      <a:pt x="462" y="677"/>
                      <a:pt x="465" y="676"/>
                      <a:pt x="467" y="675"/>
                    </a:cubicBezTo>
                    <a:cubicBezTo>
                      <a:pt x="484" y="731"/>
                      <a:pt x="484" y="731"/>
                      <a:pt x="484" y="731"/>
                    </a:cubicBezTo>
                    <a:cubicBezTo>
                      <a:pt x="481" y="732"/>
                      <a:pt x="479" y="733"/>
                      <a:pt x="476" y="734"/>
                    </a:cubicBezTo>
                    <a:close/>
                    <a:moveTo>
                      <a:pt x="265" y="731"/>
                    </a:moveTo>
                    <a:cubicBezTo>
                      <a:pt x="262" y="731"/>
                      <a:pt x="260" y="730"/>
                      <a:pt x="257" y="729"/>
                    </a:cubicBezTo>
                    <a:cubicBezTo>
                      <a:pt x="275" y="673"/>
                      <a:pt x="275" y="673"/>
                      <a:pt x="275" y="673"/>
                    </a:cubicBezTo>
                    <a:cubicBezTo>
                      <a:pt x="278" y="674"/>
                      <a:pt x="280" y="675"/>
                      <a:pt x="282" y="676"/>
                    </a:cubicBezTo>
                    <a:lnTo>
                      <a:pt x="265" y="731"/>
                    </a:lnTo>
                    <a:close/>
                    <a:moveTo>
                      <a:pt x="491" y="729"/>
                    </a:moveTo>
                    <a:cubicBezTo>
                      <a:pt x="473" y="674"/>
                      <a:pt x="473" y="674"/>
                      <a:pt x="473" y="674"/>
                    </a:cubicBezTo>
                    <a:cubicBezTo>
                      <a:pt x="475" y="673"/>
                      <a:pt x="477" y="672"/>
                      <a:pt x="480" y="671"/>
                    </a:cubicBezTo>
                    <a:cubicBezTo>
                      <a:pt x="499" y="726"/>
                      <a:pt x="499" y="726"/>
                      <a:pt x="499" y="726"/>
                    </a:cubicBezTo>
                    <a:cubicBezTo>
                      <a:pt x="496" y="727"/>
                      <a:pt x="494" y="728"/>
                      <a:pt x="491" y="729"/>
                    </a:cubicBezTo>
                    <a:close/>
                    <a:moveTo>
                      <a:pt x="250" y="726"/>
                    </a:moveTo>
                    <a:cubicBezTo>
                      <a:pt x="247" y="725"/>
                      <a:pt x="244" y="724"/>
                      <a:pt x="242" y="723"/>
                    </a:cubicBezTo>
                    <a:cubicBezTo>
                      <a:pt x="263" y="669"/>
                      <a:pt x="263" y="669"/>
                      <a:pt x="263" y="669"/>
                    </a:cubicBezTo>
                    <a:cubicBezTo>
                      <a:pt x="265" y="670"/>
                      <a:pt x="267" y="671"/>
                      <a:pt x="269" y="671"/>
                    </a:cubicBezTo>
                    <a:lnTo>
                      <a:pt x="250" y="726"/>
                    </a:lnTo>
                    <a:close/>
                    <a:moveTo>
                      <a:pt x="506" y="724"/>
                    </a:moveTo>
                    <a:cubicBezTo>
                      <a:pt x="485" y="669"/>
                      <a:pt x="485" y="669"/>
                      <a:pt x="485" y="669"/>
                    </a:cubicBezTo>
                    <a:cubicBezTo>
                      <a:pt x="488" y="668"/>
                      <a:pt x="490" y="667"/>
                      <a:pt x="492" y="667"/>
                    </a:cubicBezTo>
                    <a:cubicBezTo>
                      <a:pt x="514" y="721"/>
                      <a:pt x="514" y="721"/>
                      <a:pt x="514" y="721"/>
                    </a:cubicBezTo>
                    <a:cubicBezTo>
                      <a:pt x="511" y="722"/>
                      <a:pt x="509" y="723"/>
                      <a:pt x="506" y="724"/>
                    </a:cubicBezTo>
                    <a:close/>
                    <a:moveTo>
                      <a:pt x="235" y="721"/>
                    </a:moveTo>
                    <a:cubicBezTo>
                      <a:pt x="232" y="720"/>
                      <a:pt x="230" y="719"/>
                      <a:pt x="227" y="718"/>
                    </a:cubicBezTo>
                    <a:cubicBezTo>
                      <a:pt x="250" y="664"/>
                      <a:pt x="250" y="664"/>
                      <a:pt x="250" y="664"/>
                    </a:cubicBezTo>
                    <a:cubicBezTo>
                      <a:pt x="252" y="665"/>
                      <a:pt x="255" y="666"/>
                      <a:pt x="257" y="667"/>
                    </a:cubicBezTo>
                    <a:lnTo>
                      <a:pt x="235" y="721"/>
                    </a:lnTo>
                    <a:close/>
                    <a:moveTo>
                      <a:pt x="521" y="718"/>
                    </a:moveTo>
                    <a:cubicBezTo>
                      <a:pt x="498" y="664"/>
                      <a:pt x="498" y="664"/>
                      <a:pt x="498" y="664"/>
                    </a:cubicBezTo>
                    <a:cubicBezTo>
                      <a:pt x="500" y="663"/>
                      <a:pt x="502" y="662"/>
                      <a:pt x="504" y="661"/>
                    </a:cubicBezTo>
                    <a:cubicBezTo>
                      <a:pt x="529" y="715"/>
                      <a:pt x="529" y="715"/>
                      <a:pt x="529" y="715"/>
                    </a:cubicBezTo>
                    <a:cubicBezTo>
                      <a:pt x="526" y="716"/>
                      <a:pt x="523" y="717"/>
                      <a:pt x="521" y="718"/>
                    </a:cubicBezTo>
                    <a:close/>
                    <a:moveTo>
                      <a:pt x="220" y="715"/>
                    </a:moveTo>
                    <a:cubicBezTo>
                      <a:pt x="218" y="713"/>
                      <a:pt x="215" y="712"/>
                      <a:pt x="213" y="711"/>
                    </a:cubicBezTo>
                    <a:cubicBezTo>
                      <a:pt x="238" y="658"/>
                      <a:pt x="238" y="658"/>
                      <a:pt x="238" y="658"/>
                    </a:cubicBezTo>
                    <a:cubicBezTo>
                      <a:pt x="240" y="659"/>
                      <a:pt x="242" y="660"/>
                      <a:pt x="245" y="661"/>
                    </a:cubicBezTo>
                    <a:lnTo>
                      <a:pt x="220" y="715"/>
                    </a:lnTo>
                    <a:close/>
                    <a:moveTo>
                      <a:pt x="535" y="712"/>
                    </a:moveTo>
                    <a:cubicBezTo>
                      <a:pt x="510" y="659"/>
                      <a:pt x="510" y="659"/>
                      <a:pt x="510" y="659"/>
                    </a:cubicBezTo>
                    <a:cubicBezTo>
                      <a:pt x="512" y="658"/>
                      <a:pt x="514" y="657"/>
                      <a:pt x="517" y="656"/>
                    </a:cubicBezTo>
                    <a:cubicBezTo>
                      <a:pt x="543" y="708"/>
                      <a:pt x="543" y="708"/>
                      <a:pt x="543" y="708"/>
                    </a:cubicBezTo>
                    <a:cubicBezTo>
                      <a:pt x="540" y="709"/>
                      <a:pt x="538" y="710"/>
                      <a:pt x="535" y="712"/>
                    </a:cubicBezTo>
                    <a:close/>
                    <a:moveTo>
                      <a:pt x="206" y="708"/>
                    </a:moveTo>
                    <a:cubicBezTo>
                      <a:pt x="203" y="706"/>
                      <a:pt x="201" y="705"/>
                      <a:pt x="198" y="704"/>
                    </a:cubicBezTo>
                    <a:cubicBezTo>
                      <a:pt x="226" y="652"/>
                      <a:pt x="226" y="652"/>
                      <a:pt x="226" y="652"/>
                    </a:cubicBezTo>
                    <a:cubicBezTo>
                      <a:pt x="228" y="653"/>
                      <a:pt x="230" y="654"/>
                      <a:pt x="232" y="656"/>
                    </a:cubicBezTo>
                    <a:lnTo>
                      <a:pt x="206" y="708"/>
                    </a:lnTo>
                    <a:close/>
                    <a:moveTo>
                      <a:pt x="549" y="704"/>
                    </a:moveTo>
                    <a:cubicBezTo>
                      <a:pt x="522" y="653"/>
                      <a:pt x="522" y="653"/>
                      <a:pt x="522" y="653"/>
                    </a:cubicBezTo>
                    <a:cubicBezTo>
                      <a:pt x="524" y="652"/>
                      <a:pt x="526" y="650"/>
                      <a:pt x="528" y="649"/>
                    </a:cubicBezTo>
                    <a:cubicBezTo>
                      <a:pt x="557" y="700"/>
                      <a:pt x="557" y="700"/>
                      <a:pt x="557" y="700"/>
                    </a:cubicBezTo>
                    <a:cubicBezTo>
                      <a:pt x="554" y="702"/>
                      <a:pt x="552" y="703"/>
                      <a:pt x="549" y="704"/>
                    </a:cubicBezTo>
                    <a:close/>
                    <a:moveTo>
                      <a:pt x="192" y="700"/>
                    </a:moveTo>
                    <a:cubicBezTo>
                      <a:pt x="189" y="699"/>
                      <a:pt x="187" y="697"/>
                      <a:pt x="184" y="696"/>
                    </a:cubicBezTo>
                    <a:cubicBezTo>
                      <a:pt x="214" y="646"/>
                      <a:pt x="214" y="646"/>
                      <a:pt x="214" y="646"/>
                    </a:cubicBezTo>
                    <a:cubicBezTo>
                      <a:pt x="216" y="647"/>
                      <a:pt x="218" y="648"/>
                      <a:pt x="221" y="649"/>
                    </a:cubicBezTo>
                    <a:lnTo>
                      <a:pt x="192" y="700"/>
                    </a:lnTo>
                    <a:close/>
                    <a:moveTo>
                      <a:pt x="563" y="697"/>
                    </a:moveTo>
                    <a:cubicBezTo>
                      <a:pt x="534" y="646"/>
                      <a:pt x="534" y="646"/>
                      <a:pt x="534" y="646"/>
                    </a:cubicBezTo>
                    <a:cubicBezTo>
                      <a:pt x="536" y="645"/>
                      <a:pt x="538" y="644"/>
                      <a:pt x="540" y="642"/>
                    </a:cubicBezTo>
                    <a:cubicBezTo>
                      <a:pt x="571" y="692"/>
                      <a:pt x="571" y="692"/>
                      <a:pt x="571" y="692"/>
                    </a:cubicBezTo>
                    <a:cubicBezTo>
                      <a:pt x="568" y="694"/>
                      <a:pt x="566" y="695"/>
                      <a:pt x="563" y="697"/>
                    </a:cubicBezTo>
                    <a:close/>
                    <a:moveTo>
                      <a:pt x="178" y="692"/>
                    </a:moveTo>
                    <a:cubicBezTo>
                      <a:pt x="176" y="691"/>
                      <a:pt x="173" y="689"/>
                      <a:pt x="171" y="688"/>
                    </a:cubicBezTo>
                    <a:cubicBezTo>
                      <a:pt x="203" y="638"/>
                      <a:pt x="203" y="638"/>
                      <a:pt x="203" y="638"/>
                    </a:cubicBezTo>
                    <a:cubicBezTo>
                      <a:pt x="205" y="640"/>
                      <a:pt x="207" y="641"/>
                      <a:pt x="209" y="642"/>
                    </a:cubicBezTo>
                    <a:lnTo>
                      <a:pt x="178" y="692"/>
                    </a:lnTo>
                    <a:close/>
                    <a:moveTo>
                      <a:pt x="577" y="688"/>
                    </a:moveTo>
                    <a:cubicBezTo>
                      <a:pt x="545" y="639"/>
                      <a:pt x="545" y="639"/>
                      <a:pt x="545" y="639"/>
                    </a:cubicBezTo>
                    <a:cubicBezTo>
                      <a:pt x="547" y="638"/>
                      <a:pt x="549" y="637"/>
                      <a:pt x="551" y="635"/>
                    </a:cubicBezTo>
                    <a:cubicBezTo>
                      <a:pt x="584" y="684"/>
                      <a:pt x="584" y="684"/>
                      <a:pt x="584" y="684"/>
                    </a:cubicBezTo>
                    <a:cubicBezTo>
                      <a:pt x="581" y="685"/>
                      <a:pt x="579" y="687"/>
                      <a:pt x="577" y="688"/>
                    </a:cubicBezTo>
                    <a:close/>
                    <a:moveTo>
                      <a:pt x="165" y="684"/>
                    </a:moveTo>
                    <a:cubicBezTo>
                      <a:pt x="163" y="682"/>
                      <a:pt x="160" y="680"/>
                      <a:pt x="158" y="679"/>
                    </a:cubicBezTo>
                    <a:cubicBezTo>
                      <a:pt x="192" y="631"/>
                      <a:pt x="192" y="631"/>
                      <a:pt x="192" y="631"/>
                    </a:cubicBezTo>
                    <a:cubicBezTo>
                      <a:pt x="194" y="632"/>
                      <a:pt x="196" y="634"/>
                      <a:pt x="198" y="635"/>
                    </a:cubicBezTo>
                    <a:lnTo>
                      <a:pt x="165" y="684"/>
                    </a:lnTo>
                    <a:close/>
                    <a:moveTo>
                      <a:pt x="590" y="680"/>
                    </a:moveTo>
                    <a:cubicBezTo>
                      <a:pt x="556" y="632"/>
                      <a:pt x="556" y="632"/>
                      <a:pt x="556" y="632"/>
                    </a:cubicBezTo>
                    <a:cubicBezTo>
                      <a:pt x="558" y="630"/>
                      <a:pt x="560" y="629"/>
                      <a:pt x="562" y="628"/>
                    </a:cubicBezTo>
                    <a:cubicBezTo>
                      <a:pt x="597" y="675"/>
                      <a:pt x="597" y="675"/>
                      <a:pt x="597" y="675"/>
                    </a:cubicBezTo>
                    <a:cubicBezTo>
                      <a:pt x="594" y="676"/>
                      <a:pt x="592" y="678"/>
                      <a:pt x="590" y="680"/>
                    </a:cubicBezTo>
                    <a:close/>
                    <a:moveTo>
                      <a:pt x="152" y="674"/>
                    </a:moveTo>
                    <a:cubicBezTo>
                      <a:pt x="150" y="673"/>
                      <a:pt x="147" y="671"/>
                      <a:pt x="145" y="669"/>
                    </a:cubicBezTo>
                    <a:cubicBezTo>
                      <a:pt x="181" y="623"/>
                      <a:pt x="181" y="623"/>
                      <a:pt x="181" y="623"/>
                    </a:cubicBezTo>
                    <a:cubicBezTo>
                      <a:pt x="183" y="624"/>
                      <a:pt x="185" y="626"/>
                      <a:pt x="187" y="627"/>
                    </a:cubicBezTo>
                    <a:lnTo>
                      <a:pt x="152" y="674"/>
                    </a:lnTo>
                    <a:close/>
                    <a:moveTo>
                      <a:pt x="603" y="670"/>
                    </a:moveTo>
                    <a:cubicBezTo>
                      <a:pt x="567" y="624"/>
                      <a:pt x="567" y="624"/>
                      <a:pt x="567" y="624"/>
                    </a:cubicBezTo>
                    <a:cubicBezTo>
                      <a:pt x="569" y="622"/>
                      <a:pt x="571" y="621"/>
                      <a:pt x="573" y="619"/>
                    </a:cubicBezTo>
                    <a:cubicBezTo>
                      <a:pt x="609" y="665"/>
                      <a:pt x="609" y="665"/>
                      <a:pt x="609" y="665"/>
                    </a:cubicBezTo>
                    <a:cubicBezTo>
                      <a:pt x="607" y="667"/>
                      <a:pt x="605" y="668"/>
                      <a:pt x="603" y="670"/>
                    </a:cubicBezTo>
                    <a:close/>
                    <a:moveTo>
                      <a:pt x="139" y="665"/>
                    </a:moveTo>
                    <a:cubicBezTo>
                      <a:pt x="137" y="663"/>
                      <a:pt x="135" y="661"/>
                      <a:pt x="133" y="659"/>
                    </a:cubicBezTo>
                    <a:cubicBezTo>
                      <a:pt x="171" y="614"/>
                      <a:pt x="171" y="614"/>
                      <a:pt x="171" y="614"/>
                    </a:cubicBezTo>
                    <a:cubicBezTo>
                      <a:pt x="172" y="616"/>
                      <a:pt x="174" y="618"/>
                      <a:pt x="176" y="619"/>
                    </a:cubicBezTo>
                    <a:lnTo>
                      <a:pt x="139" y="665"/>
                    </a:lnTo>
                    <a:close/>
                    <a:moveTo>
                      <a:pt x="615" y="660"/>
                    </a:moveTo>
                    <a:cubicBezTo>
                      <a:pt x="577" y="615"/>
                      <a:pt x="577" y="615"/>
                      <a:pt x="577" y="615"/>
                    </a:cubicBezTo>
                    <a:cubicBezTo>
                      <a:pt x="579" y="614"/>
                      <a:pt x="581" y="612"/>
                      <a:pt x="583" y="611"/>
                    </a:cubicBezTo>
                    <a:cubicBezTo>
                      <a:pt x="621" y="655"/>
                      <a:pt x="621" y="655"/>
                      <a:pt x="621" y="655"/>
                    </a:cubicBezTo>
                    <a:cubicBezTo>
                      <a:pt x="619" y="656"/>
                      <a:pt x="617" y="658"/>
                      <a:pt x="615" y="660"/>
                    </a:cubicBezTo>
                    <a:close/>
                    <a:moveTo>
                      <a:pt x="127" y="654"/>
                    </a:moveTo>
                    <a:cubicBezTo>
                      <a:pt x="125" y="652"/>
                      <a:pt x="123" y="651"/>
                      <a:pt x="121" y="649"/>
                    </a:cubicBezTo>
                    <a:cubicBezTo>
                      <a:pt x="161" y="606"/>
                      <a:pt x="161" y="606"/>
                      <a:pt x="161" y="606"/>
                    </a:cubicBezTo>
                    <a:cubicBezTo>
                      <a:pt x="162" y="607"/>
                      <a:pt x="164" y="609"/>
                      <a:pt x="166" y="610"/>
                    </a:cubicBezTo>
                    <a:lnTo>
                      <a:pt x="127" y="654"/>
                    </a:lnTo>
                    <a:close/>
                    <a:moveTo>
                      <a:pt x="627" y="650"/>
                    </a:moveTo>
                    <a:cubicBezTo>
                      <a:pt x="587" y="607"/>
                      <a:pt x="587" y="607"/>
                      <a:pt x="587" y="607"/>
                    </a:cubicBezTo>
                    <a:cubicBezTo>
                      <a:pt x="589" y="605"/>
                      <a:pt x="591" y="603"/>
                      <a:pt x="593" y="602"/>
                    </a:cubicBezTo>
                    <a:cubicBezTo>
                      <a:pt x="633" y="644"/>
                      <a:pt x="633" y="644"/>
                      <a:pt x="633" y="644"/>
                    </a:cubicBezTo>
                    <a:cubicBezTo>
                      <a:pt x="631" y="646"/>
                      <a:pt x="629" y="648"/>
                      <a:pt x="627" y="650"/>
                    </a:cubicBezTo>
                    <a:close/>
                    <a:moveTo>
                      <a:pt x="116" y="644"/>
                    </a:moveTo>
                    <a:cubicBezTo>
                      <a:pt x="114" y="642"/>
                      <a:pt x="111" y="640"/>
                      <a:pt x="109" y="638"/>
                    </a:cubicBezTo>
                    <a:cubicBezTo>
                      <a:pt x="151" y="596"/>
                      <a:pt x="151" y="596"/>
                      <a:pt x="151" y="596"/>
                    </a:cubicBezTo>
                    <a:cubicBezTo>
                      <a:pt x="153" y="598"/>
                      <a:pt x="154" y="600"/>
                      <a:pt x="156" y="601"/>
                    </a:cubicBezTo>
                    <a:lnTo>
                      <a:pt x="116" y="644"/>
                    </a:lnTo>
                    <a:close/>
                    <a:moveTo>
                      <a:pt x="638" y="639"/>
                    </a:moveTo>
                    <a:cubicBezTo>
                      <a:pt x="597" y="597"/>
                      <a:pt x="597" y="597"/>
                      <a:pt x="597" y="597"/>
                    </a:cubicBezTo>
                    <a:cubicBezTo>
                      <a:pt x="599" y="596"/>
                      <a:pt x="601" y="594"/>
                      <a:pt x="602" y="592"/>
                    </a:cubicBezTo>
                    <a:cubicBezTo>
                      <a:pt x="644" y="633"/>
                      <a:pt x="644" y="633"/>
                      <a:pt x="644" y="633"/>
                    </a:cubicBezTo>
                    <a:cubicBezTo>
                      <a:pt x="642" y="635"/>
                      <a:pt x="640" y="637"/>
                      <a:pt x="638" y="639"/>
                    </a:cubicBezTo>
                    <a:close/>
                    <a:moveTo>
                      <a:pt x="104" y="632"/>
                    </a:moveTo>
                    <a:cubicBezTo>
                      <a:pt x="102" y="630"/>
                      <a:pt x="100" y="628"/>
                      <a:pt x="98" y="626"/>
                    </a:cubicBezTo>
                    <a:cubicBezTo>
                      <a:pt x="142" y="587"/>
                      <a:pt x="142" y="587"/>
                      <a:pt x="142" y="587"/>
                    </a:cubicBezTo>
                    <a:cubicBezTo>
                      <a:pt x="143" y="588"/>
                      <a:pt x="145" y="590"/>
                      <a:pt x="147" y="592"/>
                    </a:cubicBezTo>
                    <a:lnTo>
                      <a:pt x="104" y="632"/>
                    </a:lnTo>
                    <a:close/>
                    <a:moveTo>
                      <a:pt x="649" y="627"/>
                    </a:moveTo>
                    <a:cubicBezTo>
                      <a:pt x="606" y="588"/>
                      <a:pt x="606" y="588"/>
                      <a:pt x="606" y="588"/>
                    </a:cubicBezTo>
                    <a:cubicBezTo>
                      <a:pt x="608" y="586"/>
                      <a:pt x="610" y="584"/>
                      <a:pt x="611" y="582"/>
                    </a:cubicBezTo>
                    <a:cubicBezTo>
                      <a:pt x="655" y="621"/>
                      <a:pt x="655" y="621"/>
                      <a:pt x="655" y="621"/>
                    </a:cubicBezTo>
                    <a:cubicBezTo>
                      <a:pt x="653" y="623"/>
                      <a:pt x="651" y="625"/>
                      <a:pt x="649" y="627"/>
                    </a:cubicBezTo>
                    <a:close/>
                    <a:moveTo>
                      <a:pt x="94" y="621"/>
                    </a:moveTo>
                    <a:cubicBezTo>
                      <a:pt x="92" y="619"/>
                      <a:pt x="90" y="616"/>
                      <a:pt x="88" y="614"/>
                    </a:cubicBezTo>
                    <a:cubicBezTo>
                      <a:pt x="133" y="577"/>
                      <a:pt x="133" y="577"/>
                      <a:pt x="133" y="577"/>
                    </a:cubicBezTo>
                    <a:cubicBezTo>
                      <a:pt x="134" y="578"/>
                      <a:pt x="136" y="580"/>
                      <a:pt x="138" y="582"/>
                    </a:cubicBezTo>
                    <a:lnTo>
                      <a:pt x="94" y="621"/>
                    </a:lnTo>
                    <a:close/>
                    <a:moveTo>
                      <a:pt x="660" y="616"/>
                    </a:moveTo>
                    <a:cubicBezTo>
                      <a:pt x="615" y="578"/>
                      <a:pt x="615" y="578"/>
                      <a:pt x="615" y="578"/>
                    </a:cubicBezTo>
                    <a:cubicBezTo>
                      <a:pt x="617" y="576"/>
                      <a:pt x="618" y="574"/>
                      <a:pt x="620" y="572"/>
                    </a:cubicBezTo>
                    <a:cubicBezTo>
                      <a:pt x="665" y="609"/>
                      <a:pt x="665" y="609"/>
                      <a:pt x="665" y="609"/>
                    </a:cubicBezTo>
                    <a:cubicBezTo>
                      <a:pt x="664" y="611"/>
                      <a:pt x="662" y="613"/>
                      <a:pt x="660" y="616"/>
                    </a:cubicBezTo>
                    <a:close/>
                    <a:moveTo>
                      <a:pt x="83" y="609"/>
                    </a:moveTo>
                    <a:cubicBezTo>
                      <a:pt x="82" y="606"/>
                      <a:pt x="80" y="604"/>
                      <a:pt x="78" y="602"/>
                    </a:cubicBezTo>
                    <a:cubicBezTo>
                      <a:pt x="124" y="566"/>
                      <a:pt x="124" y="566"/>
                      <a:pt x="124" y="566"/>
                    </a:cubicBezTo>
                    <a:cubicBezTo>
                      <a:pt x="126" y="568"/>
                      <a:pt x="127" y="570"/>
                      <a:pt x="129" y="572"/>
                    </a:cubicBezTo>
                    <a:lnTo>
                      <a:pt x="83" y="609"/>
                    </a:lnTo>
                    <a:close/>
                    <a:moveTo>
                      <a:pt x="670" y="603"/>
                    </a:moveTo>
                    <a:cubicBezTo>
                      <a:pt x="624" y="567"/>
                      <a:pt x="624" y="567"/>
                      <a:pt x="624" y="567"/>
                    </a:cubicBezTo>
                    <a:cubicBezTo>
                      <a:pt x="625" y="565"/>
                      <a:pt x="627" y="563"/>
                      <a:pt x="628" y="561"/>
                    </a:cubicBezTo>
                    <a:cubicBezTo>
                      <a:pt x="675" y="596"/>
                      <a:pt x="675" y="596"/>
                      <a:pt x="675" y="596"/>
                    </a:cubicBezTo>
                    <a:cubicBezTo>
                      <a:pt x="673" y="599"/>
                      <a:pt x="672" y="601"/>
                      <a:pt x="670" y="603"/>
                    </a:cubicBezTo>
                    <a:close/>
                    <a:moveTo>
                      <a:pt x="74" y="596"/>
                    </a:moveTo>
                    <a:cubicBezTo>
                      <a:pt x="72" y="594"/>
                      <a:pt x="70" y="591"/>
                      <a:pt x="69" y="589"/>
                    </a:cubicBezTo>
                    <a:cubicBezTo>
                      <a:pt x="116" y="555"/>
                      <a:pt x="116" y="555"/>
                      <a:pt x="116" y="555"/>
                    </a:cubicBezTo>
                    <a:cubicBezTo>
                      <a:pt x="118" y="557"/>
                      <a:pt x="119" y="559"/>
                      <a:pt x="121" y="561"/>
                    </a:cubicBezTo>
                    <a:lnTo>
                      <a:pt x="74" y="596"/>
                    </a:lnTo>
                    <a:close/>
                    <a:moveTo>
                      <a:pt x="679" y="590"/>
                    </a:moveTo>
                    <a:cubicBezTo>
                      <a:pt x="632" y="557"/>
                      <a:pt x="632" y="557"/>
                      <a:pt x="632" y="557"/>
                    </a:cubicBezTo>
                    <a:cubicBezTo>
                      <a:pt x="633" y="555"/>
                      <a:pt x="635" y="553"/>
                      <a:pt x="636" y="551"/>
                    </a:cubicBezTo>
                    <a:cubicBezTo>
                      <a:pt x="684" y="583"/>
                      <a:pt x="684" y="583"/>
                      <a:pt x="684" y="583"/>
                    </a:cubicBezTo>
                    <a:cubicBezTo>
                      <a:pt x="683" y="586"/>
                      <a:pt x="681" y="588"/>
                      <a:pt x="679" y="590"/>
                    </a:cubicBezTo>
                    <a:close/>
                    <a:moveTo>
                      <a:pt x="65" y="583"/>
                    </a:moveTo>
                    <a:cubicBezTo>
                      <a:pt x="63" y="581"/>
                      <a:pt x="61" y="578"/>
                      <a:pt x="60" y="576"/>
                    </a:cubicBezTo>
                    <a:cubicBezTo>
                      <a:pt x="109" y="544"/>
                      <a:pt x="109" y="544"/>
                      <a:pt x="109" y="544"/>
                    </a:cubicBezTo>
                    <a:cubicBezTo>
                      <a:pt x="110" y="546"/>
                      <a:pt x="112" y="548"/>
                      <a:pt x="113" y="550"/>
                    </a:cubicBezTo>
                    <a:lnTo>
                      <a:pt x="65" y="583"/>
                    </a:lnTo>
                    <a:close/>
                    <a:moveTo>
                      <a:pt x="688" y="577"/>
                    </a:moveTo>
                    <a:cubicBezTo>
                      <a:pt x="639" y="545"/>
                      <a:pt x="639" y="545"/>
                      <a:pt x="639" y="545"/>
                    </a:cubicBezTo>
                    <a:cubicBezTo>
                      <a:pt x="641" y="543"/>
                      <a:pt x="642" y="541"/>
                      <a:pt x="643" y="539"/>
                    </a:cubicBezTo>
                    <a:cubicBezTo>
                      <a:pt x="693" y="570"/>
                      <a:pt x="693" y="570"/>
                      <a:pt x="693" y="570"/>
                    </a:cubicBezTo>
                    <a:cubicBezTo>
                      <a:pt x="691" y="572"/>
                      <a:pt x="690" y="575"/>
                      <a:pt x="688" y="577"/>
                    </a:cubicBezTo>
                    <a:close/>
                    <a:moveTo>
                      <a:pt x="56" y="570"/>
                    </a:moveTo>
                    <a:cubicBezTo>
                      <a:pt x="54" y="567"/>
                      <a:pt x="53" y="565"/>
                      <a:pt x="52" y="562"/>
                    </a:cubicBezTo>
                    <a:cubicBezTo>
                      <a:pt x="102" y="533"/>
                      <a:pt x="102" y="533"/>
                      <a:pt x="102" y="533"/>
                    </a:cubicBezTo>
                    <a:cubicBezTo>
                      <a:pt x="103" y="535"/>
                      <a:pt x="104" y="537"/>
                      <a:pt x="106" y="539"/>
                    </a:cubicBezTo>
                    <a:lnTo>
                      <a:pt x="56" y="570"/>
                    </a:lnTo>
                    <a:close/>
                    <a:moveTo>
                      <a:pt x="697" y="564"/>
                    </a:moveTo>
                    <a:cubicBezTo>
                      <a:pt x="646" y="534"/>
                      <a:pt x="646" y="534"/>
                      <a:pt x="646" y="534"/>
                    </a:cubicBezTo>
                    <a:cubicBezTo>
                      <a:pt x="648" y="532"/>
                      <a:pt x="649" y="530"/>
                      <a:pt x="650" y="528"/>
                    </a:cubicBezTo>
                    <a:cubicBezTo>
                      <a:pt x="701" y="556"/>
                      <a:pt x="701" y="556"/>
                      <a:pt x="701" y="556"/>
                    </a:cubicBezTo>
                    <a:cubicBezTo>
                      <a:pt x="700" y="559"/>
                      <a:pt x="698" y="561"/>
                      <a:pt x="697" y="564"/>
                    </a:cubicBezTo>
                    <a:close/>
                    <a:moveTo>
                      <a:pt x="48" y="556"/>
                    </a:moveTo>
                    <a:cubicBezTo>
                      <a:pt x="47" y="554"/>
                      <a:pt x="45" y="551"/>
                      <a:pt x="44" y="549"/>
                    </a:cubicBezTo>
                    <a:cubicBezTo>
                      <a:pt x="95" y="521"/>
                      <a:pt x="95" y="521"/>
                      <a:pt x="95" y="521"/>
                    </a:cubicBezTo>
                    <a:cubicBezTo>
                      <a:pt x="97" y="523"/>
                      <a:pt x="98" y="525"/>
                      <a:pt x="99" y="528"/>
                    </a:cubicBezTo>
                    <a:lnTo>
                      <a:pt x="48" y="556"/>
                    </a:lnTo>
                    <a:close/>
                    <a:moveTo>
                      <a:pt x="704" y="550"/>
                    </a:moveTo>
                    <a:cubicBezTo>
                      <a:pt x="653" y="522"/>
                      <a:pt x="653" y="522"/>
                      <a:pt x="653" y="522"/>
                    </a:cubicBezTo>
                    <a:cubicBezTo>
                      <a:pt x="654" y="520"/>
                      <a:pt x="655" y="518"/>
                      <a:pt x="656" y="516"/>
                    </a:cubicBezTo>
                    <a:cubicBezTo>
                      <a:pt x="708" y="542"/>
                      <a:pt x="708" y="542"/>
                      <a:pt x="708" y="542"/>
                    </a:cubicBezTo>
                    <a:cubicBezTo>
                      <a:pt x="707" y="545"/>
                      <a:pt x="706" y="547"/>
                      <a:pt x="704" y="550"/>
                    </a:cubicBezTo>
                    <a:close/>
                    <a:moveTo>
                      <a:pt x="40" y="542"/>
                    </a:moveTo>
                    <a:cubicBezTo>
                      <a:pt x="39" y="540"/>
                      <a:pt x="38" y="537"/>
                      <a:pt x="37" y="534"/>
                    </a:cubicBezTo>
                    <a:cubicBezTo>
                      <a:pt x="89" y="509"/>
                      <a:pt x="89" y="509"/>
                      <a:pt x="89" y="509"/>
                    </a:cubicBezTo>
                    <a:cubicBezTo>
                      <a:pt x="91" y="511"/>
                      <a:pt x="92" y="514"/>
                      <a:pt x="93" y="516"/>
                    </a:cubicBezTo>
                    <a:lnTo>
                      <a:pt x="40" y="542"/>
                    </a:lnTo>
                    <a:close/>
                    <a:moveTo>
                      <a:pt x="712" y="536"/>
                    </a:moveTo>
                    <a:cubicBezTo>
                      <a:pt x="659" y="510"/>
                      <a:pt x="659" y="510"/>
                      <a:pt x="659" y="510"/>
                    </a:cubicBezTo>
                    <a:cubicBezTo>
                      <a:pt x="660" y="508"/>
                      <a:pt x="661" y="506"/>
                      <a:pt x="662" y="504"/>
                    </a:cubicBezTo>
                    <a:cubicBezTo>
                      <a:pt x="715" y="528"/>
                      <a:pt x="715" y="528"/>
                      <a:pt x="715" y="528"/>
                    </a:cubicBezTo>
                    <a:cubicBezTo>
                      <a:pt x="714" y="531"/>
                      <a:pt x="713" y="533"/>
                      <a:pt x="712" y="536"/>
                    </a:cubicBezTo>
                    <a:close/>
                    <a:moveTo>
                      <a:pt x="34" y="528"/>
                    </a:moveTo>
                    <a:cubicBezTo>
                      <a:pt x="32" y="525"/>
                      <a:pt x="31" y="523"/>
                      <a:pt x="30" y="520"/>
                    </a:cubicBezTo>
                    <a:cubicBezTo>
                      <a:pt x="84" y="497"/>
                      <a:pt x="84" y="497"/>
                      <a:pt x="84" y="497"/>
                    </a:cubicBezTo>
                    <a:cubicBezTo>
                      <a:pt x="85" y="499"/>
                      <a:pt x="86" y="502"/>
                      <a:pt x="87" y="504"/>
                    </a:cubicBezTo>
                    <a:lnTo>
                      <a:pt x="34" y="528"/>
                    </a:lnTo>
                    <a:close/>
                    <a:moveTo>
                      <a:pt x="718" y="521"/>
                    </a:moveTo>
                    <a:cubicBezTo>
                      <a:pt x="665" y="498"/>
                      <a:pt x="665" y="498"/>
                      <a:pt x="665" y="498"/>
                    </a:cubicBezTo>
                    <a:cubicBezTo>
                      <a:pt x="666" y="496"/>
                      <a:pt x="666" y="494"/>
                      <a:pt x="667" y="491"/>
                    </a:cubicBezTo>
                    <a:cubicBezTo>
                      <a:pt x="722" y="513"/>
                      <a:pt x="722" y="513"/>
                      <a:pt x="722" y="513"/>
                    </a:cubicBezTo>
                    <a:cubicBezTo>
                      <a:pt x="721" y="516"/>
                      <a:pt x="719" y="519"/>
                      <a:pt x="718" y="521"/>
                    </a:cubicBezTo>
                    <a:close/>
                    <a:moveTo>
                      <a:pt x="27" y="513"/>
                    </a:moveTo>
                    <a:cubicBezTo>
                      <a:pt x="26" y="511"/>
                      <a:pt x="25" y="508"/>
                      <a:pt x="24" y="505"/>
                    </a:cubicBezTo>
                    <a:cubicBezTo>
                      <a:pt x="79" y="485"/>
                      <a:pt x="79" y="485"/>
                      <a:pt x="79" y="485"/>
                    </a:cubicBezTo>
                    <a:cubicBezTo>
                      <a:pt x="80" y="487"/>
                      <a:pt x="81" y="489"/>
                      <a:pt x="82" y="491"/>
                    </a:cubicBezTo>
                    <a:lnTo>
                      <a:pt x="27" y="513"/>
                    </a:lnTo>
                    <a:close/>
                    <a:moveTo>
                      <a:pt x="724" y="506"/>
                    </a:moveTo>
                    <a:cubicBezTo>
                      <a:pt x="670" y="486"/>
                      <a:pt x="670" y="486"/>
                      <a:pt x="670" y="486"/>
                    </a:cubicBezTo>
                    <a:cubicBezTo>
                      <a:pt x="670" y="483"/>
                      <a:pt x="671" y="481"/>
                      <a:pt x="672" y="479"/>
                    </a:cubicBezTo>
                    <a:cubicBezTo>
                      <a:pt x="727" y="498"/>
                      <a:pt x="727" y="498"/>
                      <a:pt x="727" y="498"/>
                    </a:cubicBezTo>
                    <a:cubicBezTo>
                      <a:pt x="726" y="501"/>
                      <a:pt x="725" y="504"/>
                      <a:pt x="724" y="506"/>
                    </a:cubicBezTo>
                    <a:close/>
                    <a:moveTo>
                      <a:pt x="22" y="498"/>
                    </a:moveTo>
                    <a:cubicBezTo>
                      <a:pt x="21" y="496"/>
                      <a:pt x="20" y="493"/>
                      <a:pt x="19" y="490"/>
                    </a:cubicBezTo>
                    <a:cubicBezTo>
                      <a:pt x="75" y="472"/>
                      <a:pt x="75" y="472"/>
                      <a:pt x="75" y="472"/>
                    </a:cubicBezTo>
                    <a:cubicBezTo>
                      <a:pt x="75" y="474"/>
                      <a:pt x="76" y="477"/>
                      <a:pt x="77" y="479"/>
                    </a:cubicBezTo>
                    <a:lnTo>
                      <a:pt x="22" y="498"/>
                    </a:lnTo>
                    <a:close/>
                    <a:moveTo>
                      <a:pt x="730" y="491"/>
                    </a:moveTo>
                    <a:cubicBezTo>
                      <a:pt x="674" y="473"/>
                      <a:pt x="674" y="473"/>
                      <a:pt x="674" y="473"/>
                    </a:cubicBezTo>
                    <a:cubicBezTo>
                      <a:pt x="675" y="471"/>
                      <a:pt x="676" y="468"/>
                      <a:pt x="676" y="466"/>
                    </a:cubicBezTo>
                    <a:cubicBezTo>
                      <a:pt x="732" y="483"/>
                      <a:pt x="732" y="483"/>
                      <a:pt x="732" y="483"/>
                    </a:cubicBezTo>
                    <a:cubicBezTo>
                      <a:pt x="731" y="486"/>
                      <a:pt x="731" y="489"/>
                      <a:pt x="730" y="491"/>
                    </a:cubicBezTo>
                    <a:close/>
                    <a:moveTo>
                      <a:pt x="17" y="483"/>
                    </a:moveTo>
                    <a:cubicBezTo>
                      <a:pt x="16" y="481"/>
                      <a:pt x="15" y="478"/>
                      <a:pt x="14" y="475"/>
                    </a:cubicBezTo>
                    <a:cubicBezTo>
                      <a:pt x="71" y="459"/>
                      <a:pt x="71" y="459"/>
                      <a:pt x="71" y="459"/>
                    </a:cubicBezTo>
                    <a:cubicBezTo>
                      <a:pt x="71" y="462"/>
                      <a:pt x="72" y="464"/>
                      <a:pt x="73" y="466"/>
                    </a:cubicBezTo>
                    <a:lnTo>
                      <a:pt x="17" y="483"/>
                    </a:lnTo>
                    <a:close/>
                    <a:moveTo>
                      <a:pt x="734" y="476"/>
                    </a:moveTo>
                    <a:cubicBezTo>
                      <a:pt x="678" y="460"/>
                      <a:pt x="678" y="460"/>
                      <a:pt x="678" y="460"/>
                    </a:cubicBezTo>
                    <a:cubicBezTo>
                      <a:pt x="679" y="458"/>
                      <a:pt x="679" y="456"/>
                      <a:pt x="680" y="453"/>
                    </a:cubicBezTo>
                    <a:cubicBezTo>
                      <a:pt x="737" y="468"/>
                      <a:pt x="737" y="468"/>
                      <a:pt x="737" y="468"/>
                    </a:cubicBezTo>
                    <a:cubicBezTo>
                      <a:pt x="736" y="471"/>
                      <a:pt x="735" y="473"/>
                      <a:pt x="734" y="476"/>
                    </a:cubicBezTo>
                    <a:close/>
                    <a:moveTo>
                      <a:pt x="12" y="468"/>
                    </a:moveTo>
                    <a:cubicBezTo>
                      <a:pt x="12" y="465"/>
                      <a:pt x="11" y="463"/>
                      <a:pt x="10" y="460"/>
                    </a:cubicBezTo>
                    <a:cubicBezTo>
                      <a:pt x="67" y="446"/>
                      <a:pt x="67" y="446"/>
                      <a:pt x="67" y="446"/>
                    </a:cubicBezTo>
                    <a:cubicBezTo>
                      <a:pt x="68" y="449"/>
                      <a:pt x="68" y="451"/>
                      <a:pt x="69" y="453"/>
                    </a:cubicBezTo>
                    <a:lnTo>
                      <a:pt x="12" y="468"/>
                    </a:lnTo>
                    <a:close/>
                    <a:moveTo>
                      <a:pt x="738" y="461"/>
                    </a:moveTo>
                    <a:cubicBezTo>
                      <a:pt x="681" y="447"/>
                      <a:pt x="681" y="447"/>
                      <a:pt x="681" y="447"/>
                    </a:cubicBezTo>
                    <a:cubicBezTo>
                      <a:pt x="682" y="445"/>
                      <a:pt x="683" y="443"/>
                      <a:pt x="683" y="440"/>
                    </a:cubicBezTo>
                    <a:cubicBezTo>
                      <a:pt x="740" y="452"/>
                      <a:pt x="740" y="452"/>
                      <a:pt x="740" y="452"/>
                    </a:cubicBezTo>
                    <a:cubicBezTo>
                      <a:pt x="740" y="455"/>
                      <a:pt x="739" y="458"/>
                      <a:pt x="738" y="461"/>
                    </a:cubicBezTo>
                    <a:close/>
                    <a:moveTo>
                      <a:pt x="9" y="453"/>
                    </a:moveTo>
                    <a:cubicBezTo>
                      <a:pt x="8" y="450"/>
                      <a:pt x="8" y="447"/>
                      <a:pt x="7" y="444"/>
                    </a:cubicBezTo>
                    <a:cubicBezTo>
                      <a:pt x="65" y="433"/>
                      <a:pt x="65" y="433"/>
                      <a:pt x="65" y="433"/>
                    </a:cubicBezTo>
                    <a:cubicBezTo>
                      <a:pt x="65" y="436"/>
                      <a:pt x="65" y="438"/>
                      <a:pt x="66" y="440"/>
                    </a:cubicBezTo>
                    <a:lnTo>
                      <a:pt x="9" y="453"/>
                    </a:lnTo>
                    <a:close/>
                    <a:moveTo>
                      <a:pt x="742" y="445"/>
                    </a:moveTo>
                    <a:cubicBezTo>
                      <a:pt x="684" y="434"/>
                      <a:pt x="684" y="434"/>
                      <a:pt x="684" y="434"/>
                    </a:cubicBezTo>
                    <a:cubicBezTo>
                      <a:pt x="685" y="432"/>
                      <a:pt x="685" y="429"/>
                      <a:pt x="686" y="427"/>
                    </a:cubicBezTo>
                    <a:cubicBezTo>
                      <a:pt x="743" y="437"/>
                      <a:pt x="743" y="437"/>
                      <a:pt x="743" y="437"/>
                    </a:cubicBezTo>
                    <a:cubicBezTo>
                      <a:pt x="743" y="440"/>
                      <a:pt x="742" y="443"/>
                      <a:pt x="742" y="445"/>
                    </a:cubicBezTo>
                    <a:close/>
                    <a:moveTo>
                      <a:pt x="6" y="437"/>
                    </a:moveTo>
                    <a:cubicBezTo>
                      <a:pt x="5" y="434"/>
                      <a:pt x="5" y="431"/>
                      <a:pt x="4" y="429"/>
                    </a:cubicBezTo>
                    <a:cubicBezTo>
                      <a:pt x="62" y="420"/>
                      <a:pt x="62" y="420"/>
                      <a:pt x="62" y="420"/>
                    </a:cubicBezTo>
                    <a:cubicBezTo>
                      <a:pt x="63" y="422"/>
                      <a:pt x="63" y="425"/>
                      <a:pt x="63" y="427"/>
                    </a:cubicBezTo>
                    <a:lnTo>
                      <a:pt x="6" y="437"/>
                    </a:lnTo>
                    <a:close/>
                    <a:moveTo>
                      <a:pt x="744" y="430"/>
                    </a:moveTo>
                    <a:cubicBezTo>
                      <a:pt x="687" y="421"/>
                      <a:pt x="687" y="421"/>
                      <a:pt x="687" y="421"/>
                    </a:cubicBezTo>
                    <a:cubicBezTo>
                      <a:pt x="687" y="419"/>
                      <a:pt x="687" y="416"/>
                      <a:pt x="688" y="414"/>
                    </a:cubicBezTo>
                    <a:cubicBezTo>
                      <a:pt x="746" y="421"/>
                      <a:pt x="746" y="421"/>
                      <a:pt x="746" y="421"/>
                    </a:cubicBezTo>
                    <a:cubicBezTo>
                      <a:pt x="745" y="424"/>
                      <a:pt x="745" y="427"/>
                      <a:pt x="744" y="430"/>
                    </a:cubicBezTo>
                    <a:close/>
                    <a:moveTo>
                      <a:pt x="3" y="421"/>
                    </a:moveTo>
                    <a:cubicBezTo>
                      <a:pt x="3" y="418"/>
                      <a:pt x="3" y="416"/>
                      <a:pt x="2" y="413"/>
                    </a:cubicBezTo>
                    <a:cubicBezTo>
                      <a:pt x="61" y="407"/>
                      <a:pt x="61" y="407"/>
                      <a:pt x="61" y="407"/>
                    </a:cubicBezTo>
                    <a:cubicBezTo>
                      <a:pt x="61" y="409"/>
                      <a:pt x="61" y="412"/>
                      <a:pt x="61" y="414"/>
                    </a:cubicBezTo>
                    <a:lnTo>
                      <a:pt x="3" y="421"/>
                    </a:lnTo>
                    <a:close/>
                    <a:moveTo>
                      <a:pt x="746" y="414"/>
                    </a:moveTo>
                    <a:cubicBezTo>
                      <a:pt x="688" y="408"/>
                      <a:pt x="688" y="408"/>
                      <a:pt x="688" y="408"/>
                    </a:cubicBezTo>
                    <a:cubicBezTo>
                      <a:pt x="689" y="405"/>
                      <a:pt x="689" y="403"/>
                      <a:pt x="689" y="400"/>
                    </a:cubicBezTo>
                    <a:cubicBezTo>
                      <a:pt x="747" y="405"/>
                      <a:pt x="747" y="405"/>
                      <a:pt x="747" y="405"/>
                    </a:cubicBezTo>
                    <a:cubicBezTo>
                      <a:pt x="747" y="408"/>
                      <a:pt x="747" y="411"/>
                      <a:pt x="746" y="414"/>
                    </a:cubicBezTo>
                    <a:close/>
                    <a:moveTo>
                      <a:pt x="2" y="406"/>
                    </a:moveTo>
                    <a:cubicBezTo>
                      <a:pt x="2" y="403"/>
                      <a:pt x="1" y="400"/>
                      <a:pt x="1" y="397"/>
                    </a:cubicBezTo>
                    <a:cubicBezTo>
                      <a:pt x="60" y="393"/>
                      <a:pt x="60" y="393"/>
                      <a:pt x="60" y="393"/>
                    </a:cubicBezTo>
                    <a:cubicBezTo>
                      <a:pt x="60" y="396"/>
                      <a:pt x="60" y="398"/>
                      <a:pt x="60" y="401"/>
                    </a:cubicBezTo>
                    <a:lnTo>
                      <a:pt x="2" y="406"/>
                    </a:lnTo>
                    <a:close/>
                    <a:moveTo>
                      <a:pt x="748" y="398"/>
                    </a:moveTo>
                    <a:cubicBezTo>
                      <a:pt x="689" y="394"/>
                      <a:pt x="689" y="394"/>
                      <a:pt x="689" y="394"/>
                    </a:cubicBezTo>
                    <a:cubicBezTo>
                      <a:pt x="690" y="392"/>
                      <a:pt x="690" y="390"/>
                      <a:pt x="690" y="387"/>
                    </a:cubicBezTo>
                    <a:cubicBezTo>
                      <a:pt x="748" y="390"/>
                      <a:pt x="748" y="390"/>
                      <a:pt x="748" y="390"/>
                    </a:cubicBezTo>
                    <a:cubicBezTo>
                      <a:pt x="748" y="392"/>
                      <a:pt x="748" y="395"/>
                      <a:pt x="748" y="398"/>
                    </a:cubicBezTo>
                    <a:close/>
                    <a:moveTo>
                      <a:pt x="1" y="390"/>
                    </a:moveTo>
                    <a:cubicBezTo>
                      <a:pt x="1" y="387"/>
                      <a:pt x="1" y="384"/>
                      <a:pt x="1" y="381"/>
                    </a:cubicBezTo>
                    <a:cubicBezTo>
                      <a:pt x="59" y="380"/>
                      <a:pt x="59" y="380"/>
                      <a:pt x="59" y="380"/>
                    </a:cubicBezTo>
                    <a:cubicBezTo>
                      <a:pt x="59" y="382"/>
                      <a:pt x="59" y="385"/>
                      <a:pt x="59" y="387"/>
                    </a:cubicBezTo>
                    <a:lnTo>
                      <a:pt x="1" y="390"/>
                    </a:lnTo>
                    <a:close/>
                    <a:moveTo>
                      <a:pt x="748" y="382"/>
                    </a:moveTo>
                    <a:cubicBezTo>
                      <a:pt x="690" y="381"/>
                      <a:pt x="690" y="381"/>
                      <a:pt x="690" y="381"/>
                    </a:cubicBezTo>
                    <a:cubicBezTo>
                      <a:pt x="690" y="379"/>
                      <a:pt x="690" y="376"/>
                      <a:pt x="690" y="374"/>
                    </a:cubicBezTo>
                    <a:cubicBezTo>
                      <a:pt x="690" y="373"/>
                      <a:pt x="690" y="373"/>
                      <a:pt x="690" y="373"/>
                    </a:cubicBezTo>
                    <a:cubicBezTo>
                      <a:pt x="749" y="373"/>
                      <a:pt x="749" y="373"/>
                      <a:pt x="749" y="373"/>
                    </a:cubicBezTo>
                    <a:cubicBezTo>
                      <a:pt x="749" y="374"/>
                      <a:pt x="749" y="374"/>
                      <a:pt x="749" y="374"/>
                    </a:cubicBezTo>
                    <a:cubicBezTo>
                      <a:pt x="749" y="377"/>
                      <a:pt x="749" y="379"/>
                      <a:pt x="748" y="382"/>
                    </a:cubicBezTo>
                    <a:close/>
                    <a:moveTo>
                      <a:pt x="59" y="374"/>
                    </a:moveTo>
                    <a:cubicBezTo>
                      <a:pt x="42" y="374"/>
                      <a:pt x="42" y="374"/>
                      <a:pt x="42" y="374"/>
                    </a:cubicBezTo>
                    <a:cubicBezTo>
                      <a:pt x="0" y="374"/>
                      <a:pt x="0" y="374"/>
                      <a:pt x="0" y="374"/>
                    </a:cubicBezTo>
                    <a:cubicBezTo>
                      <a:pt x="0" y="374"/>
                      <a:pt x="0" y="374"/>
                      <a:pt x="0" y="374"/>
                    </a:cubicBezTo>
                    <a:cubicBezTo>
                      <a:pt x="0" y="371"/>
                      <a:pt x="0" y="368"/>
                      <a:pt x="1" y="365"/>
                    </a:cubicBezTo>
                    <a:cubicBezTo>
                      <a:pt x="59" y="367"/>
                      <a:pt x="59" y="367"/>
                      <a:pt x="59" y="367"/>
                    </a:cubicBezTo>
                    <a:cubicBezTo>
                      <a:pt x="59" y="369"/>
                      <a:pt x="59" y="371"/>
                      <a:pt x="59" y="374"/>
                    </a:cubicBezTo>
                    <a:close/>
                    <a:moveTo>
                      <a:pt x="690" y="367"/>
                    </a:moveTo>
                    <a:cubicBezTo>
                      <a:pt x="690" y="365"/>
                      <a:pt x="690" y="362"/>
                      <a:pt x="690" y="360"/>
                    </a:cubicBezTo>
                    <a:cubicBezTo>
                      <a:pt x="748" y="357"/>
                      <a:pt x="748" y="357"/>
                      <a:pt x="748" y="357"/>
                    </a:cubicBezTo>
                    <a:cubicBezTo>
                      <a:pt x="748" y="360"/>
                      <a:pt x="748" y="363"/>
                      <a:pt x="748" y="366"/>
                    </a:cubicBezTo>
                    <a:lnTo>
                      <a:pt x="690" y="367"/>
                    </a:lnTo>
                    <a:close/>
                    <a:moveTo>
                      <a:pt x="59" y="360"/>
                    </a:moveTo>
                    <a:cubicBezTo>
                      <a:pt x="1" y="358"/>
                      <a:pt x="1" y="358"/>
                      <a:pt x="1" y="358"/>
                    </a:cubicBezTo>
                    <a:cubicBezTo>
                      <a:pt x="1" y="355"/>
                      <a:pt x="1" y="352"/>
                      <a:pt x="1" y="349"/>
                    </a:cubicBezTo>
                    <a:cubicBezTo>
                      <a:pt x="60" y="353"/>
                      <a:pt x="60" y="353"/>
                      <a:pt x="60" y="353"/>
                    </a:cubicBezTo>
                    <a:cubicBezTo>
                      <a:pt x="59" y="356"/>
                      <a:pt x="59" y="358"/>
                      <a:pt x="59" y="360"/>
                    </a:cubicBezTo>
                    <a:close/>
                    <a:moveTo>
                      <a:pt x="689" y="354"/>
                    </a:moveTo>
                    <a:cubicBezTo>
                      <a:pt x="689" y="351"/>
                      <a:pt x="689" y="349"/>
                      <a:pt x="689" y="346"/>
                    </a:cubicBezTo>
                    <a:cubicBezTo>
                      <a:pt x="747" y="342"/>
                      <a:pt x="747" y="342"/>
                      <a:pt x="747" y="342"/>
                    </a:cubicBezTo>
                    <a:cubicBezTo>
                      <a:pt x="747" y="344"/>
                      <a:pt x="748" y="347"/>
                      <a:pt x="748" y="350"/>
                    </a:cubicBezTo>
                    <a:lnTo>
                      <a:pt x="689" y="354"/>
                    </a:lnTo>
                    <a:close/>
                    <a:moveTo>
                      <a:pt x="60" y="347"/>
                    </a:moveTo>
                    <a:cubicBezTo>
                      <a:pt x="2" y="342"/>
                      <a:pt x="2" y="342"/>
                      <a:pt x="2" y="342"/>
                    </a:cubicBezTo>
                    <a:cubicBezTo>
                      <a:pt x="2" y="339"/>
                      <a:pt x="2" y="336"/>
                      <a:pt x="3" y="334"/>
                    </a:cubicBezTo>
                    <a:cubicBezTo>
                      <a:pt x="61" y="340"/>
                      <a:pt x="61" y="340"/>
                      <a:pt x="61" y="340"/>
                    </a:cubicBezTo>
                    <a:cubicBezTo>
                      <a:pt x="60" y="342"/>
                      <a:pt x="60" y="345"/>
                      <a:pt x="60" y="347"/>
                    </a:cubicBezTo>
                    <a:close/>
                    <a:moveTo>
                      <a:pt x="688" y="340"/>
                    </a:moveTo>
                    <a:cubicBezTo>
                      <a:pt x="688" y="338"/>
                      <a:pt x="688" y="336"/>
                      <a:pt x="688" y="333"/>
                    </a:cubicBezTo>
                    <a:cubicBezTo>
                      <a:pt x="746" y="326"/>
                      <a:pt x="746" y="326"/>
                      <a:pt x="746" y="326"/>
                    </a:cubicBezTo>
                    <a:cubicBezTo>
                      <a:pt x="746" y="329"/>
                      <a:pt x="746" y="331"/>
                      <a:pt x="747" y="334"/>
                    </a:cubicBezTo>
                    <a:lnTo>
                      <a:pt x="688" y="340"/>
                    </a:lnTo>
                    <a:close/>
                    <a:moveTo>
                      <a:pt x="61" y="334"/>
                    </a:moveTo>
                    <a:cubicBezTo>
                      <a:pt x="3" y="326"/>
                      <a:pt x="3" y="326"/>
                      <a:pt x="3" y="326"/>
                    </a:cubicBezTo>
                    <a:cubicBezTo>
                      <a:pt x="4" y="324"/>
                      <a:pt x="4" y="321"/>
                      <a:pt x="5" y="318"/>
                    </a:cubicBezTo>
                    <a:cubicBezTo>
                      <a:pt x="62" y="327"/>
                      <a:pt x="62" y="327"/>
                      <a:pt x="62" y="327"/>
                    </a:cubicBezTo>
                    <a:cubicBezTo>
                      <a:pt x="62" y="329"/>
                      <a:pt x="62" y="331"/>
                      <a:pt x="61" y="334"/>
                    </a:cubicBezTo>
                    <a:close/>
                    <a:moveTo>
                      <a:pt x="687" y="327"/>
                    </a:moveTo>
                    <a:cubicBezTo>
                      <a:pt x="686" y="325"/>
                      <a:pt x="686" y="322"/>
                      <a:pt x="686" y="320"/>
                    </a:cubicBezTo>
                    <a:cubicBezTo>
                      <a:pt x="743" y="310"/>
                      <a:pt x="743" y="310"/>
                      <a:pt x="743" y="310"/>
                    </a:cubicBezTo>
                    <a:cubicBezTo>
                      <a:pt x="744" y="313"/>
                      <a:pt x="744" y="316"/>
                      <a:pt x="745" y="319"/>
                    </a:cubicBezTo>
                    <a:lnTo>
                      <a:pt x="687" y="327"/>
                    </a:lnTo>
                    <a:close/>
                    <a:moveTo>
                      <a:pt x="63" y="320"/>
                    </a:moveTo>
                    <a:cubicBezTo>
                      <a:pt x="6" y="311"/>
                      <a:pt x="6" y="311"/>
                      <a:pt x="6" y="311"/>
                    </a:cubicBezTo>
                    <a:cubicBezTo>
                      <a:pt x="6" y="308"/>
                      <a:pt x="7" y="305"/>
                      <a:pt x="7" y="302"/>
                    </a:cubicBezTo>
                    <a:cubicBezTo>
                      <a:pt x="65" y="313"/>
                      <a:pt x="65" y="313"/>
                      <a:pt x="65" y="313"/>
                    </a:cubicBezTo>
                    <a:cubicBezTo>
                      <a:pt x="64" y="316"/>
                      <a:pt x="64" y="318"/>
                      <a:pt x="63" y="320"/>
                    </a:cubicBezTo>
                    <a:close/>
                    <a:moveTo>
                      <a:pt x="684" y="314"/>
                    </a:moveTo>
                    <a:cubicBezTo>
                      <a:pt x="684" y="312"/>
                      <a:pt x="683" y="309"/>
                      <a:pt x="683" y="307"/>
                    </a:cubicBezTo>
                    <a:cubicBezTo>
                      <a:pt x="740" y="294"/>
                      <a:pt x="740" y="294"/>
                      <a:pt x="740" y="294"/>
                    </a:cubicBezTo>
                    <a:cubicBezTo>
                      <a:pt x="741" y="297"/>
                      <a:pt x="741" y="300"/>
                      <a:pt x="742" y="303"/>
                    </a:cubicBezTo>
                    <a:lnTo>
                      <a:pt x="684" y="314"/>
                    </a:lnTo>
                    <a:close/>
                    <a:moveTo>
                      <a:pt x="66" y="307"/>
                    </a:moveTo>
                    <a:cubicBezTo>
                      <a:pt x="9" y="295"/>
                      <a:pt x="9" y="295"/>
                      <a:pt x="9" y="295"/>
                    </a:cubicBezTo>
                    <a:cubicBezTo>
                      <a:pt x="9" y="292"/>
                      <a:pt x="10" y="289"/>
                      <a:pt x="11" y="287"/>
                    </a:cubicBezTo>
                    <a:cubicBezTo>
                      <a:pt x="68" y="300"/>
                      <a:pt x="68" y="300"/>
                      <a:pt x="68" y="300"/>
                    </a:cubicBezTo>
                    <a:cubicBezTo>
                      <a:pt x="67" y="303"/>
                      <a:pt x="66" y="305"/>
                      <a:pt x="66" y="307"/>
                    </a:cubicBezTo>
                    <a:close/>
                    <a:moveTo>
                      <a:pt x="682" y="301"/>
                    </a:moveTo>
                    <a:cubicBezTo>
                      <a:pt x="681" y="298"/>
                      <a:pt x="680" y="296"/>
                      <a:pt x="680" y="294"/>
                    </a:cubicBezTo>
                    <a:cubicBezTo>
                      <a:pt x="736" y="279"/>
                      <a:pt x="736" y="279"/>
                      <a:pt x="736" y="279"/>
                    </a:cubicBezTo>
                    <a:cubicBezTo>
                      <a:pt x="737" y="282"/>
                      <a:pt x="738" y="285"/>
                      <a:pt x="739" y="287"/>
                    </a:cubicBezTo>
                    <a:lnTo>
                      <a:pt x="682" y="301"/>
                    </a:lnTo>
                    <a:close/>
                    <a:moveTo>
                      <a:pt x="69" y="294"/>
                    </a:moveTo>
                    <a:cubicBezTo>
                      <a:pt x="12" y="280"/>
                      <a:pt x="12" y="280"/>
                      <a:pt x="12" y="280"/>
                    </a:cubicBezTo>
                    <a:cubicBezTo>
                      <a:pt x="13" y="277"/>
                      <a:pt x="14" y="274"/>
                      <a:pt x="15" y="271"/>
                    </a:cubicBezTo>
                    <a:cubicBezTo>
                      <a:pt x="71" y="287"/>
                      <a:pt x="71" y="287"/>
                      <a:pt x="71" y="287"/>
                    </a:cubicBezTo>
                    <a:cubicBezTo>
                      <a:pt x="70" y="290"/>
                      <a:pt x="70" y="292"/>
                      <a:pt x="69" y="294"/>
                    </a:cubicBezTo>
                    <a:close/>
                    <a:moveTo>
                      <a:pt x="678" y="288"/>
                    </a:moveTo>
                    <a:cubicBezTo>
                      <a:pt x="678" y="286"/>
                      <a:pt x="677" y="283"/>
                      <a:pt x="676" y="281"/>
                    </a:cubicBezTo>
                    <a:cubicBezTo>
                      <a:pt x="732" y="264"/>
                      <a:pt x="732" y="264"/>
                      <a:pt x="732" y="264"/>
                    </a:cubicBezTo>
                    <a:cubicBezTo>
                      <a:pt x="733" y="266"/>
                      <a:pt x="734" y="269"/>
                      <a:pt x="735" y="272"/>
                    </a:cubicBezTo>
                    <a:lnTo>
                      <a:pt x="678" y="288"/>
                    </a:lnTo>
                    <a:close/>
                    <a:moveTo>
                      <a:pt x="73" y="281"/>
                    </a:moveTo>
                    <a:cubicBezTo>
                      <a:pt x="17" y="264"/>
                      <a:pt x="17" y="264"/>
                      <a:pt x="17" y="264"/>
                    </a:cubicBezTo>
                    <a:cubicBezTo>
                      <a:pt x="18" y="262"/>
                      <a:pt x="18" y="259"/>
                      <a:pt x="19" y="256"/>
                    </a:cubicBezTo>
                    <a:cubicBezTo>
                      <a:pt x="75" y="274"/>
                      <a:pt x="75" y="274"/>
                      <a:pt x="75" y="274"/>
                    </a:cubicBezTo>
                    <a:cubicBezTo>
                      <a:pt x="74" y="277"/>
                      <a:pt x="73" y="279"/>
                      <a:pt x="73" y="281"/>
                    </a:cubicBezTo>
                    <a:close/>
                    <a:moveTo>
                      <a:pt x="674" y="275"/>
                    </a:moveTo>
                    <a:cubicBezTo>
                      <a:pt x="674" y="273"/>
                      <a:pt x="673" y="270"/>
                      <a:pt x="672" y="268"/>
                    </a:cubicBezTo>
                    <a:cubicBezTo>
                      <a:pt x="727" y="249"/>
                      <a:pt x="727" y="249"/>
                      <a:pt x="727" y="249"/>
                    </a:cubicBezTo>
                    <a:cubicBezTo>
                      <a:pt x="728" y="251"/>
                      <a:pt x="729" y="254"/>
                      <a:pt x="730" y="257"/>
                    </a:cubicBezTo>
                    <a:lnTo>
                      <a:pt x="674" y="275"/>
                    </a:lnTo>
                    <a:close/>
                    <a:moveTo>
                      <a:pt x="77" y="269"/>
                    </a:moveTo>
                    <a:cubicBezTo>
                      <a:pt x="22" y="249"/>
                      <a:pt x="22" y="249"/>
                      <a:pt x="22" y="249"/>
                    </a:cubicBezTo>
                    <a:cubicBezTo>
                      <a:pt x="23" y="246"/>
                      <a:pt x="24" y="244"/>
                      <a:pt x="25" y="241"/>
                    </a:cubicBezTo>
                    <a:cubicBezTo>
                      <a:pt x="79" y="262"/>
                      <a:pt x="79" y="262"/>
                      <a:pt x="79" y="262"/>
                    </a:cubicBezTo>
                    <a:cubicBezTo>
                      <a:pt x="78" y="264"/>
                      <a:pt x="78" y="266"/>
                      <a:pt x="77" y="269"/>
                    </a:cubicBezTo>
                    <a:close/>
                    <a:moveTo>
                      <a:pt x="670" y="262"/>
                    </a:moveTo>
                    <a:cubicBezTo>
                      <a:pt x="669" y="260"/>
                      <a:pt x="668" y="258"/>
                      <a:pt x="667" y="256"/>
                    </a:cubicBezTo>
                    <a:cubicBezTo>
                      <a:pt x="722" y="234"/>
                      <a:pt x="722" y="234"/>
                      <a:pt x="722" y="234"/>
                    </a:cubicBezTo>
                    <a:cubicBezTo>
                      <a:pt x="723" y="236"/>
                      <a:pt x="724" y="239"/>
                      <a:pt x="725" y="242"/>
                    </a:cubicBezTo>
                    <a:lnTo>
                      <a:pt x="670" y="262"/>
                    </a:lnTo>
                    <a:close/>
                    <a:moveTo>
                      <a:pt x="82" y="256"/>
                    </a:moveTo>
                    <a:cubicBezTo>
                      <a:pt x="27" y="234"/>
                      <a:pt x="27" y="234"/>
                      <a:pt x="27" y="234"/>
                    </a:cubicBezTo>
                    <a:cubicBezTo>
                      <a:pt x="28" y="232"/>
                      <a:pt x="29" y="229"/>
                      <a:pt x="31" y="226"/>
                    </a:cubicBezTo>
                    <a:cubicBezTo>
                      <a:pt x="84" y="249"/>
                      <a:pt x="84" y="249"/>
                      <a:pt x="84" y="249"/>
                    </a:cubicBezTo>
                    <a:cubicBezTo>
                      <a:pt x="83" y="252"/>
                      <a:pt x="82" y="254"/>
                      <a:pt x="82" y="256"/>
                    </a:cubicBezTo>
                    <a:close/>
                    <a:moveTo>
                      <a:pt x="665" y="250"/>
                    </a:moveTo>
                    <a:cubicBezTo>
                      <a:pt x="664" y="248"/>
                      <a:pt x="663" y="246"/>
                      <a:pt x="662" y="243"/>
                    </a:cubicBezTo>
                    <a:cubicBezTo>
                      <a:pt x="715" y="219"/>
                      <a:pt x="715" y="219"/>
                      <a:pt x="715" y="219"/>
                    </a:cubicBezTo>
                    <a:cubicBezTo>
                      <a:pt x="716" y="222"/>
                      <a:pt x="718" y="224"/>
                      <a:pt x="719" y="227"/>
                    </a:cubicBezTo>
                    <a:lnTo>
                      <a:pt x="665" y="250"/>
                    </a:lnTo>
                    <a:close/>
                    <a:moveTo>
                      <a:pt x="87" y="244"/>
                    </a:moveTo>
                    <a:cubicBezTo>
                      <a:pt x="34" y="220"/>
                      <a:pt x="34" y="220"/>
                      <a:pt x="34" y="220"/>
                    </a:cubicBezTo>
                    <a:cubicBezTo>
                      <a:pt x="35" y="217"/>
                      <a:pt x="36" y="214"/>
                      <a:pt x="37" y="212"/>
                    </a:cubicBezTo>
                    <a:cubicBezTo>
                      <a:pt x="90" y="237"/>
                      <a:pt x="90" y="237"/>
                      <a:pt x="90" y="237"/>
                    </a:cubicBezTo>
                    <a:cubicBezTo>
                      <a:pt x="89" y="239"/>
                      <a:pt x="88" y="242"/>
                      <a:pt x="87" y="244"/>
                    </a:cubicBezTo>
                    <a:close/>
                    <a:moveTo>
                      <a:pt x="659" y="238"/>
                    </a:moveTo>
                    <a:cubicBezTo>
                      <a:pt x="658" y="236"/>
                      <a:pt x="657" y="234"/>
                      <a:pt x="656" y="231"/>
                    </a:cubicBezTo>
                    <a:cubicBezTo>
                      <a:pt x="708" y="205"/>
                      <a:pt x="708" y="205"/>
                      <a:pt x="708" y="205"/>
                    </a:cubicBezTo>
                    <a:cubicBezTo>
                      <a:pt x="710" y="208"/>
                      <a:pt x="711" y="210"/>
                      <a:pt x="712" y="213"/>
                    </a:cubicBezTo>
                    <a:lnTo>
                      <a:pt x="659" y="238"/>
                    </a:lnTo>
                    <a:close/>
                    <a:moveTo>
                      <a:pt x="93" y="232"/>
                    </a:moveTo>
                    <a:cubicBezTo>
                      <a:pt x="40" y="205"/>
                      <a:pt x="40" y="205"/>
                      <a:pt x="40" y="205"/>
                    </a:cubicBezTo>
                    <a:cubicBezTo>
                      <a:pt x="42" y="203"/>
                      <a:pt x="43" y="200"/>
                      <a:pt x="44" y="198"/>
                    </a:cubicBezTo>
                    <a:cubicBezTo>
                      <a:pt x="96" y="225"/>
                      <a:pt x="96" y="225"/>
                      <a:pt x="96" y="225"/>
                    </a:cubicBezTo>
                    <a:cubicBezTo>
                      <a:pt x="95" y="227"/>
                      <a:pt x="94" y="229"/>
                      <a:pt x="93" y="232"/>
                    </a:cubicBezTo>
                    <a:close/>
                    <a:moveTo>
                      <a:pt x="653" y="226"/>
                    </a:moveTo>
                    <a:cubicBezTo>
                      <a:pt x="652" y="224"/>
                      <a:pt x="651" y="222"/>
                      <a:pt x="650" y="220"/>
                    </a:cubicBezTo>
                    <a:cubicBezTo>
                      <a:pt x="701" y="191"/>
                      <a:pt x="701" y="191"/>
                      <a:pt x="701" y="191"/>
                    </a:cubicBezTo>
                    <a:cubicBezTo>
                      <a:pt x="702" y="193"/>
                      <a:pt x="704" y="196"/>
                      <a:pt x="705" y="199"/>
                    </a:cubicBezTo>
                    <a:lnTo>
                      <a:pt x="653" y="226"/>
                    </a:lnTo>
                    <a:close/>
                    <a:moveTo>
                      <a:pt x="99" y="220"/>
                    </a:moveTo>
                    <a:cubicBezTo>
                      <a:pt x="48" y="191"/>
                      <a:pt x="48" y="191"/>
                      <a:pt x="48" y="191"/>
                    </a:cubicBezTo>
                    <a:cubicBezTo>
                      <a:pt x="49" y="189"/>
                      <a:pt x="51" y="186"/>
                      <a:pt x="52" y="184"/>
                    </a:cubicBezTo>
                    <a:cubicBezTo>
                      <a:pt x="103" y="213"/>
                      <a:pt x="103" y="213"/>
                      <a:pt x="103" y="213"/>
                    </a:cubicBezTo>
                    <a:cubicBezTo>
                      <a:pt x="101" y="216"/>
                      <a:pt x="100" y="218"/>
                      <a:pt x="99" y="220"/>
                    </a:cubicBezTo>
                    <a:close/>
                    <a:moveTo>
                      <a:pt x="647" y="214"/>
                    </a:moveTo>
                    <a:cubicBezTo>
                      <a:pt x="646" y="212"/>
                      <a:pt x="644" y="210"/>
                      <a:pt x="643" y="208"/>
                    </a:cubicBezTo>
                    <a:cubicBezTo>
                      <a:pt x="693" y="177"/>
                      <a:pt x="693" y="177"/>
                      <a:pt x="693" y="177"/>
                    </a:cubicBezTo>
                    <a:cubicBezTo>
                      <a:pt x="694" y="180"/>
                      <a:pt x="696" y="182"/>
                      <a:pt x="697" y="185"/>
                    </a:cubicBezTo>
                    <a:lnTo>
                      <a:pt x="647" y="214"/>
                    </a:lnTo>
                    <a:close/>
                    <a:moveTo>
                      <a:pt x="106" y="208"/>
                    </a:moveTo>
                    <a:cubicBezTo>
                      <a:pt x="56" y="178"/>
                      <a:pt x="56" y="178"/>
                      <a:pt x="56" y="178"/>
                    </a:cubicBezTo>
                    <a:cubicBezTo>
                      <a:pt x="57" y="175"/>
                      <a:pt x="59" y="173"/>
                      <a:pt x="61" y="170"/>
                    </a:cubicBezTo>
                    <a:cubicBezTo>
                      <a:pt x="110" y="202"/>
                      <a:pt x="110" y="202"/>
                      <a:pt x="110" y="202"/>
                    </a:cubicBezTo>
                    <a:cubicBezTo>
                      <a:pt x="108" y="204"/>
                      <a:pt x="107" y="206"/>
                      <a:pt x="106" y="208"/>
                    </a:cubicBezTo>
                    <a:close/>
                    <a:moveTo>
                      <a:pt x="640" y="203"/>
                    </a:moveTo>
                    <a:cubicBezTo>
                      <a:pt x="639" y="201"/>
                      <a:pt x="637" y="199"/>
                      <a:pt x="636" y="197"/>
                    </a:cubicBezTo>
                    <a:cubicBezTo>
                      <a:pt x="684" y="164"/>
                      <a:pt x="684" y="164"/>
                      <a:pt x="684" y="164"/>
                    </a:cubicBezTo>
                    <a:cubicBezTo>
                      <a:pt x="686" y="166"/>
                      <a:pt x="688" y="169"/>
                      <a:pt x="689" y="171"/>
                    </a:cubicBezTo>
                    <a:lnTo>
                      <a:pt x="640" y="203"/>
                    </a:lnTo>
                    <a:close/>
                    <a:moveTo>
                      <a:pt x="113" y="197"/>
                    </a:moveTo>
                    <a:cubicBezTo>
                      <a:pt x="65" y="164"/>
                      <a:pt x="65" y="164"/>
                      <a:pt x="65" y="164"/>
                    </a:cubicBezTo>
                    <a:cubicBezTo>
                      <a:pt x="66" y="162"/>
                      <a:pt x="68" y="159"/>
                      <a:pt x="70" y="157"/>
                    </a:cubicBezTo>
                    <a:cubicBezTo>
                      <a:pt x="117" y="191"/>
                      <a:pt x="117" y="191"/>
                      <a:pt x="117" y="191"/>
                    </a:cubicBezTo>
                    <a:cubicBezTo>
                      <a:pt x="116" y="193"/>
                      <a:pt x="114" y="195"/>
                      <a:pt x="113" y="197"/>
                    </a:cubicBezTo>
                    <a:close/>
                    <a:moveTo>
                      <a:pt x="632" y="192"/>
                    </a:moveTo>
                    <a:cubicBezTo>
                      <a:pt x="631" y="190"/>
                      <a:pt x="630" y="188"/>
                      <a:pt x="628" y="186"/>
                    </a:cubicBezTo>
                    <a:cubicBezTo>
                      <a:pt x="675" y="151"/>
                      <a:pt x="675" y="151"/>
                      <a:pt x="675" y="151"/>
                    </a:cubicBezTo>
                    <a:cubicBezTo>
                      <a:pt x="677" y="153"/>
                      <a:pt x="679" y="156"/>
                      <a:pt x="680" y="158"/>
                    </a:cubicBezTo>
                    <a:lnTo>
                      <a:pt x="632" y="192"/>
                    </a:lnTo>
                    <a:close/>
                    <a:moveTo>
                      <a:pt x="121" y="186"/>
                    </a:moveTo>
                    <a:cubicBezTo>
                      <a:pt x="74" y="151"/>
                      <a:pt x="74" y="151"/>
                      <a:pt x="74" y="151"/>
                    </a:cubicBezTo>
                    <a:cubicBezTo>
                      <a:pt x="75" y="149"/>
                      <a:pt x="77" y="147"/>
                      <a:pt x="79" y="144"/>
                    </a:cubicBezTo>
                    <a:cubicBezTo>
                      <a:pt x="125" y="180"/>
                      <a:pt x="125" y="180"/>
                      <a:pt x="125" y="180"/>
                    </a:cubicBezTo>
                    <a:cubicBezTo>
                      <a:pt x="124" y="182"/>
                      <a:pt x="122" y="184"/>
                      <a:pt x="121" y="186"/>
                    </a:cubicBezTo>
                    <a:close/>
                    <a:moveTo>
                      <a:pt x="624" y="181"/>
                    </a:moveTo>
                    <a:cubicBezTo>
                      <a:pt x="623" y="179"/>
                      <a:pt x="622" y="177"/>
                      <a:pt x="620" y="175"/>
                    </a:cubicBezTo>
                    <a:cubicBezTo>
                      <a:pt x="665" y="139"/>
                      <a:pt x="665" y="139"/>
                      <a:pt x="665" y="139"/>
                    </a:cubicBezTo>
                    <a:cubicBezTo>
                      <a:pt x="667" y="141"/>
                      <a:pt x="669" y="143"/>
                      <a:pt x="671" y="145"/>
                    </a:cubicBezTo>
                    <a:lnTo>
                      <a:pt x="624" y="181"/>
                    </a:lnTo>
                    <a:close/>
                    <a:moveTo>
                      <a:pt x="129" y="175"/>
                    </a:moveTo>
                    <a:cubicBezTo>
                      <a:pt x="83" y="139"/>
                      <a:pt x="83" y="139"/>
                      <a:pt x="83" y="139"/>
                    </a:cubicBezTo>
                    <a:cubicBezTo>
                      <a:pt x="85" y="136"/>
                      <a:pt x="87" y="134"/>
                      <a:pt x="89" y="132"/>
                    </a:cubicBezTo>
                    <a:cubicBezTo>
                      <a:pt x="134" y="170"/>
                      <a:pt x="134" y="170"/>
                      <a:pt x="134" y="170"/>
                    </a:cubicBezTo>
                    <a:cubicBezTo>
                      <a:pt x="132" y="172"/>
                      <a:pt x="130" y="174"/>
                      <a:pt x="129" y="175"/>
                    </a:cubicBezTo>
                    <a:close/>
                    <a:moveTo>
                      <a:pt x="616" y="171"/>
                    </a:moveTo>
                    <a:cubicBezTo>
                      <a:pt x="615" y="169"/>
                      <a:pt x="613" y="167"/>
                      <a:pt x="611" y="165"/>
                    </a:cubicBezTo>
                    <a:cubicBezTo>
                      <a:pt x="655" y="126"/>
                      <a:pt x="655" y="126"/>
                      <a:pt x="655" y="126"/>
                    </a:cubicBezTo>
                    <a:cubicBezTo>
                      <a:pt x="657" y="129"/>
                      <a:pt x="659" y="131"/>
                      <a:pt x="661" y="133"/>
                    </a:cubicBezTo>
                    <a:lnTo>
                      <a:pt x="616" y="171"/>
                    </a:lnTo>
                    <a:close/>
                    <a:moveTo>
                      <a:pt x="138" y="165"/>
                    </a:moveTo>
                    <a:cubicBezTo>
                      <a:pt x="94" y="127"/>
                      <a:pt x="94" y="127"/>
                      <a:pt x="94" y="127"/>
                    </a:cubicBezTo>
                    <a:cubicBezTo>
                      <a:pt x="96" y="124"/>
                      <a:pt x="98" y="122"/>
                      <a:pt x="100" y="120"/>
                    </a:cubicBezTo>
                    <a:cubicBezTo>
                      <a:pt x="142" y="160"/>
                      <a:pt x="142" y="160"/>
                      <a:pt x="142" y="160"/>
                    </a:cubicBezTo>
                    <a:cubicBezTo>
                      <a:pt x="141" y="162"/>
                      <a:pt x="139" y="163"/>
                      <a:pt x="138" y="165"/>
                    </a:cubicBezTo>
                    <a:close/>
                    <a:moveTo>
                      <a:pt x="607" y="161"/>
                    </a:moveTo>
                    <a:cubicBezTo>
                      <a:pt x="606" y="159"/>
                      <a:pt x="604" y="157"/>
                      <a:pt x="602" y="155"/>
                    </a:cubicBezTo>
                    <a:cubicBezTo>
                      <a:pt x="644" y="115"/>
                      <a:pt x="644" y="115"/>
                      <a:pt x="644" y="115"/>
                    </a:cubicBezTo>
                    <a:cubicBezTo>
                      <a:pt x="646" y="117"/>
                      <a:pt x="648" y="119"/>
                      <a:pt x="650" y="121"/>
                    </a:cubicBezTo>
                    <a:lnTo>
                      <a:pt x="607" y="161"/>
                    </a:lnTo>
                    <a:close/>
                    <a:moveTo>
                      <a:pt x="147" y="155"/>
                    </a:moveTo>
                    <a:cubicBezTo>
                      <a:pt x="104" y="115"/>
                      <a:pt x="104" y="115"/>
                      <a:pt x="104" y="115"/>
                    </a:cubicBezTo>
                    <a:cubicBezTo>
                      <a:pt x="106" y="113"/>
                      <a:pt x="108" y="111"/>
                      <a:pt x="111" y="109"/>
                    </a:cubicBezTo>
                    <a:cubicBezTo>
                      <a:pt x="152" y="150"/>
                      <a:pt x="152" y="150"/>
                      <a:pt x="152" y="150"/>
                    </a:cubicBezTo>
                    <a:cubicBezTo>
                      <a:pt x="150" y="152"/>
                      <a:pt x="148" y="154"/>
                      <a:pt x="147" y="155"/>
                    </a:cubicBezTo>
                    <a:close/>
                    <a:moveTo>
                      <a:pt x="598" y="151"/>
                    </a:moveTo>
                    <a:cubicBezTo>
                      <a:pt x="596" y="149"/>
                      <a:pt x="595" y="147"/>
                      <a:pt x="593" y="146"/>
                    </a:cubicBezTo>
                    <a:cubicBezTo>
                      <a:pt x="633" y="104"/>
                      <a:pt x="633" y="104"/>
                      <a:pt x="633" y="104"/>
                    </a:cubicBezTo>
                    <a:cubicBezTo>
                      <a:pt x="635" y="106"/>
                      <a:pt x="637" y="108"/>
                      <a:pt x="639" y="110"/>
                    </a:cubicBezTo>
                    <a:lnTo>
                      <a:pt x="598" y="151"/>
                    </a:lnTo>
                    <a:close/>
                    <a:moveTo>
                      <a:pt x="156" y="146"/>
                    </a:moveTo>
                    <a:cubicBezTo>
                      <a:pt x="116" y="104"/>
                      <a:pt x="116" y="104"/>
                      <a:pt x="116" y="104"/>
                    </a:cubicBezTo>
                    <a:cubicBezTo>
                      <a:pt x="118" y="102"/>
                      <a:pt x="120" y="100"/>
                      <a:pt x="122" y="98"/>
                    </a:cubicBezTo>
                    <a:cubicBezTo>
                      <a:pt x="161" y="141"/>
                      <a:pt x="161" y="141"/>
                      <a:pt x="161" y="141"/>
                    </a:cubicBezTo>
                    <a:cubicBezTo>
                      <a:pt x="160" y="142"/>
                      <a:pt x="158" y="144"/>
                      <a:pt x="156" y="146"/>
                    </a:cubicBezTo>
                    <a:close/>
                    <a:moveTo>
                      <a:pt x="588" y="142"/>
                    </a:moveTo>
                    <a:cubicBezTo>
                      <a:pt x="587" y="140"/>
                      <a:pt x="585" y="138"/>
                      <a:pt x="583" y="137"/>
                    </a:cubicBezTo>
                    <a:cubicBezTo>
                      <a:pt x="622" y="93"/>
                      <a:pt x="622" y="93"/>
                      <a:pt x="622" y="93"/>
                    </a:cubicBezTo>
                    <a:cubicBezTo>
                      <a:pt x="624" y="95"/>
                      <a:pt x="626" y="97"/>
                      <a:pt x="628" y="99"/>
                    </a:cubicBezTo>
                    <a:lnTo>
                      <a:pt x="588" y="142"/>
                    </a:lnTo>
                    <a:close/>
                    <a:moveTo>
                      <a:pt x="166" y="137"/>
                    </a:moveTo>
                    <a:cubicBezTo>
                      <a:pt x="127" y="93"/>
                      <a:pt x="127" y="93"/>
                      <a:pt x="127" y="93"/>
                    </a:cubicBezTo>
                    <a:cubicBezTo>
                      <a:pt x="130" y="91"/>
                      <a:pt x="132" y="89"/>
                      <a:pt x="134" y="87"/>
                    </a:cubicBezTo>
                    <a:cubicBezTo>
                      <a:pt x="172" y="132"/>
                      <a:pt x="172" y="132"/>
                      <a:pt x="172" y="132"/>
                    </a:cubicBezTo>
                    <a:cubicBezTo>
                      <a:pt x="170" y="134"/>
                      <a:pt x="168" y="135"/>
                      <a:pt x="166" y="137"/>
                    </a:cubicBezTo>
                    <a:close/>
                    <a:moveTo>
                      <a:pt x="578" y="133"/>
                    </a:moveTo>
                    <a:cubicBezTo>
                      <a:pt x="576" y="131"/>
                      <a:pt x="575" y="130"/>
                      <a:pt x="573" y="128"/>
                    </a:cubicBezTo>
                    <a:cubicBezTo>
                      <a:pt x="609" y="83"/>
                      <a:pt x="609" y="83"/>
                      <a:pt x="609" y="83"/>
                    </a:cubicBezTo>
                    <a:cubicBezTo>
                      <a:pt x="612" y="84"/>
                      <a:pt x="614" y="86"/>
                      <a:pt x="616" y="88"/>
                    </a:cubicBezTo>
                    <a:lnTo>
                      <a:pt x="578" y="133"/>
                    </a:lnTo>
                    <a:close/>
                    <a:moveTo>
                      <a:pt x="176" y="128"/>
                    </a:moveTo>
                    <a:cubicBezTo>
                      <a:pt x="139" y="83"/>
                      <a:pt x="139" y="83"/>
                      <a:pt x="139" y="83"/>
                    </a:cubicBezTo>
                    <a:cubicBezTo>
                      <a:pt x="142" y="81"/>
                      <a:pt x="144" y="79"/>
                      <a:pt x="146" y="77"/>
                    </a:cubicBezTo>
                    <a:cubicBezTo>
                      <a:pt x="182" y="124"/>
                      <a:pt x="182" y="124"/>
                      <a:pt x="182" y="124"/>
                    </a:cubicBezTo>
                    <a:cubicBezTo>
                      <a:pt x="180" y="125"/>
                      <a:pt x="178" y="127"/>
                      <a:pt x="176" y="128"/>
                    </a:cubicBezTo>
                    <a:close/>
                    <a:moveTo>
                      <a:pt x="568" y="124"/>
                    </a:moveTo>
                    <a:cubicBezTo>
                      <a:pt x="566" y="123"/>
                      <a:pt x="564" y="121"/>
                      <a:pt x="562" y="120"/>
                    </a:cubicBezTo>
                    <a:cubicBezTo>
                      <a:pt x="597" y="73"/>
                      <a:pt x="597" y="73"/>
                      <a:pt x="597" y="73"/>
                    </a:cubicBezTo>
                    <a:cubicBezTo>
                      <a:pt x="599" y="75"/>
                      <a:pt x="601" y="76"/>
                      <a:pt x="604" y="78"/>
                    </a:cubicBezTo>
                    <a:lnTo>
                      <a:pt x="568" y="124"/>
                    </a:lnTo>
                    <a:close/>
                    <a:moveTo>
                      <a:pt x="187" y="120"/>
                    </a:moveTo>
                    <a:cubicBezTo>
                      <a:pt x="152" y="73"/>
                      <a:pt x="152" y="73"/>
                      <a:pt x="152" y="73"/>
                    </a:cubicBezTo>
                    <a:cubicBezTo>
                      <a:pt x="154" y="71"/>
                      <a:pt x="157" y="70"/>
                      <a:pt x="159" y="68"/>
                    </a:cubicBezTo>
                    <a:cubicBezTo>
                      <a:pt x="193" y="116"/>
                      <a:pt x="193" y="116"/>
                      <a:pt x="193" y="116"/>
                    </a:cubicBezTo>
                    <a:cubicBezTo>
                      <a:pt x="191" y="117"/>
                      <a:pt x="189" y="118"/>
                      <a:pt x="187" y="120"/>
                    </a:cubicBezTo>
                    <a:close/>
                    <a:moveTo>
                      <a:pt x="557" y="116"/>
                    </a:moveTo>
                    <a:cubicBezTo>
                      <a:pt x="555" y="115"/>
                      <a:pt x="553" y="113"/>
                      <a:pt x="551" y="112"/>
                    </a:cubicBezTo>
                    <a:cubicBezTo>
                      <a:pt x="584" y="64"/>
                      <a:pt x="584" y="64"/>
                      <a:pt x="584" y="64"/>
                    </a:cubicBezTo>
                    <a:cubicBezTo>
                      <a:pt x="586" y="65"/>
                      <a:pt x="589" y="67"/>
                      <a:pt x="591" y="69"/>
                    </a:cubicBezTo>
                    <a:lnTo>
                      <a:pt x="557" y="116"/>
                    </a:lnTo>
                    <a:close/>
                    <a:moveTo>
                      <a:pt x="198" y="112"/>
                    </a:moveTo>
                    <a:cubicBezTo>
                      <a:pt x="165" y="64"/>
                      <a:pt x="165" y="64"/>
                      <a:pt x="165" y="64"/>
                    </a:cubicBezTo>
                    <a:cubicBezTo>
                      <a:pt x="167" y="62"/>
                      <a:pt x="170" y="61"/>
                      <a:pt x="172" y="59"/>
                    </a:cubicBezTo>
                    <a:cubicBezTo>
                      <a:pt x="204" y="108"/>
                      <a:pt x="204" y="108"/>
                      <a:pt x="204" y="108"/>
                    </a:cubicBezTo>
                    <a:cubicBezTo>
                      <a:pt x="202" y="109"/>
                      <a:pt x="200" y="111"/>
                      <a:pt x="198" y="112"/>
                    </a:cubicBezTo>
                    <a:close/>
                    <a:moveTo>
                      <a:pt x="546" y="109"/>
                    </a:moveTo>
                    <a:cubicBezTo>
                      <a:pt x="544" y="107"/>
                      <a:pt x="542" y="106"/>
                      <a:pt x="540" y="105"/>
                    </a:cubicBezTo>
                    <a:cubicBezTo>
                      <a:pt x="571" y="55"/>
                      <a:pt x="571" y="55"/>
                      <a:pt x="571" y="55"/>
                    </a:cubicBezTo>
                    <a:cubicBezTo>
                      <a:pt x="573" y="57"/>
                      <a:pt x="575" y="58"/>
                      <a:pt x="578" y="60"/>
                    </a:cubicBezTo>
                    <a:lnTo>
                      <a:pt x="546" y="109"/>
                    </a:lnTo>
                    <a:close/>
                    <a:moveTo>
                      <a:pt x="209" y="105"/>
                    </a:moveTo>
                    <a:cubicBezTo>
                      <a:pt x="178" y="55"/>
                      <a:pt x="178" y="55"/>
                      <a:pt x="178" y="55"/>
                    </a:cubicBezTo>
                    <a:cubicBezTo>
                      <a:pt x="181" y="54"/>
                      <a:pt x="183" y="52"/>
                      <a:pt x="186" y="51"/>
                    </a:cubicBezTo>
                    <a:cubicBezTo>
                      <a:pt x="215" y="101"/>
                      <a:pt x="215" y="101"/>
                      <a:pt x="215" y="101"/>
                    </a:cubicBezTo>
                    <a:cubicBezTo>
                      <a:pt x="213" y="102"/>
                      <a:pt x="211" y="104"/>
                      <a:pt x="209" y="105"/>
                    </a:cubicBezTo>
                    <a:close/>
                    <a:moveTo>
                      <a:pt x="535" y="102"/>
                    </a:moveTo>
                    <a:cubicBezTo>
                      <a:pt x="533" y="100"/>
                      <a:pt x="530" y="99"/>
                      <a:pt x="528" y="98"/>
                    </a:cubicBezTo>
                    <a:cubicBezTo>
                      <a:pt x="557" y="47"/>
                      <a:pt x="557" y="47"/>
                      <a:pt x="557" y="47"/>
                    </a:cubicBezTo>
                    <a:cubicBezTo>
                      <a:pt x="559" y="48"/>
                      <a:pt x="562" y="50"/>
                      <a:pt x="564" y="51"/>
                    </a:cubicBezTo>
                    <a:lnTo>
                      <a:pt x="535" y="102"/>
                    </a:lnTo>
                    <a:close/>
                    <a:moveTo>
                      <a:pt x="220" y="98"/>
                    </a:moveTo>
                    <a:cubicBezTo>
                      <a:pt x="192" y="47"/>
                      <a:pt x="192" y="47"/>
                      <a:pt x="192" y="47"/>
                    </a:cubicBezTo>
                    <a:cubicBezTo>
                      <a:pt x="194" y="46"/>
                      <a:pt x="197" y="44"/>
                      <a:pt x="199" y="43"/>
                    </a:cubicBezTo>
                    <a:cubicBezTo>
                      <a:pt x="227" y="95"/>
                      <a:pt x="227" y="95"/>
                      <a:pt x="227" y="95"/>
                    </a:cubicBezTo>
                    <a:cubicBezTo>
                      <a:pt x="225" y="96"/>
                      <a:pt x="223" y="97"/>
                      <a:pt x="220" y="98"/>
                    </a:cubicBezTo>
                    <a:close/>
                    <a:moveTo>
                      <a:pt x="523" y="95"/>
                    </a:moveTo>
                    <a:cubicBezTo>
                      <a:pt x="521" y="94"/>
                      <a:pt x="519" y="93"/>
                      <a:pt x="516" y="92"/>
                    </a:cubicBezTo>
                    <a:cubicBezTo>
                      <a:pt x="543" y="40"/>
                      <a:pt x="543" y="40"/>
                      <a:pt x="543" y="40"/>
                    </a:cubicBezTo>
                    <a:cubicBezTo>
                      <a:pt x="545" y="41"/>
                      <a:pt x="548" y="42"/>
                      <a:pt x="550" y="44"/>
                    </a:cubicBezTo>
                    <a:lnTo>
                      <a:pt x="523" y="95"/>
                    </a:lnTo>
                    <a:close/>
                    <a:moveTo>
                      <a:pt x="232" y="92"/>
                    </a:moveTo>
                    <a:cubicBezTo>
                      <a:pt x="206" y="40"/>
                      <a:pt x="206" y="40"/>
                      <a:pt x="206" y="40"/>
                    </a:cubicBezTo>
                    <a:cubicBezTo>
                      <a:pt x="208" y="38"/>
                      <a:pt x="211" y="37"/>
                      <a:pt x="214" y="36"/>
                    </a:cubicBezTo>
                    <a:cubicBezTo>
                      <a:pt x="239" y="89"/>
                      <a:pt x="239" y="89"/>
                      <a:pt x="239" y="89"/>
                    </a:cubicBezTo>
                    <a:cubicBezTo>
                      <a:pt x="237" y="90"/>
                      <a:pt x="234" y="91"/>
                      <a:pt x="232" y="92"/>
                    </a:cubicBezTo>
                    <a:close/>
                    <a:moveTo>
                      <a:pt x="511" y="89"/>
                    </a:moveTo>
                    <a:cubicBezTo>
                      <a:pt x="509" y="88"/>
                      <a:pt x="507" y="87"/>
                      <a:pt x="504" y="86"/>
                    </a:cubicBezTo>
                    <a:cubicBezTo>
                      <a:pt x="528" y="33"/>
                      <a:pt x="528" y="33"/>
                      <a:pt x="528" y="33"/>
                    </a:cubicBezTo>
                    <a:cubicBezTo>
                      <a:pt x="531" y="34"/>
                      <a:pt x="534" y="35"/>
                      <a:pt x="536" y="36"/>
                    </a:cubicBezTo>
                    <a:lnTo>
                      <a:pt x="511" y="89"/>
                    </a:lnTo>
                    <a:close/>
                    <a:moveTo>
                      <a:pt x="244" y="86"/>
                    </a:moveTo>
                    <a:cubicBezTo>
                      <a:pt x="220" y="33"/>
                      <a:pt x="220" y="33"/>
                      <a:pt x="220" y="33"/>
                    </a:cubicBezTo>
                    <a:cubicBezTo>
                      <a:pt x="223" y="32"/>
                      <a:pt x="225" y="31"/>
                      <a:pt x="228" y="29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49" y="84"/>
                      <a:pt x="247" y="85"/>
                      <a:pt x="244" y="86"/>
                    </a:cubicBezTo>
                    <a:close/>
                    <a:moveTo>
                      <a:pt x="499" y="83"/>
                    </a:moveTo>
                    <a:cubicBezTo>
                      <a:pt x="496" y="83"/>
                      <a:pt x="494" y="82"/>
                      <a:pt x="492" y="81"/>
                    </a:cubicBezTo>
                    <a:cubicBezTo>
                      <a:pt x="514" y="26"/>
                      <a:pt x="514" y="26"/>
                      <a:pt x="514" y="26"/>
                    </a:cubicBezTo>
                    <a:cubicBezTo>
                      <a:pt x="516" y="27"/>
                      <a:pt x="519" y="29"/>
                      <a:pt x="522" y="30"/>
                    </a:cubicBezTo>
                    <a:lnTo>
                      <a:pt x="499" y="83"/>
                    </a:lnTo>
                    <a:close/>
                    <a:moveTo>
                      <a:pt x="257" y="81"/>
                    </a:moveTo>
                    <a:cubicBezTo>
                      <a:pt x="235" y="27"/>
                      <a:pt x="235" y="27"/>
                      <a:pt x="235" y="27"/>
                    </a:cubicBezTo>
                    <a:cubicBezTo>
                      <a:pt x="237" y="26"/>
                      <a:pt x="240" y="24"/>
                      <a:pt x="243" y="23"/>
                    </a:cubicBezTo>
                    <a:cubicBezTo>
                      <a:pt x="263" y="78"/>
                      <a:pt x="263" y="78"/>
                      <a:pt x="263" y="78"/>
                    </a:cubicBezTo>
                    <a:cubicBezTo>
                      <a:pt x="261" y="79"/>
                      <a:pt x="259" y="80"/>
                      <a:pt x="257" y="81"/>
                    </a:cubicBezTo>
                    <a:close/>
                    <a:moveTo>
                      <a:pt x="486" y="78"/>
                    </a:moveTo>
                    <a:cubicBezTo>
                      <a:pt x="484" y="78"/>
                      <a:pt x="482" y="77"/>
                      <a:pt x="479" y="76"/>
                    </a:cubicBezTo>
                    <a:cubicBezTo>
                      <a:pt x="499" y="21"/>
                      <a:pt x="499" y="21"/>
                      <a:pt x="499" y="21"/>
                    </a:cubicBezTo>
                    <a:cubicBezTo>
                      <a:pt x="502" y="22"/>
                      <a:pt x="504" y="23"/>
                      <a:pt x="507" y="24"/>
                    </a:cubicBezTo>
                    <a:lnTo>
                      <a:pt x="486" y="78"/>
                    </a:lnTo>
                    <a:close/>
                    <a:moveTo>
                      <a:pt x="269" y="76"/>
                    </a:moveTo>
                    <a:cubicBezTo>
                      <a:pt x="250" y="21"/>
                      <a:pt x="250" y="21"/>
                      <a:pt x="250" y="21"/>
                    </a:cubicBezTo>
                    <a:cubicBezTo>
                      <a:pt x="252" y="20"/>
                      <a:pt x="255" y="19"/>
                      <a:pt x="258" y="18"/>
                    </a:cubicBezTo>
                    <a:cubicBezTo>
                      <a:pt x="276" y="74"/>
                      <a:pt x="276" y="74"/>
                      <a:pt x="276" y="74"/>
                    </a:cubicBezTo>
                    <a:cubicBezTo>
                      <a:pt x="274" y="75"/>
                      <a:pt x="271" y="75"/>
                      <a:pt x="269" y="76"/>
                    </a:cubicBezTo>
                    <a:close/>
                    <a:moveTo>
                      <a:pt x="474" y="74"/>
                    </a:moveTo>
                    <a:cubicBezTo>
                      <a:pt x="471" y="73"/>
                      <a:pt x="469" y="72"/>
                      <a:pt x="467" y="72"/>
                    </a:cubicBezTo>
                    <a:cubicBezTo>
                      <a:pt x="484" y="16"/>
                      <a:pt x="484" y="16"/>
                      <a:pt x="484" y="16"/>
                    </a:cubicBezTo>
                    <a:cubicBezTo>
                      <a:pt x="486" y="17"/>
                      <a:pt x="489" y="18"/>
                      <a:pt x="492" y="18"/>
                    </a:cubicBezTo>
                    <a:lnTo>
                      <a:pt x="474" y="74"/>
                    </a:lnTo>
                    <a:close/>
                    <a:moveTo>
                      <a:pt x="282" y="72"/>
                    </a:moveTo>
                    <a:cubicBezTo>
                      <a:pt x="265" y="16"/>
                      <a:pt x="265" y="16"/>
                      <a:pt x="265" y="16"/>
                    </a:cubicBezTo>
                    <a:cubicBezTo>
                      <a:pt x="267" y="15"/>
                      <a:pt x="270" y="14"/>
                      <a:pt x="273" y="14"/>
                    </a:cubicBezTo>
                    <a:cubicBezTo>
                      <a:pt x="289" y="70"/>
                      <a:pt x="289" y="70"/>
                      <a:pt x="289" y="70"/>
                    </a:cubicBezTo>
                    <a:cubicBezTo>
                      <a:pt x="286" y="71"/>
                      <a:pt x="284" y="71"/>
                      <a:pt x="282" y="72"/>
                    </a:cubicBezTo>
                    <a:close/>
                    <a:moveTo>
                      <a:pt x="461" y="70"/>
                    </a:moveTo>
                    <a:cubicBezTo>
                      <a:pt x="458" y="69"/>
                      <a:pt x="456" y="69"/>
                      <a:pt x="454" y="68"/>
                    </a:cubicBezTo>
                    <a:cubicBezTo>
                      <a:pt x="468" y="12"/>
                      <a:pt x="468" y="12"/>
                      <a:pt x="468" y="12"/>
                    </a:cubicBezTo>
                    <a:cubicBezTo>
                      <a:pt x="471" y="12"/>
                      <a:pt x="474" y="13"/>
                      <a:pt x="477" y="14"/>
                    </a:cubicBezTo>
                    <a:lnTo>
                      <a:pt x="461" y="70"/>
                    </a:lnTo>
                    <a:close/>
                    <a:moveTo>
                      <a:pt x="295" y="68"/>
                    </a:moveTo>
                    <a:cubicBezTo>
                      <a:pt x="280" y="12"/>
                      <a:pt x="280" y="12"/>
                      <a:pt x="280" y="12"/>
                    </a:cubicBezTo>
                    <a:cubicBezTo>
                      <a:pt x="283" y="11"/>
                      <a:pt x="286" y="10"/>
                      <a:pt x="288" y="10"/>
                    </a:cubicBezTo>
                    <a:cubicBezTo>
                      <a:pt x="302" y="67"/>
                      <a:pt x="302" y="67"/>
                      <a:pt x="302" y="67"/>
                    </a:cubicBezTo>
                    <a:cubicBezTo>
                      <a:pt x="299" y="67"/>
                      <a:pt x="297" y="68"/>
                      <a:pt x="295" y="68"/>
                    </a:cubicBezTo>
                    <a:close/>
                    <a:moveTo>
                      <a:pt x="448" y="67"/>
                    </a:moveTo>
                    <a:cubicBezTo>
                      <a:pt x="445" y="66"/>
                      <a:pt x="443" y="66"/>
                      <a:pt x="441" y="65"/>
                    </a:cubicBezTo>
                    <a:cubicBezTo>
                      <a:pt x="453" y="8"/>
                      <a:pt x="453" y="8"/>
                      <a:pt x="453" y="8"/>
                    </a:cubicBezTo>
                    <a:cubicBezTo>
                      <a:pt x="456" y="8"/>
                      <a:pt x="459" y="9"/>
                      <a:pt x="461" y="10"/>
                    </a:cubicBezTo>
                    <a:lnTo>
                      <a:pt x="448" y="67"/>
                    </a:lnTo>
                    <a:close/>
                    <a:moveTo>
                      <a:pt x="308" y="65"/>
                    </a:moveTo>
                    <a:cubicBezTo>
                      <a:pt x="295" y="8"/>
                      <a:pt x="295" y="8"/>
                      <a:pt x="295" y="8"/>
                    </a:cubicBezTo>
                    <a:cubicBezTo>
                      <a:pt x="298" y="7"/>
                      <a:pt x="301" y="7"/>
                      <a:pt x="304" y="6"/>
                    </a:cubicBezTo>
                    <a:cubicBezTo>
                      <a:pt x="315" y="64"/>
                      <a:pt x="315" y="64"/>
                      <a:pt x="315" y="64"/>
                    </a:cubicBezTo>
                    <a:cubicBezTo>
                      <a:pt x="312" y="64"/>
                      <a:pt x="310" y="65"/>
                      <a:pt x="308" y="65"/>
                    </a:cubicBezTo>
                    <a:close/>
                    <a:moveTo>
                      <a:pt x="435" y="64"/>
                    </a:moveTo>
                    <a:cubicBezTo>
                      <a:pt x="432" y="63"/>
                      <a:pt x="430" y="63"/>
                      <a:pt x="428" y="63"/>
                    </a:cubicBezTo>
                    <a:cubicBezTo>
                      <a:pt x="437" y="5"/>
                      <a:pt x="437" y="5"/>
                      <a:pt x="437" y="5"/>
                    </a:cubicBezTo>
                    <a:cubicBezTo>
                      <a:pt x="440" y="5"/>
                      <a:pt x="443" y="6"/>
                      <a:pt x="446" y="6"/>
                    </a:cubicBezTo>
                    <a:lnTo>
                      <a:pt x="435" y="64"/>
                    </a:lnTo>
                    <a:close/>
                    <a:moveTo>
                      <a:pt x="321" y="63"/>
                    </a:moveTo>
                    <a:cubicBezTo>
                      <a:pt x="311" y="5"/>
                      <a:pt x="311" y="5"/>
                      <a:pt x="311" y="5"/>
                    </a:cubicBezTo>
                    <a:cubicBezTo>
                      <a:pt x="314" y="5"/>
                      <a:pt x="317" y="4"/>
                      <a:pt x="320" y="4"/>
                    </a:cubicBezTo>
                    <a:cubicBezTo>
                      <a:pt x="328" y="61"/>
                      <a:pt x="328" y="61"/>
                      <a:pt x="328" y="61"/>
                    </a:cubicBezTo>
                    <a:cubicBezTo>
                      <a:pt x="326" y="62"/>
                      <a:pt x="323" y="62"/>
                      <a:pt x="321" y="63"/>
                    </a:cubicBezTo>
                    <a:close/>
                    <a:moveTo>
                      <a:pt x="422" y="62"/>
                    </a:moveTo>
                    <a:cubicBezTo>
                      <a:pt x="419" y="61"/>
                      <a:pt x="417" y="61"/>
                      <a:pt x="414" y="61"/>
                    </a:cubicBezTo>
                    <a:cubicBezTo>
                      <a:pt x="422" y="3"/>
                      <a:pt x="422" y="3"/>
                      <a:pt x="422" y="3"/>
                    </a:cubicBezTo>
                    <a:cubicBezTo>
                      <a:pt x="424" y="3"/>
                      <a:pt x="427" y="3"/>
                      <a:pt x="430" y="4"/>
                    </a:cubicBezTo>
                    <a:lnTo>
                      <a:pt x="422" y="62"/>
                    </a:lnTo>
                    <a:close/>
                    <a:moveTo>
                      <a:pt x="334" y="61"/>
                    </a:moveTo>
                    <a:cubicBezTo>
                      <a:pt x="327" y="3"/>
                      <a:pt x="327" y="3"/>
                      <a:pt x="327" y="3"/>
                    </a:cubicBezTo>
                    <a:cubicBezTo>
                      <a:pt x="330" y="2"/>
                      <a:pt x="332" y="2"/>
                      <a:pt x="335" y="2"/>
                    </a:cubicBezTo>
                    <a:cubicBezTo>
                      <a:pt x="341" y="60"/>
                      <a:pt x="341" y="60"/>
                      <a:pt x="341" y="60"/>
                    </a:cubicBezTo>
                    <a:cubicBezTo>
                      <a:pt x="339" y="60"/>
                      <a:pt x="337" y="60"/>
                      <a:pt x="334" y="61"/>
                    </a:cubicBezTo>
                    <a:close/>
                    <a:moveTo>
                      <a:pt x="408" y="60"/>
                    </a:moveTo>
                    <a:cubicBezTo>
                      <a:pt x="406" y="60"/>
                      <a:pt x="403" y="59"/>
                      <a:pt x="401" y="59"/>
                    </a:cubicBezTo>
                    <a:cubicBezTo>
                      <a:pt x="406" y="1"/>
                      <a:pt x="406" y="1"/>
                      <a:pt x="406" y="1"/>
                    </a:cubicBezTo>
                    <a:cubicBezTo>
                      <a:pt x="409" y="1"/>
                      <a:pt x="412" y="1"/>
                      <a:pt x="414" y="2"/>
                    </a:cubicBezTo>
                    <a:lnTo>
                      <a:pt x="408" y="60"/>
                    </a:lnTo>
                    <a:close/>
                    <a:moveTo>
                      <a:pt x="347" y="59"/>
                    </a:moveTo>
                    <a:cubicBezTo>
                      <a:pt x="342" y="1"/>
                      <a:pt x="342" y="1"/>
                      <a:pt x="342" y="1"/>
                    </a:cubicBezTo>
                    <a:cubicBezTo>
                      <a:pt x="345" y="1"/>
                      <a:pt x="348" y="1"/>
                      <a:pt x="351" y="0"/>
                    </a:cubicBezTo>
                    <a:cubicBezTo>
                      <a:pt x="355" y="59"/>
                      <a:pt x="355" y="59"/>
                      <a:pt x="355" y="59"/>
                    </a:cubicBezTo>
                    <a:cubicBezTo>
                      <a:pt x="352" y="59"/>
                      <a:pt x="350" y="59"/>
                      <a:pt x="347" y="59"/>
                    </a:cubicBezTo>
                    <a:close/>
                    <a:moveTo>
                      <a:pt x="395" y="59"/>
                    </a:moveTo>
                    <a:cubicBezTo>
                      <a:pt x="392" y="59"/>
                      <a:pt x="390" y="58"/>
                      <a:pt x="388" y="58"/>
                    </a:cubicBezTo>
                    <a:cubicBezTo>
                      <a:pt x="390" y="0"/>
                      <a:pt x="390" y="0"/>
                      <a:pt x="390" y="0"/>
                    </a:cubicBezTo>
                    <a:cubicBezTo>
                      <a:pt x="393" y="0"/>
                      <a:pt x="396" y="0"/>
                      <a:pt x="399" y="0"/>
                    </a:cubicBezTo>
                    <a:lnTo>
                      <a:pt x="395" y="59"/>
                    </a:lnTo>
                    <a:close/>
                    <a:moveTo>
                      <a:pt x="361" y="58"/>
                    </a:moveTo>
                    <a:cubicBezTo>
                      <a:pt x="358" y="0"/>
                      <a:pt x="358" y="0"/>
                      <a:pt x="358" y="0"/>
                    </a:cubicBezTo>
                    <a:cubicBezTo>
                      <a:pt x="361" y="0"/>
                      <a:pt x="364" y="0"/>
                      <a:pt x="367" y="0"/>
                    </a:cubicBezTo>
                    <a:cubicBezTo>
                      <a:pt x="368" y="58"/>
                      <a:pt x="368" y="58"/>
                      <a:pt x="368" y="58"/>
                    </a:cubicBezTo>
                    <a:cubicBezTo>
                      <a:pt x="366" y="58"/>
                      <a:pt x="363" y="58"/>
                      <a:pt x="361" y="58"/>
                    </a:cubicBezTo>
                    <a:close/>
                    <a:moveTo>
                      <a:pt x="382" y="58"/>
                    </a:moveTo>
                    <a:cubicBezTo>
                      <a:pt x="379" y="58"/>
                      <a:pt x="377" y="58"/>
                      <a:pt x="375" y="58"/>
                    </a:cubicBezTo>
                    <a:cubicBezTo>
                      <a:pt x="374" y="58"/>
                      <a:pt x="374" y="58"/>
                      <a:pt x="374" y="58"/>
                    </a:cubicBezTo>
                    <a:cubicBezTo>
                      <a:pt x="374" y="23"/>
                      <a:pt x="374" y="23"/>
                      <a:pt x="374" y="23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7" y="0"/>
                      <a:pt x="380" y="0"/>
                      <a:pt x="383" y="0"/>
                    </a:cubicBezTo>
                    <a:lnTo>
                      <a:pt x="382" y="58"/>
                    </a:lnTo>
                    <a:close/>
                    <a:moveTo>
                      <a:pt x="374" y="23"/>
                    </a:moveTo>
                    <a:cubicBezTo>
                      <a:pt x="374" y="29"/>
                      <a:pt x="374" y="29"/>
                      <a:pt x="374" y="29"/>
                    </a:cubicBezTo>
                    <a:cubicBezTo>
                      <a:pt x="374" y="24"/>
                      <a:pt x="374" y="24"/>
                      <a:pt x="374" y="24"/>
                    </a:cubicBezTo>
                    <a:lnTo>
                      <a:pt x="374" y="23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10" name="Google Shape;1110;p24"/>
              <p:cNvSpPr/>
              <p:nvPr/>
            </p:nvSpPr>
            <p:spPr>
              <a:xfrm>
                <a:off x="5734050" y="4329113"/>
                <a:ext cx="985838" cy="987424"/>
              </a:xfrm>
              <a:custGeom>
                <a:avLst/>
                <a:gdLst/>
                <a:ahLst/>
                <a:cxnLst/>
                <a:rect l="l" t="t" r="r" b="b"/>
                <a:pathLst>
                  <a:path w="585" h="585" extrusionOk="0">
                    <a:moveTo>
                      <a:pt x="293" y="585"/>
                    </a:moveTo>
                    <a:cubicBezTo>
                      <a:pt x="131" y="585"/>
                      <a:pt x="0" y="454"/>
                      <a:pt x="0" y="293"/>
                    </a:cubicBezTo>
                    <a:cubicBezTo>
                      <a:pt x="0" y="131"/>
                      <a:pt x="131" y="0"/>
                      <a:pt x="293" y="0"/>
                    </a:cubicBezTo>
                    <a:cubicBezTo>
                      <a:pt x="454" y="0"/>
                      <a:pt x="585" y="131"/>
                      <a:pt x="585" y="293"/>
                    </a:cubicBezTo>
                    <a:cubicBezTo>
                      <a:pt x="585" y="454"/>
                      <a:pt x="454" y="585"/>
                      <a:pt x="293" y="585"/>
                    </a:cubicBezTo>
                    <a:close/>
                    <a:moveTo>
                      <a:pt x="293" y="5"/>
                    </a:moveTo>
                    <a:cubicBezTo>
                      <a:pt x="134" y="5"/>
                      <a:pt x="5" y="134"/>
                      <a:pt x="5" y="293"/>
                    </a:cubicBezTo>
                    <a:cubicBezTo>
                      <a:pt x="5" y="451"/>
                      <a:pt x="134" y="580"/>
                      <a:pt x="293" y="580"/>
                    </a:cubicBezTo>
                    <a:cubicBezTo>
                      <a:pt x="451" y="580"/>
                      <a:pt x="580" y="451"/>
                      <a:pt x="580" y="293"/>
                    </a:cubicBezTo>
                    <a:cubicBezTo>
                      <a:pt x="580" y="134"/>
                      <a:pt x="451" y="5"/>
                      <a:pt x="293" y="5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11" name="Google Shape;1111;p24"/>
              <p:cNvSpPr/>
              <p:nvPr/>
            </p:nvSpPr>
            <p:spPr>
              <a:xfrm>
                <a:off x="5738813" y="4333875"/>
                <a:ext cx="974725" cy="976313"/>
              </a:xfrm>
              <a:custGeom>
                <a:avLst/>
                <a:gdLst/>
                <a:ahLst/>
                <a:cxnLst/>
                <a:rect l="l" t="t" r="r" b="b"/>
                <a:pathLst>
                  <a:path w="578" h="579" extrusionOk="0">
                    <a:moveTo>
                      <a:pt x="290" y="0"/>
                    </a:moveTo>
                    <a:cubicBezTo>
                      <a:pt x="289" y="0"/>
                      <a:pt x="289" y="0"/>
                      <a:pt x="289" y="0"/>
                    </a:cubicBezTo>
                    <a:cubicBezTo>
                      <a:pt x="289" y="0"/>
                      <a:pt x="289" y="0"/>
                      <a:pt x="289" y="0"/>
                    </a:cubicBezTo>
                    <a:cubicBezTo>
                      <a:pt x="289" y="0"/>
                      <a:pt x="289" y="0"/>
                      <a:pt x="289" y="0"/>
                    </a:cubicBezTo>
                    <a:cubicBezTo>
                      <a:pt x="289" y="0"/>
                      <a:pt x="289" y="0"/>
                      <a:pt x="289" y="0"/>
                    </a:cubicBezTo>
                    <a:cubicBezTo>
                      <a:pt x="289" y="0"/>
                      <a:pt x="289" y="0"/>
                      <a:pt x="289" y="0"/>
                    </a:cubicBezTo>
                    <a:cubicBezTo>
                      <a:pt x="288" y="0"/>
                      <a:pt x="287" y="0"/>
                      <a:pt x="287" y="0"/>
                    </a:cubicBezTo>
                    <a:cubicBezTo>
                      <a:pt x="287" y="49"/>
                      <a:pt x="287" y="49"/>
                      <a:pt x="287" y="49"/>
                    </a:cubicBezTo>
                    <a:cubicBezTo>
                      <a:pt x="288" y="49"/>
                      <a:pt x="289" y="49"/>
                      <a:pt x="290" y="49"/>
                    </a:cubicBezTo>
                    <a:lnTo>
                      <a:pt x="290" y="0"/>
                    </a:lnTo>
                    <a:close/>
                    <a:moveTo>
                      <a:pt x="234" y="5"/>
                    </a:moveTo>
                    <a:cubicBezTo>
                      <a:pt x="233" y="6"/>
                      <a:pt x="233" y="6"/>
                      <a:pt x="232" y="6"/>
                    </a:cubicBezTo>
                    <a:cubicBezTo>
                      <a:pt x="232" y="6"/>
                      <a:pt x="232" y="6"/>
                      <a:pt x="232" y="6"/>
                    </a:cubicBezTo>
                    <a:cubicBezTo>
                      <a:pt x="232" y="6"/>
                      <a:pt x="232" y="6"/>
                      <a:pt x="232" y="6"/>
                    </a:cubicBezTo>
                    <a:cubicBezTo>
                      <a:pt x="232" y="6"/>
                      <a:pt x="232" y="6"/>
                      <a:pt x="232" y="6"/>
                    </a:cubicBezTo>
                    <a:cubicBezTo>
                      <a:pt x="232" y="6"/>
                      <a:pt x="232" y="6"/>
                      <a:pt x="232" y="6"/>
                    </a:cubicBezTo>
                    <a:cubicBezTo>
                      <a:pt x="231" y="6"/>
                      <a:pt x="231" y="6"/>
                      <a:pt x="231" y="6"/>
                    </a:cubicBezTo>
                    <a:cubicBezTo>
                      <a:pt x="241" y="54"/>
                      <a:pt x="241" y="54"/>
                      <a:pt x="241" y="54"/>
                    </a:cubicBezTo>
                    <a:cubicBezTo>
                      <a:pt x="242" y="54"/>
                      <a:pt x="243" y="54"/>
                      <a:pt x="243" y="54"/>
                    </a:cubicBezTo>
                    <a:lnTo>
                      <a:pt x="234" y="5"/>
                    </a:lnTo>
                    <a:close/>
                    <a:moveTo>
                      <a:pt x="181" y="21"/>
                    </a:moveTo>
                    <a:cubicBezTo>
                      <a:pt x="180" y="22"/>
                      <a:pt x="179" y="22"/>
                      <a:pt x="179" y="22"/>
                    </a:cubicBezTo>
                    <a:cubicBezTo>
                      <a:pt x="179" y="22"/>
                      <a:pt x="179" y="22"/>
                      <a:pt x="179" y="22"/>
                    </a:cubicBezTo>
                    <a:cubicBezTo>
                      <a:pt x="179" y="22"/>
                      <a:pt x="179" y="22"/>
                      <a:pt x="179" y="22"/>
                    </a:cubicBezTo>
                    <a:cubicBezTo>
                      <a:pt x="179" y="22"/>
                      <a:pt x="179" y="22"/>
                      <a:pt x="179" y="22"/>
                    </a:cubicBezTo>
                    <a:cubicBezTo>
                      <a:pt x="179" y="22"/>
                      <a:pt x="179" y="22"/>
                      <a:pt x="179" y="22"/>
                    </a:cubicBezTo>
                    <a:cubicBezTo>
                      <a:pt x="178" y="22"/>
                      <a:pt x="178" y="22"/>
                      <a:pt x="178" y="22"/>
                    </a:cubicBezTo>
                    <a:cubicBezTo>
                      <a:pt x="197" y="68"/>
                      <a:pt x="197" y="68"/>
                      <a:pt x="197" y="68"/>
                    </a:cubicBezTo>
                    <a:cubicBezTo>
                      <a:pt x="198" y="67"/>
                      <a:pt x="198" y="67"/>
                      <a:pt x="199" y="67"/>
                    </a:cubicBezTo>
                    <a:lnTo>
                      <a:pt x="181" y="21"/>
                    </a:lnTo>
                    <a:close/>
                    <a:moveTo>
                      <a:pt x="131" y="47"/>
                    </a:moveTo>
                    <a:cubicBezTo>
                      <a:pt x="131" y="47"/>
                      <a:pt x="130" y="48"/>
                      <a:pt x="130" y="48"/>
                    </a:cubicBezTo>
                    <a:cubicBezTo>
                      <a:pt x="130" y="48"/>
                      <a:pt x="130" y="48"/>
                      <a:pt x="130" y="48"/>
                    </a:cubicBezTo>
                    <a:cubicBezTo>
                      <a:pt x="130" y="48"/>
                      <a:pt x="130" y="48"/>
                      <a:pt x="130" y="48"/>
                    </a:cubicBezTo>
                    <a:cubicBezTo>
                      <a:pt x="130" y="48"/>
                      <a:pt x="130" y="48"/>
                      <a:pt x="130" y="48"/>
                    </a:cubicBezTo>
                    <a:cubicBezTo>
                      <a:pt x="130" y="48"/>
                      <a:pt x="130" y="48"/>
                      <a:pt x="130" y="48"/>
                    </a:cubicBezTo>
                    <a:cubicBezTo>
                      <a:pt x="129" y="48"/>
                      <a:pt x="129" y="48"/>
                      <a:pt x="129" y="48"/>
                    </a:cubicBezTo>
                    <a:cubicBezTo>
                      <a:pt x="129" y="48"/>
                      <a:pt x="129" y="48"/>
                      <a:pt x="129" y="48"/>
                    </a:cubicBezTo>
                    <a:cubicBezTo>
                      <a:pt x="129" y="49"/>
                      <a:pt x="129" y="49"/>
                      <a:pt x="129" y="49"/>
                    </a:cubicBezTo>
                    <a:cubicBezTo>
                      <a:pt x="156" y="90"/>
                      <a:pt x="156" y="90"/>
                      <a:pt x="156" y="90"/>
                    </a:cubicBezTo>
                    <a:cubicBezTo>
                      <a:pt x="157" y="89"/>
                      <a:pt x="157" y="89"/>
                      <a:pt x="158" y="88"/>
                    </a:cubicBezTo>
                    <a:lnTo>
                      <a:pt x="131" y="47"/>
                    </a:lnTo>
                    <a:close/>
                    <a:moveTo>
                      <a:pt x="88" y="82"/>
                    </a:moveTo>
                    <a:cubicBezTo>
                      <a:pt x="87" y="82"/>
                      <a:pt x="87" y="83"/>
                      <a:pt x="87" y="83"/>
                    </a:cubicBezTo>
                    <a:cubicBezTo>
                      <a:pt x="87" y="83"/>
                      <a:pt x="87" y="83"/>
                      <a:pt x="87" y="83"/>
                    </a:cubicBezTo>
                    <a:cubicBezTo>
                      <a:pt x="86" y="83"/>
                      <a:pt x="86" y="83"/>
                      <a:pt x="86" y="83"/>
                    </a:cubicBezTo>
                    <a:cubicBezTo>
                      <a:pt x="86" y="83"/>
                      <a:pt x="86" y="83"/>
                      <a:pt x="86" y="83"/>
                    </a:cubicBezTo>
                    <a:cubicBezTo>
                      <a:pt x="86" y="83"/>
                      <a:pt x="86" y="83"/>
                      <a:pt x="86" y="83"/>
                    </a:cubicBezTo>
                    <a:cubicBezTo>
                      <a:pt x="86" y="84"/>
                      <a:pt x="86" y="84"/>
                      <a:pt x="86" y="84"/>
                    </a:cubicBezTo>
                    <a:cubicBezTo>
                      <a:pt x="120" y="119"/>
                      <a:pt x="120" y="119"/>
                      <a:pt x="120" y="119"/>
                    </a:cubicBezTo>
                    <a:cubicBezTo>
                      <a:pt x="121" y="118"/>
                      <a:pt x="121" y="118"/>
                      <a:pt x="122" y="117"/>
                    </a:cubicBezTo>
                    <a:lnTo>
                      <a:pt x="88" y="82"/>
                    </a:lnTo>
                    <a:close/>
                    <a:moveTo>
                      <a:pt x="52" y="125"/>
                    </a:moveTo>
                    <a:cubicBezTo>
                      <a:pt x="51" y="125"/>
                      <a:pt x="51" y="125"/>
                      <a:pt x="51" y="125"/>
                    </a:cubicBezTo>
                    <a:cubicBezTo>
                      <a:pt x="51" y="125"/>
                      <a:pt x="51" y="125"/>
                      <a:pt x="51" y="125"/>
                    </a:cubicBezTo>
                    <a:cubicBezTo>
                      <a:pt x="51" y="125"/>
                      <a:pt x="51" y="125"/>
                      <a:pt x="51" y="125"/>
                    </a:cubicBezTo>
                    <a:cubicBezTo>
                      <a:pt x="51" y="125"/>
                      <a:pt x="51" y="125"/>
                      <a:pt x="51" y="125"/>
                    </a:cubicBezTo>
                    <a:cubicBezTo>
                      <a:pt x="51" y="125"/>
                      <a:pt x="51" y="125"/>
                      <a:pt x="51" y="125"/>
                    </a:cubicBezTo>
                    <a:cubicBezTo>
                      <a:pt x="51" y="126"/>
                      <a:pt x="51" y="126"/>
                      <a:pt x="51" y="126"/>
                    </a:cubicBezTo>
                    <a:cubicBezTo>
                      <a:pt x="51" y="126"/>
                      <a:pt x="51" y="126"/>
                      <a:pt x="51" y="126"/>
                    </a:cubicBezTo>
                    <a:cubicBezTo>
                      <a:pt x="51" y="126"/>
                      <a:pt x="51" y="126"/>
                      <a:pt x="51" y="126"/>
                    </a:cubicBezTo>
                    <a:cubicBezTo>
                      <a:pt x="51" y="126"/>
                      <a:pt x="51" y="126"/>
                      <a:pt x="51" y="126"/>
                    </a:cubicBezTo>
                    <a:cubicBezTo>
                      <a:pt x="51" y="126"/>
                      <a:pt x="51" y="126"/>
                      <a:pt x="51" y="126"/>
                    </a:cubicBezTo>
                    <a:cubicBezTo>
                      <a:pt x="51" y="126"/>
                      <a:pt x="51" y="126"/>
                      <a:pt x="51" y="126"/>
                    </a:cubicBezTo>
                    <a:cubicBezTo>
                      <a:pt x="51" y="126"/>
                      <a:pt x="51" y="126"/>
                      <a:pt x="51" y="126"/>
                    </a:cubicBezTo>
                    <a:cubicBezTo>
                      <a:pt x="51" y="126"/>
                      <a:pt x="51" y="126"/>
                      <a:pt x="51" y="126"/>
                    </a:cubicBezTo>
                    <a:cubicBezTo>
                      <a:pt x="51" y="126"/>
                      <a:pt x="51" y="126"/>
                      <a:pt x="51" y="126"/>
                    </a:cubicBezTo>
                    <a:cubicBezTo>
                      <a:pt x="50" y="127"/>
                      <a:pt x="50" y="127"/>
                      <a:pt x="50" y="127"/>
                    </a:cubicBezTo>
                    <a:cubicBezTo>
                      <a:pt x="91" y="155"/>
                      <a:pt x="91" y="155"/>
                      <a:pt x="91" y="155"/>
                    </a:cubicBezTo>
                    <a:cubicBezTo>
                      <a:pt x="91" y="154"/>
                      <a:pt x="92" y="153"/>
                      <a:pt x="92" y="153"/>
                    </a:cubicBezTo>
                    <a:lnTo>
                      <a:pt x="52" y="125"/>
                    </a:lnTo>
                    <a:close/>
                    <a:moveTo>
                      <a:pt x="24" y="173"/>
                    </a:moveTo>
                    <a:cubicBezTo>
                      <a:pt x="24" y="173"/>
                      <a:pt x="24" y="173"/>
                      <a:pt x="24" y="173"/>
                    </a:cubicBezTo>
                    <a:cubicBezTo>
                      <a:pt x="24" y="173"/>
                      <a:pt x="24" y="173"/>
                      <a:pt x="24" y="173"/>
                    </a:cubicBezTo>
                    <a:cubicBezTo>
                      <a:pt x="24" y="173"/>
                      <a:pt x="24" y="173"/>
                      <a:pt x="24" y="173"/>
                    </a:cubicBezTo>
                    <a:cubicBezTo>
                      <a:pt x="24" y="174"/>
                      <a:pt x="24" y="175"/>
                      <a:pt x="23" y="176"/>
                    </a:cubicBezTo>
                    <a:cubicBezTo>
                      <a:pt x="23" y="176"/>
                      <a:pt x="23" y="176"/>
                      <a:pt x="23" y="176"/>
                    </a:cubicBezTo>
                    <a:cubicBezTo>
                      <a:pt x="23" y="176"/>
                      <a:pt x="23" y="176"/>
                      <a:pt x="23" y="176"/>
                    </a:cubicBezTo>
                    <a:cubicBezTo>
                      <a:pt x="23" y="176"/>
                      <a:pt x="23" y="176"/>
                      <a:pt x="23" y="176"/>
                    </a:cubicBezTo>
                    <a:cubicBezTo>
                      <a:pt x="23" y="176"/>
                      <a:pt x="23" y="176"/>
                      <a:pt x="23" y="176"/>
                    </a:cubicBezTo>
                    <a:cubicBezTo>
                      <a:pt x="68" y="195"/>
                      <a:pt x="68" y="195"/>
                      <a:pt x="68" y="195"/>
                    </a:cubicBezTo>
                    <a:cubicBezTo>
                      <a:pt x="69" y="194"/>
                      <a:pt x="69" y="194"/>
                      <a:pt x="69" y="193"/>
                    </a:cubicBezTo>
                    <a:lnTo>
                      <a:pt x="24" y="173"/>
                    </a:lnTo>
                    <a:close/>
                    <a:moveTo>
                      <a:pt x="7" y="226"/>
                    </a:moveTo>
                    <a:cubicBezTo>
                      <a:pt x="7" y="227"/>
                      <a:pt x="7" y="227"/>
                      <a:pt x="7" y="228"/>
                    </a:cubicBezTo>
                    <a:cubicBezTo>
                      <a:pt x="7" y="228"/>
                      <a:pt x="7" y="228"/>
                      <a:pt x="7" y="228"/>
                    </a:cubicBezTo>
                    <a:cubicBezTo>
                      <a:pt x="7" y="228"/>
                      <a:pt x="7" y="228"/>
                      <a:pt x="7" y="228"/>
                    </a:cubicBezTo>
                    <a:cubicBezTo>
                      <a:pt x="6" y="229"/>
                      <a:pt x="6" y="229"/>
                      <a:pt x="6" y="229"/>
                    </a:cubicBezTo>
                    <a:cubicBezTo>
                      <a:pt x="54" y="239"/>
                      <a:pt x="54" y="239"/>
                      <a:pt x="54" y="239"/>
                    </a:cubicBezTo>
                    <a:cubicBezTo>
                      <a:pt x="55" y="238"/>
                      <a:pt x="55" y="238"/>
                      <a:pt x="55" y="237"/>
                    </a:cubicBezTo>
                    <a:cubicBezTo>
                      <a:pt x="7" y="226"/>
                      <a:pt x="7" y="226"/>
                      <a:pt x="7" y="226"/>
                    </a:cubicBezTo>
                    <a:close/>
                    <a:moveTo>
                      <a:pt x="0" y="281"/>
                    </a:moveTo>
                    <a:cubicBezTo>
                      <a:pt x="0" y="281"/>
                      <a:pt x="0" y="281"/>
                      <a:pt x="0" y="281"/>
                    </a:cubicBezTo>
                    <a:cubicBezTo>
                      <a:pt x="0" y="282"/>
                      <a:pt x="0" y="282"/>
                      <a:pt x="0" y="282"/>
                    </a:cubicBezTo>
                    <a:cubicBezTo>
                      <a:pt x="0" y="282"/>
                      <a:pt x="0" y="282"/>
                      <a:pt x="0" y="282"/>
                    </a:cubicBezTo>
                    <a:cubicBezTo>
                      <a:pt x="0" y="282"/>
                      <a:pt x="0" y="282"/>
                      <a:pt x="0" y="282"/>
                    </a:cubicBezTo>
                    <a:cubicBezTo>
                      <a:pt x="0" y="282"/>
                      <a:pt x="0" y="282"/>
                      <a:pt x="0" y="282"/>
                    </a:cubicBezTo>
                    <a:cubicBezTo>
                      <a:pt x="0" y="282"/>
                      <a:pt x="0" y="282"/>
                      <a:pt x="0" y="282"/>
                    </a:cubicBezTo>
                    <a:cubicBezTo>
                      <a:pt x="0" y="283"/>
                      <a:pt x="0" y="283"/>
                      <a:pt x="0" y="283"/>
                    </a:cubicBezTo>
                    <a:cubicBezTo>
                      <a:pt x="0" y="283"/>
                      <a:pt x="0" y="283"/>
                      <a:pt x="0" y="283"/>
                    </a:cubicBezTo>
                    <a:cubicBezTo>
                      <a:pt x="0" y="283"/>
                      <a:pt x="0" y="283"/>
                      <a:pt x="0" y="283"/>
                    </a:cubicBezTo>
                    <a:cubicBezTo>
                      <a:pt x="0" y="283"/>
                      <a:pt x="0" y="283"/>
                      <a:pt x="0" y="283"/>
                    </a:cubicBezTo>
                    <a:cubicBezTo>
                      <a:pt x="0" y="283"/>
                      <a:pt x="0" y="283"/>
                      <a:pt x="0" y="283"/>
                    </a:cubicBezTo>
                    <a:cubicBezTo>
                      <a:pt x="0" y="283"/>
                      <a:pt x="0" y="283"/>
                      <a:pt x="0" y="283"/>
                    </a:cubicBezTo>
                    <a:cubicBezTo>
                      <a:pt x="0" y="283"/>
                      <a:pt x="0" y="283"/>
                      <a:pt x="0" y="283"/>
                    </a:cubicBezTo>
                    <a:cubicBezTo>
                      <a:pt x="0" y="283"/>
                      <a:pt x="0" y="283"/>
                      <a:pt x="0" y="283"/>
                    </a:cubicBezTo>
                    <a:cubicBezTo>
                      <a:pt x="0" y="284"/>
                      <a:pt x="0" y="284"/>
                      <a:pt x="0" y="284"/>
                    </a:cubicBezTo>
                    <a:cubicBezTo>
                      <a:pt x="0" y="284"/>
                      <a:pt x="0" y="284"/>
                      <a:pt x="0" y="284"/>
                    </a:cubicBezTo>
                    <a:cubicBezTo>
                      <a:pt x="0" y="284"/>
                      <a:pt x="0" y="284"/>
                      <a:pt x="0" y="284"/>
                    </a:cubicBezTo>
                    <a:cubicBezTo>
                      <a:pt x="0" y="284"/>
                      <a:pt x="0" y="284"/>
                      <a:pt x="0" y="284"/>
                    </a:cubicBezTo>
                    <a:cubicBezTo>
                      <a:pt x="0" y="284"/>
                      <a:pt x="0" y="284"/>
                      <a:pt x="0" y="284"/>
                    </a:cubicBezTo>
                    <a:cubicBezTo>
                      <a:pt x="0" y="284"/>
                      <a:pt x="0" y="284"/>
                      <a:pt x="0" y="284"/>
                    </a:cubicBezTo>
                    <a:cubicBezTo>
                      <a:pt x="49" y="285"/>
                      <a:pt x="49" y="285"/>
                      <a:pt x="49" y="285"/>
                    </a:cubicBezTo>
                    <a:cubicBezTo>
                      <a:pt x="49" y="284"/>
                      <a:pt x="49" y="284"/>
                      <a:pt x="49" y="283"/>
                    </a:cubicBezTo>
                    <a:lnTo>
                      <a:pt x="0" y="281"/>
                    </a:lnTo>
                    <a:close/>
                    <a:moveTo>
                      <a:pt x="52" y="329"/>
                    </a:moveTo>
                    <a:cubicBezTo>
                      <a:pt x="4" y="337"/>
                      <a:pt x="4" y="337"/>
                      <a:pt x="4" y="337"/>
                    </a:cubicBezTo>
                    <a:cubicBezTo>
                      <a:pt x="4" y="338"/>
                      <a:pt x="4" y="338"/>
                      <a:pt x="4" y="338"/>
                    </a:cubicBezTo>
                    <a:cubicBezTo>
                      <a:pt x="4" y="338"/>
                      <a:pt x="4" y="338"/>
                      <a:pt x="4" y="338"/>
                    </a:cubicBezTo>
                    <a:cubicBezTo>
                      <a:pt x="4" y="339"/>
                      <a:pt x="4" y="339"/>
                      <a:pt x="4" y="340"/>
                    </a:cubicBezTo>
                    <a:cubicBezTo>
                      <a:pt x="4" y="340"/>
                      <a:pt x="4" y="340"/>
                      <a:pt x="4" y="340"/>
                    </a:cubicBezTo>
                    <a:cubicBezTo>
                      <a:pt x="4" y="340"/>
                      <a:pt x="4" y="340"/>
                      <a:pt x="4" y="340"/>
                    </a:cubicBezTo>
                    <a:cubicBezTo>
                      <a:pt x="53" y="331"/>
                      <a:pt x="53" y="331"/>
                      <a:pt x="53" y="331"/>
                    </a:cubicBezTo>
                    <a:cubicBezTo>
                      <a:pt x="53" y="331"/>
                      <a:pt x="52" y="330"/>
                      <a:pt x="52" y="329"/>
                    </a:cubicBezTo>
                    <a:close/>
                    <a:moveTo>
                      <a:pt x="64" y="374"/>
                    </a:moveTo>
                    <a:cubicBezTo>
                      <a:pt x="18" y="391"/>
                      <a:pt x="18" y="391"/>
                      <a:pt x="18" y="391"/>
                    </a:cubicBezTo>
                    <a:cubicBezTo>
                      <a:pt x="19" y="392"/>
                      <a:pt x="19" y="393"/>
                      <a:pt x="19" y="394"/>
                    </a:cubicBezTo>
                    <a:cubicBezTo>
                      <a:pt x="65" y="376"/>
                      <a:pt x="65" y="376"/>
                      <a:pt x="65" y="376"/>
                    </a:cubicBezTo>
                    <a:cubicBezTo>
                      <a:pt x="65" y="375"/>
                      <a:pt x="64" y="374"/>
                      <a:pt x="64" y="374"/>
                    </a:cubicBezTo>
                    <a:close/>
                    <a:moveTo>
                      <a:pt x="84" y="415"/>
                    </a:moveTo>
                    <a:cubicBezTo>
                      <a:pt x="43" y="441"/>
                      <a:pt x="43" y="441"/>
                      <a:pt x="43" y="441"/>
                    </a:cubicBezTo>
                    <a:cubicBezTo>
                      <a:pt x="43" y="441"/>
                      <a:pt x="43" y="442"/>
                      <a:pt x="44" y="442"/>
                    </a:cubicBezTo>
                    <a:cubicBezTo>
                      <a:pt x="44" y="443"/>
                      <a:pt x="44" y="443"/>
                      <a:pt x="44" y="443"/>
                    </a:cubicBezTo>
                    <a:cubicBezTo>
                      <a:pt x="44" y="443"/>
                      <a:pt x="44" y="443"/>
                      <a:pt x="44" y="443"/>
                    </a:cubicBezTo>
                    <a:cubicBezTo>
                      <a:pt x="44" y="443"/>
                      <a:pt x="44" y="443"/>
                      <a:pt x="44" y="443"/>
                    </a:cubicBezTo>
                    <a:cubicBezTo>
                      <a:pt x="44" y="443"/>
                      <a:pt x="44" y="443"/>
                      <a:pt x="44" y="443"/>
                    </a:cubicBezTo>
                    <a:cubicBezTo>
                      <a:pt x="44" y="443"/>
                      <a:pt x="44" y="443"/>
                      <a:pt x="44" y="443"/>
                    </a:cubicBezTo>
                    <a:cubicBezTo>
                      <a:pt x="44" y="443"/>
                      <a:pt x="44" y="443"/>
                      <a:pt x="44" y="443"/>
                    </a:cubicBezTo>
                    <a:cubicBezTo>
                      <a:pt x="44" y="443"/>
                      <a:pt x="44" y="443"/>
                      <a:pt x="44" y="443"/>
                    </a:cubicBezTo>
                    <a:cubicBezTo>
                      <a:pt x="86" y="417"/>
                      <a:pt x="86" y="417"/>
                      <a:pt x="86" y="417"/>
                    </a:cubicBezTo>
                    <a:cubicBezTo>
                      <a:pt x="85" y="417"/>
                      <a:pt x="85" y="416"/>
                      <a:pt x="84" y="415"/>
                    </a:cubicBezTo>
                    <a:close/>
                    <a:moveTo>
                      <a:pt x="112" y="452"/>
                    </a:moveTo>
                    <a:cubicBezTo>
                      <a:pt x="76" y="485"/>
                      <a:pt x="76" y="485"/>
                      <a:pt x="76" y="485"/>
                    </a:cubicBezTo>
                    <a:cubicBezTo>
                      <a:pt x="77" y="486"/>
                      <a:pt x="77" y="486"/>
                      <a:pt x="77" y="486"/>
                    </a:cubicBezTo>
                    <a:cubicBezTo>
                      <a:pt x="77" y="486"/>
                      <a:pt x="77" y="486"/>
                      <a:pt x="77" y="486"/>
                    </a:cubicBezTo>
                    <a:cubicBezTo>
                      <a:pt x="77" y="486"/>
                      <a:pt x="77" y="486"/>
                      <a:pt x="77" y="486"/>
                    </a:cubicBezTo>
                    <a:cubicBezTo>
                      <a:pt x="77" y="486"/>
                      <a:pt x="77" y="486"/>
                      <a:pt x="77" y="486"/>
                    </a:cubicBezTo>
                    <a:cubicBezTo>
                      <a:pt x="77" y="486"/>
                      <a:pt x="77" y="486"/>
                      <a:pt x="77" y="486"/>
                    </a:cubicBezTo>
                    <a:cubicBezTo>
                      <a:pt x="77" y="487"/>
                      <a:pt x="78" y="487"/>
                      <a:pt x="78" y="487"/>
                    </a:cubicBezTo>
                    <a:cubicBezTo>
                      <a:pt x="78" y="487"/>
                      <a:pt x="78" y="487"/>
                      <a:pt x="78" y="487"/>
                    </a:cubicBezTo>
                    <a:cubicBezTo>
                      <a:pt x="78" y="487"/>
                      <a:pt x="78" y="487"/>
                      <a:pt x="78" y="487"/>
                    </a:cubicBezTo>
                    <a:cubicBezTo>
                      <a:pt x="78" y="488"/>
                      <a:pt x="78" y="488"/>
                      <a:pt x="78" y="488"/>
                    </a:cubicBezTo>
                    <a:cubicBezTo>
                      <a:pt x="78" y="488"/>
                      <a:pt x="78" y="488"/>
                      <a:pt x="78" y="488"/>
                    </a:cubicBezTo>
                    <a:cubicBezTo>
                      <a:pt x="114" y="454"/>
                      <a:pt x="114" y="454"/>
                      <a:pt x="114" y="454"/>
                    </a:cubicBezTo>
                    <a:cubicBezTo>
                      <a:pt x="113" y="453"/>
                      <a:pt x="113" y="453"/>
                      <a:pt x="112" y="452"/>
                    </a:cubicBezTo>
                    <a:close/>
                    <a:moveTo>
                      <a:pt x="147" y="483"/>
                    </a:moveTo>
                    <a:cubicBezTo>
                      <a:pt x="118" y="523"/>
                      <a:pt x="118" y="523"/>
                      <a:pt x="118" y="523"/>
                    </a:cubicBezTo>
                    <a:cubicBezTo>
                      <a:pt x="119" y="523"/>
                      <a:pt x="119" y="523"/>
                      <a:pt x="119" y="523"/>
                    </a:cubicBezTo>
                    <a:cubicBezTo>
                      <a:pt x="119" y="523"/>
                      <a:pt x="119" y="523"/>
                      <a:pt x="119" y="523"/>
                    </a:cubicBezTo>
                    <a:cubicBezTo>
                      <a:pt x="119" y="523"/>
                      <a:pt x="119" y="523"/>
                      <a:pt x="119" y="523"/>
                    </a:cubicBezTo>
                    <a:cubicBezTo>
                      <a:pt x="119" y="524"/>
                      <a:pt x="119" y="524"/>
                      <a:pt x="119" y="524"/>
                    </a:cubicBezTo>
                    <a:cubicBezTo>
                      <a:pt x="119" y="524"/>
                      <a:pt x="119" y="524"/>
                      <a:pt x="119" y="524"/>
                    </a:cubicBezTo>
                    <a:cubicBezTo>
                      <a:pt x="120" y="524"/>
                      <a:pt x="120" y="524"/>
                      <a:pt x="120" y="524"/>
                    </a:cubicBezTo>
                    <a:cubicBezTo>
                      <a:pt x="120" y="524"/>
                      <a:pt x="120" y="524"/>
                      <a:pt x="120" y="524"/>
                    </a:cubicBezTo>
                    <a:cubicBezTo>
                      <a:pt x="149" y="485"/>
                      <a:pt x="149" y="485"/>
                      <a:pt x="149" y="485"/>
                    </a:cubicBezTo>
                    <a:cubicBezTo>
                      <a:pt x="148" y="484"/>
                      <a:pt x="147" y="484"/>
                      <a:pt x="147" y="483"/>
                    </a:cubicBezTo>
                    <a:close/>
                    <a:moveTo>
                      <a:pt x="187" y="507"/>
                    </a:moveTo>
                    <a:cubicBezTo>
                      <a:pt x="165" y="551"/>
                      <a:pt x="165" y="551"/>
                      <a:pt x="165" y="551"/>
                    </a:cubicBezTo>
                    <a:cubicBezTo>
                      <a:pt x="166" y="552"/>
                      <a:pt x="167" y="552"/>
                      <a:pt x="167" y="552"/>
                    </a:cubicBezTo>
                    <a:cubicBezTo>
                      <a:pt x="167" y="552"/>
                      <a:pt x="167" y="552"/>
                      <a:pt x="167" y="552"/>
                    </a:cubicBezTo>
                    <a:cubicBezTo>
                      <a:pt x="168" y="552"/>
                      <a:pt x="168" y="552"/>
                      <a:pt x="168" y="552"/>
                    </a:cubicBezTo>
                    <a:cubicBezTo>
                      <a:pt x="168" y="552"/>
                      <a:pt x="168" y="552"/>
                      <a:pt x="168" y="552"/>
                    </a:cubicBezTo>
                    <a:cubicBezTo>
                      <a:pt x="168" y="552"/>
                      <a:pt x="168" y="552"/>
                      <a:pt x="168" y="552"/>
                    </a:cubicBezTo>
                    <a:cubicBezTo>
                      <a:pt x="168" y="553"/>
                      <a:pt x="168" y="553"/>
                      <a:pt x="168" y="553"/>
                    </a:cubicBezTo>
                    <a:cubicBezTo>
                      <a:pt x="189" y="508"/>
                      <a:pt x="189" y="508"/>
                      <a:pt x="189" y="508"/>
                    </a:cubicBezTo>
                    <a:cubicBezTo>
                      <a:pt x="188" y="508"/>
                      <a:pt x="187" y="507"/>
                      <a:pt x="187" y="507"/>
                    </a:cubicBezTo>
                    <a:close/>
                    <a:moveTo>
                      <a:pt x="230" y="523"/>
                    </a:moveTo>
                    <a:cubicBezTo>
                      <a:pt x="218" y="570"/>
                      <a:pt x="218" y="570"/>
                      <a:pt x="218" y="570"/>
                    </a:cubicBezTo>
                    <a:cubicBezTo>
                      <a:pt x="218" y="570"/>
                      <a:pt x="218" y="570"/>
                      <a:pt x="218" y="570"/>
                    </a:cubicBezTo>
                    <a:cubicBezTo>
                      <a:pt x="218" y="570"/>
                      <a:pt x="218" y="570"/>
                      <a:pt x="218" y="570"/>
                    </a:cubicBezTo>
                    <a:cubicBezTo>
                      <a:pt x="218" y="570"/>
                      <a:pt x="218" y="570"/>
                      <a:pt x="218" y="570"/>
                    </a:cubicBezTo>
                    <a:cubicBezTo>
                      <a:pt x="218" y="570"/>
                      <a:pt x="218" y="570"/>
                      <a:pt x="218" y="570"/>
                    </a:cubicBezTo>
                    <a:cubicBezTo>
                      <a:pt x="218" y="570"/>
                      <a:pt x="218" y="570"/>
                      <a:pt x="218" y="570"/>
                    </a:cubicBezTo>
                    <a:cubicBezTo>
                      <a:pt x="219" y="570"/>
                      <a:pt x="219" y="570"/>
                      <a:pt x="219" y="570"/>
                    </a:cubicBezTo>
                    <a:cubicBezTo>
                      <a:pt x="219" y="570"/>
                      <a:pt x="219" y="570"/>
                      <a:pt x="219" y="570"/>
                    </a:cubicBezTo>
                    <a:cubicBezTo>
                      <a:pt x="219" y="570"/>
                      <a:pt x="219" y="570"/>
                      <a:pt x="219" y="570"/>
                    </a:cubicBezTo>
                    <a:cubicBezTo>
                      <a:pt x="219" y="570"/>
                      <a:pt x="219" y="570"/>
                      <a:pt x="219" y="570"/>
                    </a:cubicBezTo>
                    <a:cubicBezTo>
                      <a:pt x="219" y="571"/>
                      <a:pt x="219" y="571"/>
                      <a:pt x="219" y="571"/>
                    </a:cubicBezTo>
                    <a:cubicBezTo>
                      <a:pt x="219" y="571"/>
                      <a:pt x="219" y="571"/>
                      <a:pt x="219" y="571"/>
                    </a:cubicBezTo>
                    <a:cubicBezTo>
                      <a:pt x="219" y="571"/>
                      <a:pt x="219" y="571"/>
                      <a:pt x="219" y="571"/>
                    </a:cubicBezTo>
                    <a:cubicBezTo>
                      <a:pt x="220" y="571"/>
                      <a:pt x="220" y="571"/>
                      <a:pt x="221" y="571"/>
                    </a:cubicBezTo>
                    <a:cubicBezTo>
                      <a:pt x="232" y="523"/>
                      <a:pt x="232" y="523"/>
                      <a:pt x="232" y="523"/>
                    </a:cubicBezTo>
                    <a:cubicBezTo>
                      <a:pt x="232" y="523"/>
                      <a:pt x="231" y="523"/>
                      <a:pt x="230" y="523"/>
                    </a:cubicBezTo>
                    <a:close/>
                    <a:moveTo>
                      <a:pt x="276" y="530"/>
                    </a:moveTo>
                    <a:cubicBezTo>
                      <a:pt x="273" y="579"/>
                      <a:pt x="273" y="579"/>
                      <a:pt x="273" y="579"/>
                    </a:cubicBezTo>
                    <a:cubicBezTo>
                      <a:pt x="273" y="579"/>
                      <a:pt x="273" y="579"/>
                      <a:pt x="273" y="579"/>
                    </a:cubicBezTo>
                    <a:cubicBezTo>
                      <a:pt x="273" y="579"/>
                      <a:pt x="273" y="579"/>
                      <a:pt x="273" y="579"/>
                    </a:cubicBezTo>
                    <a:cubicBezTo>
                      <a:pt x="274" y="579"/>
                      <a:pt x="274" y="579"/>
                      <a:pt x="274" y="579"/>
                    </a:cubicBezTo>
                    <a:cubicBezTo>
                      <a:pt x="274" y="579"/>
                      <a:pt x="274" y="579"/>
                      <a:pt x="274" y="579"/>
                    </a:cubicBezTo>
                    <a:cubicBezTo>
                      <a:pt x="274" y="579"/>
                      <a:pt x="274" y="579"/>
                      <a:pt x="274" y="579"/>
                    </a:cubicBezTo>
                    <a:cubicBezTo>
                      <a:pt x="274" y="579"/>
                      <a:pt x="275" y="579"/>
                      <a:pt x="276" y="579"/>
                    </a:cubicBezTo>
                    <a:cubicBezTo>
                      <a:pt x="278" y="530"/>
                      <a:pt x="278" y="530"/>
                      <a:pt x="278" y="530"/>
                    </a:cubicBezTo>
                    <a:cubicBezTo>
                      <a:pt x="277" y="530"/>
                      <a:pt x="277" y="530"/>
                      <a:pt x="276" y="530"/>
                    </a:cubicBezTo>
                    <a:close/>
                    <a:moveTo>
                      <a:pt x="325" y="528"/>
                    </a:moveTo>
                    <a:cubicBezTo>
                      <a:pt x="324" y="528"/>
                      <a:pt x="323" y="528"/>
                      <a:pt x="322" y="528"/>
                    </a:cubicBezTo>
                    <a:cubicBezTo>
                      <a:pt x="329" y="577"/>
                      <a:pt x="329" y="577"/>
                      <a:pt x="329" y="577"/>
                    </a:cubicBezTo>
                    <a:cubicBezTo>
                      <a:pt x="329" y="577"/>
                      <a:pt x="329" y="577"/>
                      <a:pt x="329" y="577"/>
                    </a:cubicBezTo>
                    <a:cubicBezTo>
                      <a:pt x="330" y="576"/>
                      <a:pt x="331" y="576"/>
                      <a:pt x="332" y="576"/>
                    </a:cubicBezTo>
                    <a:lnTo>
                      <a:pt x="325" y="528"/>
                    </a:lnTo>
                    <a:close/>
                    <a:moveTo>
                      <a:pt x="369" y="516"/>
                    </a:moveTo>
                    <a:cubicBezTo>
                      <a:pt x="369" y="517"/>
                      <a:pt x="368" y="517"/>
                      <a:pt x="367" y="517"/>
                    </a:cubicBezTo>
                    <a:cubicBezTo>
                      <a:pt x="383" y="564"/>
                      <a:pt x="383" y="564"/>
                      <a:pt x="383" y="564"/>
                    </a:cubicBezTo>
                    <a:cubicBezTo>
                      <a:pt x="384" y="563"/>
                      <a:pt x="384" y="563"/>
                      <a:pt x="384" y="563"/>
                    </a:cubicBezTo>
                    <a:cubicBezTo>
                      <a:pt x="384" y="563"/>
                      <a:pt x="384" y="563"/>
                      <a:pt x="384" y="563"/>
                    </a:cubicBezTo>
                    <a:cubicBezTo>
                      <a:pt x="384" y="563"/>
                      <a:pt x="384" y="563"/>
                      <a:pt x="384" y="563"/>
                    </a:cubicBezTo>
                    <a:cubicBezTo>
                      <a:pt x="385" y="563"/>
                      <a:pt x="385" y="563"/>
                      <a:pt x="386" y="563"/>
                    </a:cubicBezTo>
                    <a:lnTo>
                      <a:pt x="369" y="516"/>
                    </a:lnTo>
                    <a:close/>
                    <a:moveTo>
                      <a:pt x="411" y="497"/>
                    </a:moveTo>
                    <a:cubicBezTo>
                      <a:pt x="411" y="497"/>
                      <a:pt x="410" y="498"/>
                      <a:pt x="409" y="498"/>
                    </a:cubicBezTo>
                    <a:cubicBezTo>
                      <a:pt x="434" y="541"/>
                      <a:pt x="434" y="541"/>
                      <a:pt x="434" y="541"/>
                    </a:cubicBezTo>
                    <a:cubicBezTo>
                      <a:pt x="434" y="541"/>
                      <a:pt x="434" y="541"/>
                      <a:pt x="434" y="541"/>
                    </a:cubicBezTo>
                    <a:cubicBezTo>
                      <a:pt x="434" y="541"/>
                      <a:pt x="434" y="541"/>
                      <a:pt x="434" y="541"/>
                    </a:cubicBezTo>
                    <a:cubicBezTo>
                      <a:pt x="434" y="541"/>
                      <a:pt x="434" y="541"/>
                      <a:pt x="434" y="541"/>
                    </a:cubicBezTo>
                    <a:cubicBezTo>
                      <a:pt x="435" y="540"/>
                      <a:pt x="436" y="540"/>
                      <a:pt x="436" y="539"/>
                    </a:cubicBezTo>
                    <a:lnTo>
                      <a:pt x="411" y="497"/>
                    </a:lnTo>
                    <a:close/>
                    <a:moveTo>
                      <a:pt x="449" y="470"/>
                    </a:moveTo>
                    <a:cubicBezTo>
                      <a:pt x="448" y="470"/>
                      <a:pt x="448" y="471"/>
                      <a:pt x="447" y="471"/>
                    </a:cubicBezTo>
                    <a:cubicBezTo>
                      <a:pt x="479" y="508"/>
                      <a:pt x="479" y="508"/>
                      <a:pt x="479" y="508"/>
                    </a:cubicBezTo>
                    <a:cubicBezTo>
                      <a:pt x="480" y="508"/>
                      <a:pt x="480" y="508"/>
                      <a:pt x="480" y="508"/>
                    </a:cubicBezTo>
                    <a:cubicBezTo>
                      <a:pt x="480" y="507"/>
                      <a:pt x="480" y="507"/>
                      <a:pt x="480" y="507"/>
                    </a:cubicBezTo>
                    <a:cubicBezTo>
                      <a:pt x="480" y="507"/>
                      <a:pt x="480" y="507"/>
                      <a:pt x="480" y="507"/>
                    </a:cubicBezTo>
                    <a:cubicBezTo>
                      <a:pt x="481" y="507"/>
                      <a:pt x="481" y="507"/>
                      <a:pt x="481" y="507"/>
                    </a:cubicBezTo>
                    <a:lnTo>
                      <a:pt x="449" y="470"/>
                    </a:lnTo>
                    <a:close/>
                    <a:moveTo>
                      <a:pt x="480" y="436"/>
                    </a:moveTo>
                    <a:cubicBezTo>
                      <a:pt x="480" y="437"/>
                      <a:pt x="479" y="437"/>
                      <a:pt x="479" y="438"/>
                    </a:cubicBezTo>
                    <a:cubicBezTo>
                      <a:pt x="518" y="468"/>
                      <a:pt x="518" y="468"/>
                      <a:pt x="518" y="468"/>
                    </a:cubicBezTo>
                    <a:cubicBezTo>
                      <a:pt x="518" y="467"/>
                      <a:pt x="519" y="467"/>
                      <a:pt x="519" y="466"/>
                    </a:cubicBezTo>
                    <a:cubicBezTo>
                      <a:pt x="519" y="466"/>
                      <a:pt x="519" y="466"/>
                      <a:pt x="519" y="466"/>
                    </a:cubicBezTo>
                    <a:cubicBezTo>
                      <a:pt x="519" y="466"/>
                      <a:pt x="519" y="466"/>
                      <a:pt x="519" y="466"/>
                    </a:cubicBezTo>
                    <a:cubicBezTo>
                      <a:pt x="519" y="466"/>
                      <a:pt x="519" y="466"/>
                      <a:pt x="519" y="466"/>
                    </a:cubicBezTo>
                    <a:cubicBezTo>
                      <a:pt x="519" y="466"/>
                      <a:pt x="519" y="466"/>
                      <a:pt x="519" y="466"/>
                    </a:cubicBezTo>
                    <a:lnTo>
                      <a:pt x="480" y="436"/>
                    </a:lnTo>
                    <a:close/>
                    <a:moveTo>
                      <a:pt x="505" y="397"/>
                    </a:moveTo>
                    <a:cubicBezTo>
                      <a:pt x="505" y="397"/>
                      <a:pt x="504" y="398"/>
                      <a:pt x="504" y="399"/>
                    </a:cubicBezTo>
                    <a:cubicBezTo>
                      <a:pt x="548" y="421"/>
                      <a:pt x="548" y="421"/>
                      <a:pt x="548" y="421"/>
                    </a:cubicBezTo>
                    <a:cubicBezTo>
                      <a:pt x="548" y="421"/>
                      <a:pt x="548" y="420"/>
                      <a:pt x="548" y="420"/>
                    </a:cubicBezTo>
                    <a:cubicBezTo>
                      <a:pt x="548" y="420"/>
                      <a:pt x="548" y="420"/>
                      <a:pt x="548" y="420"/>
                    </a:cubicBezTo>
                    <a:cubicBezTo>
                      <a:pt x="548" y="419"/>
                      <a:pt x="548" y="419"/>
                      <a:pt x="548" y="419"/>
                    </a:cubicBezTo>
                    <a:cubicBezTo>
                      <a:pt x="548" y="419"/>
                      <a:pt x="548" y="419"/>
                      <a:pt x="548" y="419"/>
                    </a:cubicBezTo>
                    <a:cubicBezTo>
                      <a:pt x="548" y="419"/>
                      <a:pt x="548" y="419"/>
                      <a:pt x="548" y="419"/>
                    </a:cubicBezTo>
                    <a:cubicBezTo>
                      <a:pt x="549" y="418"/>
                      <a:pt x="549" y="418"/>
                      <a:pt x="549" y="418"/>
                    </a:cubicBezTo>
                    <a:lnTo>
                      <a:pt x="505" y="397"/>
                    </a:lnTo>
                    <a:close/>
                    <a:moveTo>
                      <a:pt x="521" y="353"/>
                    </a:moveTo>
                    <a:cubicBezTo>
                      <a:pt x="521" y="354"/>
                      <a:pt x="521" y="355"/>
                      <a:pt x="521" y="356"/>
                    </a:cubicBezTo>
                    <a:cubicBezTo>
                      <a:pt x="568" y="369"/>
                      <a:pt x="568" y="369"/>
                      <a:pt x="568" y="369"/>
                    </a:cubicBezTo>
                    <a:cubicBezTo>
                      <a:pt x="568" y="368"/>
                      <a:pt x="568" y="367"/>
                      <a:pt x="569" y="366"/>
                    </a:cubicBezTo>
                    <a:lnTo>
                      <a:pt x="521" y="353"/>
                    </a:lnTo>
                    <a:close/>
                    <a:moveTo>
                      <a:pt x="529" y="308"/>
                    </a:moveTo>
                    <a:cubicBezTo>
                      <a:pt x="529" y="309"/>
                      <a:pt x="529" y="309"/>
                      <a:pt x="529" y="310"/>
                    </a:cubicBezTo>
                    <a:cubicBezTo>
                      <a:pt x="578" y="314"/>
                      <a:pt x="578" y="314"/>
                      <a:pt x="578" y="314"/>
                    </a:cubicBezTo>
                    <a:cubicBezTo>
                      <a:pt x="578" y="314"/>
                      <a:pt x="578" y="314"/>
                      <a:pt x="578" y="314"/>
                    </a:cubicBezTo>
                    <a:cubicBezTo>
                      <a:pt x="578" y="314"/>
                      <a:pt x="578" y="314"/>
                      <a:pt x="578" y="314"/>
                    </a:cubicBezTo>
                    <a:cubicBezTo>
                      <a:pt x="578" y="314"/>
                      <a:pt x="578" y="314"/>
                      <a:pt x="578" y="314"/>
                    </a:cubicBezTo>
                    <a:cubicBezTo>
                      <a:pt x="578" y="314"/>
                      <a:pt x="578" y="314"/>
                      <a:pt x="578" y="314"/>
                    </a:cubicBezTo>
                    <a:cubicBezTo>
                      <a:pt x="578" y="314"/>
                      <a:pt x="578" y="314"/>
                      <a:pt x="578" y="314"/>
                    </a:cubicBezTo>
                    <a:cubicBezTo>
                      <a:pt x="578" y="314"/>
                      <a:pt x="578" y="314"/>
                      <a:pt x="578" y="314"/>
                    </a:cubicBezTo>
                    <a:cubicBezTo>
                      <a:pt x="578" y="313"/>
                      <a:pt x="578" y="312"/>
                      <a:pt x="578" y="311"/>
                    </a:cubicBezTo>
                    <a:lnTo>
                      <a:pt x="529" y="308"/>
                    </a:lnTo>
                    <a:close/>
                    <a:moveTo>
                      <a:pt x="577" y="256"/>
                    </a:moveTo>
                    <a:cubicBezTo>
                      <a:pt x="528" y="261"/>
                      <a:pt x="528" y="261"/>
                      <a:pt x="528" y="261"/>
                    </a:cubicBezTo>
                    <a:cubicBezTo>
                      <a:pt x="528" y="262"/>
                      <a:pt x="528" y="263"/>
                      <a:pt x="529" y="264"/>
                    </a:cubicBezTo>
                    <a:cubicBezTo>
                      <a:pt x="577" y="259"/>
                      <a:pt x="577" y="259"/>
                      <a:pt x="577" y="259"/>
                    </a:cubicBezTo>
                    <a:cubicBezTo>
                      <a:pt x="577" y="258"/>
                      <a:pt x="577" y="257"/>
                      <a:pt x="577" y="256"/>
                    </a:cubicBezTo>
                    <a:cubicBezTo>
                      <a:pt x="577" y="256"/>
                      <a:pt x="577" y="256"/>
                      <a:pt x="577" y="256"/>
                    </a:cubicBezTo>
                    <a:cubicBezTo>
                      <a:pt x="577" y="256"/>
                      <a:pt x="577" y="256"/>
                      <a:pt x="577" y="256"/>
                    </a:cubicBezTo>
                    <a:cubicBezTo>
                      <a:pt x="577" y="256"/>
                      <a:pt x="577" y="256"/>
                      <a:pt x="577" y="256"/>
                    </a:cubicBezTo>
                    <a:close/>
                    <a:moveTo>
                      <a:pt x="565" y="201"/>
                    </a:moveTo>
                    <a:cubicBezTo>
                      <a:pt x="519" y="216"/>
                      <a:pt x="519" y="216"/>
                      <a:pt x="519" y="216"/>
                    </a:cubicBezTo>
                    <a:cubicBezTo>
                      <a:pt x="519" y="217"/>
                      <a:pt x="519" y="218"/>
                      <a:pt x="519" y="219"/>
                    </a:cubicBezTo>
                    <a:cubicBezTo>
                      <a:pt x="566" y="204"/>
                      <a:pt x="566" y="204"/>
                      <a:pt x="566" y="204"/>
                    </a:cubicBezTo>
                    <a:cubicBezTo>
                      <a:pt x="566" y="203"/>
                      <a:pt x="566" y="202"/>
                      <a:pt x="565" y="201"/>
                    </a:cubicBezTo>
                    <a:close/>
                    <a:moveTo>
                      <a:pt x="543" y="150"/>
                    </a:moveTo>
                    <a:cubicBezTo>
                      <a:pt x="500" y="174"/>
                      <a:pt x="500" y="174"/>
                      <a:pt x="500" y="174"/>
                    </a:cubicBezTo>
                    <a:cubicBezTo>
                      <a:pt x="501" y="175"/>
                      <a:pt x="501" y="175"/>
                      <a:pt x="501" y="176"/>
                    </a:cubicBezTo>
                    <a:cubicBezTo>
                      <a:pt x="545" y="153"/>
                      <a:pt x="545" y="153"/>
                      <a:pt x="545" y="153"/>
                    </a:cubicBezTo>
                    <a:cubicBezTo>
                      <a:pt x="544" y="152"/>
                      <a:pt x="544" y="151"/>
                      <a:pt x="543" y="150"/>
                    </a:cubicBezTo>
                    <a:close/>
                    <a:moveTo>
                      <a:pt x="512" y="104"/>
                    </a:moveTo>
                    <a:cubicBezTo>
                      <a:pt x="474" y="136"/>
                      <a:pt x="474" y="136"/>
                      <a:pt x="474" y="136"/>
                    </a:cubicBezTo>
                    <a:cubicBezTo>
                      <a:pt x="475" y="136"/>
                      <a:pt x="475" y="137"/>
                      <a:pt x="476" y="137"/>
                    </a:cubicBezTo>
                    <a:cubicBezTo>
                      <a:pt x="514" y="106"/>
                      <a:pt x="514" y="106"/>
                      <a:pt x="514" y="106"/>
                    </a:cubicBezTo>
                    <a:cubicBezTo>
                      <a:pt x="513" y="106"/>
                      <a:pt x="513" y="106"/>
                      <a:pt x="513" y="106"/>
                    </a:cubicBezTo>
                    <a:cubicBezTo>
                      <a:pt x="513" y="106"/>
                      <a:pt x="513" y="106"/>
                      <a:pt x="513" y="106"/>
                    </a:cubicBezTo>
                    <a:cubicBezTo>
                      <a:pt x="513" y="106"/>
                      <a:pt x="513" y="106"/>
                      <a:pt x="513" y="106"/>
                    </a:cubicBezTo>
                    <a:cubicBezTo>
                      <a:pt x="513" y="106"/>
                      <a:pt x="513" y="106"/>
                      <a:pt x="513" y="106"/>
                    </a:cubicBezTo>
                    <a:cubicBezTo>
                      <a:pt x="513" y="106"/>
                      <a:pt x="513" y="106"/>
                      <a:pt x="513" y="106"/>
                    </a:cubicBezTo>
                    <a:cubicBezTo>
                      <a:pt x="513" y="106"/>
                      <a:pt x="513" y="106"/>
                      <a:pt x="513" y="106"/>
                    </a:cubicBezTo>
                    <a:cubicBezTo>
                      <a:pt x="513" y="106"/>
                      <a:pt x="513" y="106"/>
                      <a:pt x="513" y="106"/>
                    </a:cubicBezTo>
                    <a:cubicBezTo>
                      <a:pt x="513" y="106"/>
                      <a:pt x="513" y="106"/>
                      <a:pt x="513" y="106"/>
                    </a:cubicBezTo>
                    <a:cubicBezTo>
                      <a:pt x="513" y="106"/>
                      <a:pt x="513" y="106"/>
                      <a:pt x="513" y="106"/>
                    </a:cubicBezTo>
                    <a:cubicBezTo>
                      <a:pt x="513" y="105"/>
                      <a:pt x="512" y="105"/>
                      <a:pt x="512" y="104"/>
                    </a:cubicBezTo>
                    <a:close/>
                    <a:moveTo>
                      <a:pt x="472" y="65"/>
                    </a:moveTo>
                    <a:cubicBezTo>
                      <a:pt x="441" y="103"/>
                      <a:pt x="441" y="103"/>
                      <a:pt x="441" y="103"/>
                    </a:cubicBezTo>
                    <a:cubicBezTo>
                      <a:pt x="442" y="104"/>
                      <a:pt x="442" y="104"/>
                      <a:pt x="443" y="105"/>
                    </a:cubicBezTo>
                    <a:cubicBezTo>
                      <a:pt x="474" y="67"/>
                      <a:pt x="474" y="67"/>
                      <a:pt x="474" y="67"/>
                    </a:cubicBezTo>
                    <a:cubicBezTo>
                      <a:pt x="473" y="66"/>
                      <a:pt x="473" y="66"/>
                      <a:pt x="473" y="66"/>
                    </a:cubicBezTo>
                    <a:cubicBezTo>
                      <a:pt x="473" y="66"/>
                      <a:pt x="473" y="66"/>
                      <a:pt x="473" y="66"/>
                    </a:cubicBezTo>
                    <a:cubicBezTo>
                      <a:pt x="473" y="66"/>
                      <a:pt x="473" y="66"/>
                      <a:pt x="473" y="66"/>
                    </a:cubicBezTo>
                    <a:cubicBezTo>
                      <a:pt x="473" y="66"/>
                      <a:pt x="473" y="66"/>
                      <a:pt x="473" y="66"/>
                    </a:cubicBezTo>
                    <a:cubicBezTo>
                      <a:pt x="473" y="66"/>
                      <a:pt x="473" y="66"/>
                      <a:pt x="473" y="66"/>
                    </a:cubicBezTo>
                    <a:cubicBezTo>
                      <a:pt x="473" y="66"/>
                      <a:pt x="473" y="66"/>
                      <a:pt x="473" y="66"/>
                    </a:cubicBezTo>
                    <a:cubicBezTo>
                      <a:pt x="473" y="66"/>
                      <a:pt x="473" y="66"/>
                      <a:pt x="473" y="66"/>
                    </a:cubicBezTo>
                    <a:cubicBezTo>
                      <a:pt x="473" y="66"/>
                      <a:pt x="473" y="66"/>
                      <a:pt x="473" y="66"/>
                    </a:cubicBezTo>
                    <a:cubicBezTo>
                      <a:pt x="473" y="65"/>
                      <a:pt x="473" y="65"/>
                      <a:pt x="473" y="65"/>
                    </a:cubicBezTo>
                    <a:cubicBezTo>
                      <a:pt x="473" y="65"/>
                      <a:pt x="473" y="65"/>
                      <a:pt x="473" y="65"/>
                    </a:cubicBezTo>
                    <a:lnTo>
                      <a:pt x="472" y="65"/>
                    </a:lnTo>
                    <a:close/>
                    <a:moveTo>
                      <a:pt x="426" y="34"/>
                    </a:moveTo>
                    <a:cubicBezTo>
                      <a:pt x="403" y="77"/>
                      <a:pt x="403" y="77"/>
                      <a:pt x="403" y="77"/>
                    </a:cubicBezTo>
                    <a:cubicBezTo>
                      <a:pt x="403" y="78"/>
                      <a:pt x="404" y="78"/>
                      <a:pt x="405" y="79"/>
                    </a:cubicBezTo>
                    <a:cubicBezTo>
                      <a:pt x="428" y="35"/>
                      <a:pt x="428" y="35"/>
                      <a:pt x="428" y="35"/>
                    </a:cubicBezTo>
                    <a:cubicBezTo>
                      <a:pt x="428" y="35"/>
                      <a:pt x="428" y="35"/>
                      <a:pt x="428" y="35"/>
                    </a:cubicBezTo>
                    <a:cubicBezTo>
                      <a:pt x="428" y="35"/>
                      <a:pt x="428" y="35"/>
                      <a:pt x="428" y="35"/>
                    </a:cubicBezTo>
                    <a:cubicBezTo>
                      <a:pt x="428" y="35"/>
                      <a:pt x="428" y="35"/>
                      <a:pt x="428" y="35"/>
                    </a:cubicBezTo>
                    <a:cubicBezTo>
                      <a:pt x="427" y="35"/>
                      <a:pt x="426" y="35"/>
                      <a:pt x="426" y="34"/>
                    </a:cubicBezTo>
                    <a:close/>
                    <a:moveTo>
                      <a:pt x="374" y="13"/>
                    </a:moveTo>
                    <a:cubicBezTo>
                      <a:pt x="360" y="60"/>
                      <a:pt x="360" y="60"/>
                      <a:pt x="360" y="60"/>
                    </a:cubicBezTo>
                    <a:cubicBezTo>
                      <a:pt x="361" y="60"/>
                      <a:pt x="361" y="60"/>
                      <a:pt x="362" y="60"/>
                    </a:cubicBezTo>
                    <a:cubicBezTo>
                      <a:pt x="377" y="14"/>
                      <a:pt x="377" y="14"/>
                      <a:pt x="377" y="14"/>
                    </a:cubicBezTo>
                    <a:cubicBezTo>
                      <a:pt x="376" y="13"/>
                      <a:pt x="376" y="13"/>
                      <a:pt x="375" y="13"/>
                    </a:cubicBezTo>
                    <a:cubicBezTo>
                      <a:pt x="375" y="13"/>
                      <a:pt x="375" y="13"/>
                      <a:pt x="375" y="13"/>
                    </a:cubicBezTo>
                    <a:cubicBezTo>
                      <a:pt x="375" y="13"/>
                      <a:pt x="375" y="13"/>
                      <a:pt x="375" y="13"/>
                    </a:cubicBezTo>
                    <a:cubicBezTo>
                      <a:pt x="375" y="13"/>
                      <a:pt x="375" y="13"/>
                      <a:pt x="375" y="13"/>
                    </a:cubicBezTo>
                    <a:cubicBezTo>
                      <a:pt x="375" y="13"/>
                      <a:pt x="375" y="13"/>
                      <a:pt x="375" y="13"/>
                    </a:cubicBezTo>
                    <a:cubicBezTo>
                      <a:pt x="375" y="13"/>
                      <a:pt x="375" y="13"/>
                      <a:pt x="375" y="13"/>
                    </a:cubicBezTo>
                    <a:cubicBezTo>
                      <a:pt x="375" y="13"/>
                      <a:pt x="375" y="13"/>
                      <a:pt x="375" y="13"/>
                    </a:cubicBezTo>
                    <a:lnTo>
                      <a:pt x="374" y="13"/>
                    </a:lnTo>
                    <a:close/>
                    <a:moveTo>
                      <a:pt x="320" y="2"/>
                    </a:moveTo>
                    <a:cubicBezTo>
                      <a:pt x="315" y="51"/>
                      <a:pt x="315" y="51"/>
                      <a:pt x="315" y="51"/>
                    </a:cubicBezTo>
                    <a:cubicBezTo>
                      <a:pt x="315" y="51"/>
                      <a:pt x="316" y="51"/>
                      <a:pt x="317" y="51"/>
                    </a:cubicBezTo>
                    <a:cubicBezTo>
                      <a:pt x="322" y="2"/>
                      <a:pt x="322" y="2"/>
                      <a:pt x="322" y="2"/>
                    </a:cubicBezTo>
                    <a:cubicBezTo>
                      <a:pt x="322" y="2"/>
                      <a:pt x="321" y="2"/>
                      <a:pt x="320" y="2"/>
                    </a:cubicBezTo>
                    <a:cubicBezTo>
                      <a:pt x="320" y="2"/>
                      <a:pt x="320" y="2"/>
                      <a:pt x="320" y="2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12" name="Google Shape;1112;p24"/>
              <p:cNvSpPr/>
              <p:nvPr/>
            </p:nvSpPr>
            <p:spPr>
              <a:xfrm>
                <a:off x="5867400" y="4462463"/>
                <a:ext cx="720725" cy="722312"/>
              </a:xfrm>
              <a:custGeom>
                <a:avLst/>
                <a:gdLst/>
                <a:ahLst/>
                <a:cxnLst/>
                <a:rect l="l" t="t" r="r" b="b"/>
                <a:pathLst>
                  <a:path w="428" h="428" extrusionOk="0">
                    <a:moveTo>
                      <a:pt x="214" y="422"/>
                    </a:moveTo>
                    <a:cubicBezTo>
                      <a:pt x="214" y="419"/>
                      <a:pt x="217" y="416"/>
                      <a:pt x="220" y="416"/>
                    </a:cubicBezTo>
                    <a:cubicBezTo>
                      <a:pt x="223" y="416"/>
                      <a:pt x="226" y="418"/>
                      <a:pt x="226" y="422"/>
                    </a:cubicBezTo>
                    <a:cubicBezTo>
                      <a:pt x="226" y="425"/>
                      <a:pt x="223" y="428"/>
                      <a:pt x="220" y="428"/>
                    </a:cubicBezTo>
                    <a:cubicBezTo>
                      <a:pt x="220" y="428"/>
                      <a:pt x="220" y="428"/>
                      <a:pt x="220" y="428"/>
                    </a:cubicBezTo>
                    <a:cubicBezTo>
                      <a:pt x="217" y="428"/>
                      <a:pt x="214" y="425"/>
                      <a:pt x="214" y="422"/>
                    </a:cubicBezTo>
                    <a:close/>
                    <a:moveTo>
                      <a:pt x="187" y="426"/>
                    </a:moveTo>
                    <a:cubicBezTo>
                      <a:pt x="187" y="426"/>
                      <a:pt x="187" y="426"/>
                      <a:pt x="187" y="426"/>
                    </a:cubicBezTo>
                    <a:cubicBezTo>
                      <a:pt x="184" y="426"/>
                      <a:pt x="182" y="423"/>
                      <a:pt x="182" y="420"/>
                    </a:cubicBezTo>
                    <a:cubicBezTo>
                      <a:pt x="182" y="416"/>
                      <a:pt x="185" y="414"/>
                      <a:pt x="189" y="415"/>
                    </a:cubicBezTo>
                    <a:cubicBezTo>
                      <a:pt x="189" y="415"/>
                      <a:pt x="189" y="415"/>
                      <a:pt x="189" y="415"/>
                    </a:cubicBezTo>
                    <a:cubicBezTo>
                      <a:pt x="192" y="415"/>
                      <a:pt x="194" y="418"/>
                      <a:pt x="194" y="421"/>
                    </a:cubicBezTo>
                    <a:cubicBezTo>
                      <a:pt x="193" y="424"/>
                      <a:pt x="191" y="426"/>
                      <a:pt x="188" y="426"/>
                    </a:cubicBezTo>
                    <a:lnTo>
                      <a:pt x="187" y="426"/>
                    </a:lnTo>
                    <a:close/>
                    <a:moveTo>
                      <a:pt x="246" y="419"/>
                    </a:moveTo>
                    <a:cubicBezTo>
                      <a:pt x="245" y="416"/>
                      <a:pt x="248" y="413"/>
                      <a:pt x="251" y="413"/>
                    </a:cubicBezTo>
                    <a:cubicBezTo>
                      <a:pt x="254" y="412"/>
                      <a:pt x="257" y="414"/>
                      <a:pt x="257" y="417"/>
                    </a:cubicBezTo>
                    <a:cubicBezTo>
                      <a:pt x="258" y="420"/>
                      <a:pt x="256" y="424"/>
                      <a:pt x="253" y="424"/>
                    </a:cubicBezTo>
                    <a:cubicBezTo>
                      <a:pt x="252" y="424"/>
                      <a:pt x="252" y="424"/>
                      <a:pt x="252" y="424"/>
                    </a:cubicBezTo>
                    <a:cubicBezTo>
                      <a:pt x="249" y="424"/>
                      <a:pt x="247" y="422"/>
                      <a:pt x="246" y="419"/>
                    </a:cubicBezTo>
                    <a:close/>
                    <a:moveTo>
                      <a:pt x="155" y="420"/>
                    </a:moveTo>
                    <a:cubicBezTo>
                      <a:pt x="152" y="419"/>
                      <a:pt x="150" y="415"/>
                      <a:pt x="151" y="412"/>
                    </a:cubicBezTo>
                    <a:cubicBezTo>
                      <a:pt x="152" y="409"/>
                      <a:pt x="155" y="407"/>
                      <a:pt x="158" y="408"/>
                    </a:cubicBezTo>
                    <a:cubicBezTo>
                      <a:pt x="158" y="408"/>
                      <a:pt x="158" y="408"/>
                      <a:pt x="158" y="408"/>
                    </a:cubicBezTo>
                    <a:cubicBezTo>
                      <a:pt x="161" y="409"/>
                      <a:pt x="163" y="412"/>
                      <a:pt x="162" y="416"/>
                    </a:cubicBezTo>
                    <a:cubicBezTo>
                      <a:pt x="161" y="418"/>
                      <a:pt x="159" y="420"/>
                      <a:pt x="157" y="420"/>
                    </a:cubicBezTo>
                    <a:cubicBezTo>
                      <a:pt x="156" y="420"/>
                      <a:pt x="155" y="420"/>
                      <a:pt x="155" y="420"/>
                    </a:cubicBezTo>
                    <a:close/>
                    <a:moveTo>
                      <a:pt x="277" y="412"/>
                    </a:moveTo>
                    <a:cubicBezTo>
                      <a:pt x="276" y="409"/>
                      <a:pt x="278" y="406"/>
                      <a:pt x="281" y="405"/>
                    </a:cubicBezTo>
                    <a:cubicBezTo>
                      <a:pt x="284" y="404"/>
                      <a:pt x="287" y="405"/>
                      <a:pt x="288" y="408"/>
                    </a:cubicBezTo>
                    <a:cubicBezTo>
                      <a:pt x="289" y="411"/>
                      <a:pt x="288" y="415"/>
                      <a:pt x="285" y="416"/>
                    </a:cubicBezTo>
                    <a:cubicBezTo>
                      <a:pt x="284" y="416"/>
                      <a:pt x="283" y="416"/>
                      <a:pt x="283" y="416"/>
                    </a:cubicBezTo>
                    <a:cubicBezTo>
                      <a:pt x="280" y="416"/>
                      <a:pt x="278" y="414"/>
                      <a:pt x="277" y="412"/>
                    </a:cubicBezTo>
                    <a:close/>
                    <a:moveTo>
                      <a:pt x="124" y="408"/>
                    </a:moveTo>
                    <a:cubicBezTo>
                      <a:pt x="121" y="407"/>
                      <a:pt x="120" y="403"/>
                      <a:pt x="121" y="400"/>
                    </a:cubicBezTo>
                    <a:cubicBezTo>
                      <a:pt x="122" y="397"/>
                      <a:pt x="126" y="396"/>
                      <a:pt x="129" y="398"/>
                    </a:cubicBezTo>
                    <a:cubicBezTo>
                      <a:pt x="132" y="399"/>
                      <a:pt x="133" y="402"/>
                      <a:pt x="132" y="405"/>
                    </a:cubicBezTo>
                    <a:cubicBezTo>
                      <a:pt x="131" y="407"/>
                      <a:pt x="129" y="409"/>
                      <a:pt x="126" y="409"/>
                    </a:cubicBezTo>
                    <a:cubicBezTo>
                      <a:pt x="126" y="409"/>
                      <a:pt x="125" y="409"/>
                      <a:pt x="124" y="408"/>
                    </a:cubicBezTo>
                    <a:close/>
                    <a:moveTo>
                      <a:pt x="307" y="400"/>
                    </a:moveTo>
                    <a:cubicBezTo>
                      <a:pt x="305" y="397"/>
                      <a:pt x="306" y="394"/>
                      <a:pt x="309" y="392"/>
                    </a:cubicBezTo>
                    <a:cubicBezTo>
                      <a:pt x="312" y="391"/>
                      <a:pt x="316" y="392"/>
                      <a:pt x="317" y="394"/>
                    </a:cubicBezTo>
                    <a:cubicBezTo>
                      <a:pt x="319" y="397"/>
                      <a:pt x="318" y="401"/>
                      <a:pt x="315" y="402"/>
                    </a:cubicBezTo>
                    <a:cubicBezTo>
                      <a:pt x="314" y="403"/>
                      <a:pt x="313" y="403"/>
                      <a:pt x="312" y="403"/>
                    </a:cubicBezTo>
                    <a:cubicBezTo>
                      <a:pt x="310" y="403"/>
                      <a:pt x="308" y="402"/>
                      <a:pt x="307" y="400"/>
                    </a:cubicBezTo>
                    <a:close/>
                    <a:moveTo>
                      <a:pt x="95" y="392"/>
                    </a:moveTo>
                    <a:cubicBezTo>
                      <a:pt x="93" y="390"/>
                      <a:pt x="92" y="387"/>
                      <a:pt x="94" y="384"/>
                    </a:cubicBezTo>
                    <a:cubicBezTo>
                      <a:pt x="95" y="381"/>
                      <a:pt x="99" y="381"/>
                      <a:pt x="102" y="382"/>
                    </a:cubicBezTo>
                    <a:cubicBezTo>
                      <a:pt x="104" y="384"/>
                      <a:pt x="105" y="388"/>
                      <a:pt x="103" y="390"/>
                    </a:cubicBezTo>
                    <a:cubicBezTo>
                      <a:pt x="102" y="392"/>
                      <a:pt x="100" y="393"/>
                      <a:pt x="98" y="393"/>
                    </a:cubicBezTo>
                    <a:cubicBezTo>
                      <a:pt x="97" y="393"/>
                      <a:pt x="96" y="393"/>
                      <a:pt x="95" y="392"/>
                    </a:cubicBezTo>
                    <a:close/>
                    <a:moveTo>
                      <a:pt x="334" y="383"/>
                    </a:moveTo>
                    <a:cubicBezTo>
                      <a:pt x="332" y="381"/>
                      <a:pt x="333" y="377"/>
                      <a:pt x="335" y="375"/>
                    </a:cubicBezTo>
                    <a:cubicBezTo>
                      <a:pt x="338" y="373"/>
                      <a:pt x="342" y="374"/>
                      <a:pt x="344" y="376"/>
                    </a:cubicBezTo>
                    <a:cubicBezTo>
                      <a:pt x="346" y="379"/>
                      <a:pt x="345" y="383"/>
                      <a:pt x="342" y="385"/>
                    </a:cubicBezTo>
                    <a:cubicBezTo>
                      <a:pt x="341" y="385"/>
                      <a:pt x="340" y="386"/>
                      <a:pt x="339" y="386"/>
                    </a:cubicBezTo>
                    <a:cubicBezTo>
                      <a:pt x="337" y="386"/>
                      <a:pt x="335" y="385"/>
                      <a:pt x="334" y="383"/>
                    </a:cubicBezTo>
                    <a:close/>
                    <a:moveTo>
                      <a:pt x="69" y="372"/>
                    </a:moveTo>
                    <a:cubicBezTo>
                      <a:pt x="69" y="372"/>
                      <a:pt x="69" y="372"/>
                      <a:pt x="69" y="372"/>
                    </a:cubicBezTo>
                    <a:cubicBezTo>
                      <a:pt x="67" y="370"/>
                      <a:pt x="67" y="366"/>
                      <a:pt x="69" y="364"/>
                    </a:cubicBezTo>
                    <a:cubicBezTo>
                      <a:pt x="71" y="361"/>
                      <a:pt x="75" y="361"/>
                      <a:pt x="77" y="363"/>
                    </a:cubicBezTo>
                    <a:cubicBezTo>
                      <a:pt x="79" y="365"/>
                      <a:pt x="80" y="369"/>
                      <a:pt x="77" y="371"/>
                    </a:cubicBezTo>
                    <a:cubicBezTo>
                      <a:pt x="76" y="373"/>
                      <a:pt x="75" y="373"/>
                      <a:pt x="73" y="373"/>
                    </a:cubicBezTo>
                    <a:cubicBezTo>
                      <a:pt x="72" y="373"/>
                      <a:pt x="70" y="373"/>
                      <a:pt x="69" y="372"/>
                    </a:cubicBezTo>
                    <a:close/>
                    <a:moveTo>
                      <a:pt x="359" y="363"/>
                    </a:moveTo>
                    <a:cubicBezTo>
                      <a:pt x="357" y="361"/>
                      <a:pt x="357" y="357"/>
                      <a:pt x="359" y="355"/>
                    </a:cubicBezTo>
                    <a:cubicBezTo>
                      <a:pt x="359" y="355"/>
                      <a:pt x="359" y="355"/>
                      <a:pt x="359" y="355"/>
                    </a:cubicBezTo>
                    <a:cubicBezTo>
                      <a:pt x="361" y="352"/>
                      <a:pt x="365" y="352"/>
                      <a:pt x="367" y="354"/>
                    </a:cubicBezTo>
                    <a:cubicBezTo>
                      <a:pt x="369" y="357"/>
                      <a:pt x="369" y="360"/>
                      <a:pt x="367" y="363"/>
                    </a:cubicBezTo>
                    <a:cubicBezTo>
                      <a:pt x="366" y="364"/>
                      <a:pt x="364" y="364"/>
                      <a:pt x="363" y="364"/>
                    </a:cubicBezTo>
                    <a:cubicBezTo>
                      <a:pt x="361" y="364"/>
                      <a:pt x="360" y="364"/>
                      <a:pt x="359" y="363"/>
                    </a:cubicBezTo>
                    <a:close/>
                    <a:moveTo>
                      <a:pt x="47" y="348"/>
                    </a:moveTo>
                    <a:cubicBezTo>
                      <a:pt x="45" y="345"/>
                      <a:pt x="45" y="342"/>
                      <a:pt x="48" y="340"/>
                    </a:cubicBezTo>
                    <a:cubicBezTo>
                      <a:pt x="50" y="338"/>
                      <a:pt x="54" y="338"/>
                      <a:pt x="56" y="340"/>
                    </a:cubicBezTo>
                    <a:cubicBezTo>
                      <a:pt x="58" y="343"/>
                      <a:pt x="57" y="347"/>
                      <a:pt x="55" y="349"/>
                    </a:cubicBezTo>
                    <a:cubicBezTo>
                      <a:pt x="54" y="350"/>
                      <a:pt x="53" y="350"/>
                      <a:pt x="51" y="350"/>
                    </a:cubicBezTo>
                    <a:cubicBezTo>
                      <a:pt x="50" y="350"/>
                      <a:pt x="48" y="349"/>
                      <a:pt x="47" y="348"/>
                    </a:cubicBezTo>
                    <a:close/>
                    <a:moveTo>
                      <a:pt x="380" y="339"/>
                    </a:moveTo>
                    <a:cubicBezTo>
                      <a:pt x="377" y="337"/>
                      <a:pt x="377" y="333"/>
                      <a:pt x="379" y="331"/>
                    </a:cubicBezTo>
                    <a:cubicBezTo>
                      <a:pt x="381" y="328"/>
                      <a:pt x="384" y="327"/>
                      <a:pt x="387" y="329"/>
                    </a:cubicBezTo>
                    <a:cubicBezTo>
                      <a:pt x="389" y="331"/>
                      <a:pt x="390" y="335"/>
                      <a:pt x="388" y="337"/>
                    </a:cubicBezTo>
                    <a:cubicBezTo>
                      <a:pt x="387" y="339"/>
                      <a:pt x="385" y="340"/>
                      <a:pt x="383" y="340"/>
                    </a:cubicBezTo>
                    <a:cubicBezTo>
                      <a:pt x="382" y="340"/>
                      <a:pt x="381" y="339"/>
                      <a:pt x="380" y="339"/>
                    </a:cubicBezTo>
                    <a:close/>
                    <a:moveTo>
                      <a:pt x="28" y="321"/>
                    </a:moveTo>
                    <a:cubicBezTo>
                      <a:pt x="26" y="318"/>
                      <a:pt x="27" y="314"/>
                      <a:pt x="30" y="313"/>
                    </a:cubicBezTo>
                    <a:cubicBezTo>
                      <a:pt x="33" y="311"/>
                      <a:pt x="37" y="312"/>
                      <a:pt x="38" y="315"/>
                    </a:cubicBezTo>
                    <a:cubicBezTo>
                      <a:pt x="40" y="318"/>
                      <a:pt x="39" y="321"/>
                      <a:pt x="36" y="323"/>
                    </a:cubicBezTo>
                    <a:cubicBezTo>
                      <a:pt x="35" y="323"/>
                      <a:pt x="34" y="324"/>
                      <a:pt x="33" y="324"/>
                    </a:cubicBezTo>
                    <a:cubicBezTo>
                      <a:pt x="31" y="324"/>
                      <a:pt x="29" y="323"/>
                      <a:pt x="28" y="321"/>
                    </a:cubicBezTo>
                    <a:close/>
                    <a:moveTo>
                      <a:pt x="397" y="312"/>
                    </a:moveTo>
                    <a:cubicBezTo>
                      <a:pt x="394" y="310"/>
                      <a:pt x="393" y="307"/>
                      <a:pt x="395" y="304"/>
                    </a:cubicBezTo>
                    <a:cubicBezTo>
                      <a:pt x="396" y="301"/>
                      <a:pt x="400" y="300"/>
                      <a:pt x="403" y="301"/>
                    </a:cubicBezTo>
                    <a:cubicBezTo>
                      <a:pt x="405" y="303"/>
                      <a:pt x="407" y="306"/>
                      <a:pt x="405" y="309"/>
                    </a:cubicBezTo>
                    <a:cubicBezTo>
                      <a:pt x="404" y="311"/>
                      <a:pt x="402" y="312"/>
                      <a:pt x="400" y="312"/>
                    </a:cubicBezTo>
                    <a:cubicBezTo>
                      <a:pt x="399" y="312"/>
                      <a:pt x="398" y="312"/>
                      <a:pt x="397" y="312"/>
                    </a:cubicBezTo>
                    <a:close/>
                    <a:moveTo>
                      <a:pt x="14" y="291"/>
                    </a:moveTo>
                    <a:cubicBezTo>
                      <a:pt x="13" y="288"/>
                      <a:pt x="14" y="285"/>
                      <a:pt x="17" y="283"/>
                    </a:cubicBezTo>
                    <a:cubicBezTo>
                      <a:pt x="20" y="282"/>
                      <a:pt x="24" y="284"/>
                      <a:pt x="25" y="287"/>
                    </a:cubicBezTo>
                    <a:cubicBezTo>
                      <a:pt x="26" y="290"/>
                      <a:pt x="24" y="293"/>
                      <a:pt x="21" y="294"/>
                    </a:cubicBezTo>
                    <a:cubicBezTo>
                      <a:pt x="21" y="295"/>
                      <a:pt x="20" y="295"/>
                      <a:pt x="19" y="295"/>
                    </a:cubicBezTo>
                    <a:cubicBezTo>
                      <a:pt x="17" y="295"/>
                      <a:pt x="15" y="293"/>
                      <a:pt x="14" y="291"/>
                    </a:cubicBezTo>
                    <a:close/>
                    <a:moveTo>
                      <a:pt x="410" y="282"/>
                    </a:moveTo>
                    <a:cubicBezTo>
                      <a:pt x="407" y="281"/>
                      <a:pt x="405" y="278"/>
                      <a:pt x="406" y="275"/>
                    </a:cubicBezTo>
                    <a:cubicBezTo>
                      <a:pt x="407" y="272"/>
                      <a:pt x="411" y="270"/>
                      <a:pt x="414" y="271"/>
                    </a:cubicBezTo>
                    <a:cubicBezTo>
                      <a:pt x="417" y="272"/>
                      <a:pt x="419" y="275"/>
                      <a:pt x="418" y="279"/>
                    </a:cubicBezTo>
                    <a:cubicBezTo>
                      <a:pt x="417" y="281"/>
                      <a:pt x="414" y="283"/>
                      <a:pt x="412" y="283"/>
                    </a:cubicBezTo>
                    <a:cubicBezTo>
                      <a:pt x="411" y="283"/>
                      <a:pt x="411" y="283"/>
                      <a:pt x="410" y="282"/>
                    </a:cubicBezTo>
                    <a:close/>
                    <a:moveTo>
                      <a:pt x="4" y="259"/>
                    </a:moveTo>
                    <a:cubicBezTo>
                      <a:pt x="4" y="256"/>
                      <a:pt x="6" y="253"/>
                      <a:pt x="9" y="252"/>
                    </a:cubicBezTo>
                    <a:cubicBezTo>
                      <a:pt x="12" y="252"/>
                      <a:pt x="15" y="254"/>
                      <a:pt x="16" y="257"/>
                    </a:cubicBezTo>
                    <a:cubicBezTo>
                      <a:pt x="16" y="260"/>
                      <a:pt x="14" y="263"/>
                      <a:pt x="11" y="264"/>
                    </a:cubicBezTo>
                    <a:cubicBezTo>
                      <a:pt x="11" y="264"/>
                      <a:pt x="10" y="264"/>
                      <a:pt x="10" y="264"/>
                    </a:cubicBezTo>
                    <a:cubicBezTo>
                      <a:pt x="7" y="264"/>
                      <a:pt x="5" y="262"/>
                      <a:pt x="4" y="259"/>
                    </a:cubicBezTo>
                    <a:close/>
                    <a:moveTo>
                      <a:pt x="418" y="251"/>
                    </a:moveTo>
                    <a:cubicBezTo>
                      <a:pt x="415" y="251"/>
                      <a:pt x="413" y="248"/>
                      <a:pt x="414" y="245"/>
                    </a:cubicBezTo>
                    <a:cubicBezTo>
                      <a:pt x="414" y="242"/>
                      <a:pt x="417" y="239"/>
                      <a:pt x="420" y="240"/>
                    </a:cubicBezTo>
                    <a:cubicBezTo>
                      <a:pt x="423" y="240"/>
                      <a:pt x="426" y="243"/>
                      <a:pt x="425" y="246"/>
                    </a:cubicBezTo>
                    <a:cubicBezTo>
                      <a:pt x="425" y="249"/>
                      <a:pt x="422" y="251"/>
                      <a:pt x="419" y="251"/>
                    </a:cubicBezTo>
                    <a:lnTo>
                      <a:pt x="418" y="251"/>
                    </a:lnTo>
                    <a:close/>
                    <a:moveTo>
                      <a:pt x="0" y="227"/>
                    </a:moveTo>
                    <a:cubicBezTo>
                      <a:pt x="0" y="227"/>
                      <a:pt x="0" y="227"/>
                      <a:pt x="0" y="227"/>
                    </a:cubicBezTo>
                    <a:cubicBezTo>
                      <a:pt x="0" y="224"/>
                      <a:pt x="2" y="221"/>
                      <a:pt x="5" y="221"/>
                    </a:cubicBezTo>
                    <a:cubicBezTo>
                      <a:pt x="9" y="220"/>
                      <a:pt x="11" y="223"/>
                      <a:pt x="11" y="226"/>
                    </a:cubicBezTo>
                    <a:cubicBezTo>
                      <a:pt x="11" y="226"/>
                      <a:pt x="11" y="226"/>
                      <a:pt x="11" y="226"/>
                    </a:cubicBezTo>
                    <a:cubicBezTo>
                      <a:pt x="12" y="229"/>
                      <a:pt x="9" y="232"/>
                      <a:pt x="6" y="232"/>
                    </a:cubicBezTo>
                    <a:cubicBezTo>
                      <a:pt x="6" y="232"/>
                      <a:pt x="6" y="232"/>
                      <a:pt x="6" y="232"/>
                    </a:cubicBezTo>
                    <a:cubicBezTo>
                      <a:pt x="3" y="232"/>
                      <a:pt x="0" y="230"/>
                      <a:pt x="0" y="227"/>
                    </a:cubicBezTo>
                    <a:close/>
                    <a:moveTo>
                      <a:pt x="416" y="214"/>
                    </a:moveTo>
                    <a:cubicBezTo>
                      <a:pt x="416" y="210"/>
                      <a:pt x="419" y="208"/>
                      <a:pt x="422" y="208"/>
                    </a:cubicBezTo>
                    <a:cubicBezTo>
                      <a:pt x="425" y="208"/>
                      <a:pt x="428" y="210"/>
                      <a:pt x="428" y="214"/>
                    </a:cubicBezTo>
                    <a:cubicBezTo>
                      <a:pt x="428" y="217"/>
                      <a:pt x="425" y="219"/>
                      <a:pt x="422" y="219"/>
                    </a:cubicBezTo>
                    <a:cubicBezTo>
                      <a:pt x="419" y="219"/>
                      <a:pt x="416" y="217"/>
                      <a:pt x="416" y="214"/>
                    </a:cubicBezTo>
                    <a:close/>
                    <a:moveTo>
                      <a:pt x="6" y="200"/>
                    </a:moveTo>
                    <a:cubicBezTo>
                      <a:pt x="2" y="200"/>
                      <a:pt x="0" y="197"/>
                      <a:pt x="0" y="194"/>
                    </a:cubicBezTo>
                    <a:cubicBezTo>
                      <a:pt x="1" y="191"/>
                      <a:pt x="3" y="188"/>
                      <a:pt x="7" y="189"/>
                    </a:cubicBezTo>
                    <a:cubicBezTo>
                      <a:pt x="10" y="189"/>
                      <a:pt x="12" y="192"/>
                      <a:pt x="12" y="195"/>
                    </a:cubicBezTo>
                    <a:cubicBezTo>
                      <a:pt x="12" y="198"/>
                      <a:pt x="9" y="200"/>
                      <a:pt x="6" y="200"/>
                    </a:cubicBezTo>
                    <a:close/>
                    <a:moveTo>
                      <a:pt x="414" y="189"/>
                    </a:moveTo>
                    <a:cubicBezTo>
                      <a:pt x="414" y="189"/>
                      <a:pt x="414" y="189"/>
                      <a:pt x="414" y="189"/>
                    </a:cubicBezTo>
                    <a:cubicBezTo>
                      <a:pt x="414" y="186"/>
                      <a:pt x="416" y="183"/>
                      <a:pt x="419" y="182"/>
                    </a:cubicBezTo>
                    <a:cubicBezTo>
                      <a:pt x="423" y="182"/>
                      <a:pt x="426" y="184"/>
                      <a:pt x="426" y="187"/>
                    </a:cubicBezTo>
                    <a:cubicBezTo>
                      <a:pt x="426" y="191"/>
                      <a:pt x="424" y="194"/>
                      <a:pt x="421" y="194"/>
                    </a:cubicBezTo>
                    <a:cubicBezTo>
                      <a:pt x="420" y="194"/>
                      <a:pt x="420" y="194"/>
                      <a:pt x="420" y="194"/>
                    </a:cubicBezTo>
                    <a:cubicBezTo>
                      <a:pt x="417" y="194"/>
                      <a:pt x="415" y="192"/>
                      <a:pt x="414" y="189"/>
                    </a:cubicBezTo>
                    <a:close/>
                    <a:moveTo>
                      <a:pt x="10" y="168"/>
                    </a:moveTo>
                    <a:cubicBezTo>
                      <a:pt x="7" y="168"/>
                      <a:pt x="5" y="165"/>
                      <a:pt x="6" y="161"/>
                    </a:cubicBezTo>
                    <a:cubicBezTo>
                      <a:pt x="7" y="158"/>
                      <a:pt x="10" y="156"/>
                      <a:pt x="13" y="157"/>
                    </a:cubicBezTo>
                    <a:cubicBezTo>
                      <a:pt x="16" y="158"/>
                      <a:pt x="18" y="161"/>
                      <a:pt x="17" y="164"/>
                    </a:cubicBezTo>
                    <a:cubicBezTo>
                      <a:pt x="17" y="167"/>
                      <a:pt x="14" y="169"/>
                      <a:pt x="12" y="169"/>
                    </a:cubicBezTo>
                    <a:cubicBezTo>
                      <a:pt x="11" y="169"/>
                      <a:pt x="11" y="169"/>
                      <a:pt x="10" y="168"/>
                    </a:cubicBezTo>
                    <a:close/>
                    <a:moveTo>
                      <a:pt x="408" y="158"/>
                    </a:moveTo>
                    <a:cubicBezTo>
                      <a:pt x="408" y="158"/>
                      <a:pt x="408" y="158"/>
                      <a:pt x="408" y="158"/>
                    </a:cubicBezTo>
                    <a:cubicBezTo>
                      <a:pt x="407" y="155"/>
                      <a:pt x="409" y="152"/>
                      <a:pt x="412" y="151"/>
                    </a:cubicBezTo>
                    <a:cubicBezTo>
                      <a:pt x="415" y="150"/>
                      <a:pt x="419" y="152"/>
                      <a:pt x="419" y="155"/>
                    </a:cubicBezTo>
                    <a:cubicBezTo>
                      <a:pt x="420" y="158"/>
                      <a:pt x="419" y="162"/>
                      <a:pt x="415" y="162"/>
                    </a:cubicBezTo>
                    <a:cubicBezTo>
                      <a:pt x="415" y="163"/>
                      <a:pt x="414" y="163"/>
                      <a:pt x="414" y="163"/>
                    </a:cubicBezTo>
                    <a:cubicBezTo>
                      <a:pt x="411" y="163"/>
                      <a:pt x="409" y="161"/>
                      <a:pt x="408" y="158"/>
                    </a:cubicBezTo>
                    <a:close/>
                    <a:moveTo>
                      <a:pt x="19" y="138"/>
                    </a:moveTo>
                    <a:cubicBezTo>
                      <a:pt x="16" y="137"/>
                      <a:pt x="15" y="133"/>
                      <a:pt x="16" y="130"/>
                    </a:cubicBezTo>
                    <a:cubicBezTo>
                      <a:pt x="18" y="127"/>
                      <a:pt x="21" y="126"/>
                      <a:pt x="24" y="127"/>
                    </a:cubicBezTo>
                    <a:cubicBezTo>
                      <a:pt x="27" y="128"/>
                      <a:pt x="28" y="132"/>
                      <a:pt x="27" y="135"/>
                    </a:cubicBezTo>
                    <a:cubicBezTo>
                      <a:pt x="26" y="137"/>
                      <a:pt x="24" y="138"/>
                      <a:pt x="22" y="138"/>
                    </a:cubicBezTo>
                    <a:cubicBezTo>
                      <a:pt x="21" y="138"/>
                      <a:pt x="20" y="138"/>
                      <a:pt x="19" y="138"/>
                    </a:cubicBezTo>
                    <a:close/>
                    <a:moveTo>
                      <a:pt x="397" y="129"/>
                    </a:moveTo>
                    <a:cubicBezTo>
                      <a:pt x="396" y="126"/>
                      <a:pt x="397" y="123"/>
                      <a:pt x="400" y="121"/>
                    </a:cubicBezTo>
                    <a:cubicBezTo>
                      <a:pt x="403" y="120"/>
                      <a:pt x="407" y="121"/>
                      <a:pt x="408" y="124"/>
                    </a:cubicBezTo>
                    <a:cubicBezTo>
                      <a:pt x="408" y="124"/>
                      <a:pt x="408" y="124"/>
                      <a:pt x="408" y="124"/>
                    </a:cubicBezTo>
                    <a:cubicBezTo>
                      <a:pt x="409" y="127"/>
                      <a:pt x="408" y="131"/>
                      <a:pt x="405" y="132"/>
                    </a:cubicBezTo>
                    <a:cubicBezTo>
                      <a:pt x="404" y="132"/>
                      <a:pt x="404" y="133"/>
                      <a:pt x="403" y="133"/>
                    </a:cubicBezTo>
                    <a:cubicBezTo>
                      <a:pt x="401" y="133"/>
                      <a:pt x="398" y="131"/>
                      <a:pt x="397" y="129"/>
                    </a:cubicBezTo>
                    <a:close/>
                    <a:moveTo>
                      <a:pt x="33" y="109"/>
                    </a:moveTo>
                    <a:cubicBezTo>
                      <a:pt x="31" y="107"/>
                      <a:pt x="30" y="104"/>
                      <a:pt x="32" y="101"/>
                    </a:cubicBezTo>
                    <a:cubicBezTo>
                      <a:pt x="33" y="98"/>
                      <a:pt x="37" y="97"/>
                      <a:pt x="40" y="99"/>
                    </a:cubicBezTo>
                    <a:cubicBezTo>
                      <a:pt x="42" y="101"/>
                      <a:pt x="43" y="104"/>
                      <a:pt x="41" y="107"/>
                    </a:cubicBezTo>
                    <a:cubicBezTo>
                      <a:pt x="40" y="109"/>
                      <a:pt x="38" y="110"/>
                      <a:pt x="36" y="110"/>
                    </a:cubicBezTo>
                    <a:cubicBezTo>
                      <a:pt x="35" y="110"/>
                      <a:pt x="34" y="110"/>
                      <a:pt x="33" y="109"/>
                    </a:cubicBezTo>
                    <a:close/>
                    <a:moveTo>
                      <a:pt x="382" y="102"/>
                    </a:moveTo>
                    <a:cubicBezTo>
                      <a:pt x="381" y="99"/>
                      <a:pt x="381" y="96"/>
                      <a:pt x="384" y="94"/>
                    </a:cubicBezTo>
                    <a:cubicBezTo>
                      <a:pt x="387" y="92"/>
                      <a:pt x="390" y="93"/>
                      <a:pt x="392" y="96"/>
                    </a:cubicBezTo>
                    <a:cubicBezTo>
                      <a:pt x="394" y="98"/>
                      <a:pt x="393" y="102"/>
                      <a:pt x="390" y="104"/>
                    </a:cubicBezTo>
                    <a:cubicBezTo>
                      <a:pt x="389" y="104"/>
                      <a:pt x="388" y="105"/>
                      <a:pt x="387" y="105"/>
                    </a:cubicBezTo>
                    <a:cubicBezTo>
                      <a:pt x="385" y="105"/>
                      <a:pt x="383" y="104"/>
                      <a:pt x="382" y="102"/>
                    </a:cubicBezTo>
                    <a:close/>
                    <a:moveTo>
                      <a:pt x="52" y="83"/>
                    </a:moveTo>
                    <a:cubicBezTo>
                      <a:pt x="49" y="80"/>
                      <a:pt x="49" y="77"/>
                      <a:pt x="51" y="74"/>
                    </a:cubicBezTo>
                    <a:cubicBezTo>
                      <a:pt x="53" y="72"/>
                      <a:pt x="57" y="72"/>
                      <a:pt x="59" y="74"/>
                    </a:cubicBezTo>
                    <a:cubicBezTo>
                      <a:pt x="62" y="76"/>
                      <a:pt x="62" y="79"/>
                      <a:pt x="60" y="82"/>
                    </a:cubicBezTo>
                    <a:cubicBezTo>
                      <a:pt x="59" y="83"/>
                      <a:pt x="57" y="84"/>
                      <a:pt x="55" y="84"/>
                    </a:cubicBezTo>
                    <a:cubicBezTo>
                      <a:pt x="54" y="84"/>
                      <a:pt x="53" y="83"/>
                      <a:pt x="52" y="83"/>
                    </a:cubicBezTo>
                    <a:close/>
                    <a:moveTo>
                      <a:pt x="363" y="77"/>
                    </a:moveTo>
                    <a:cubicBezTo>
                      <a:pt x="363" y="77"/>
                      <a:pt x="363" y="77"/>
                      <a:pt x="363" y="77"/>
                    </a:cubicBezTo>
                    <a:cubicBezTo>
                      <a:pt x="361" y="75"/>
                      <a:pt x="361" y="71"/>
                      <a:pt x="364" y="69"/>
                    </a:cubicBezTo>
                    <a:cubicBezTo>
                      <a:pt x="366" y="67"/>
                      <a:pt x="370" y="67"/>
                      <a:pt x="372" y="70"/>
                    </a:cubicBezTo>
                    <a:cubicBezTo>
                      <a:pt x="374" y="72"/>
                      <a:pt x="374" y="76"/>
                      <a:pt x="371" y="78"/>
                    </a:cubicBezTo>
                    <a:cubicBezTo>
                      <a:pt x="370" y="79"/>
                      <a:pt x="369" y="79"/>
                      <a:pt x="367" y="79"/>
                    </a:cubicBezTo>
                    <a:cubicBezTo>
                      <a:pt x="366" y="79"/>
                      <a:pt x="364" y="79"/>
                      <a:pt x="363" y="77"/>
                    </a:cubicBezTo>
                    <a:close/>
                    <a:moveTo>
                      <a:pt x="74" y="59"/>
                    </a:moveTo>
                    <a:cubicBezTo>
                      <a:pt x="72" y="57"/>
                      <a:pt x="72" y="53"/>
                      <a:pt x="74" y="51"/>
                    </a:cubicBezTo>
                    <a:cubicBezTo>
                      <a:pt x="74" y="51"/>
                      <a:pt x="74" y="51"/>
                      <a:pt x="74" y="51"/>
                    </a:cubicBezTo>
                    <a:cubicBezTo>
                      <a:pt x="77" y="49"/>
                      <a:pt x="80" y="49"/>
                      <a:pt x="83" y="52"/>
                    </a:cubicBezTo>
                    <a:cubicBezTo>
                      <a:pt x="85" y="54"/>
                      <a:pt x="84" y="58"/>
                      <a:pt x="82" y="60"/>
                    </a:cubicBezTo>
                    <a:cubicBezTo>
                      <a:pt x="81" y="61"/>
                      <a:pt x="79" y="61"/>
                      <a:pt x="78" y="61"/>
                    </a:cubicBezTo>
                    <a:cubicBezTo>
                      <a:pt x="76" y="61"/>
                      <a:pt x="75" y="61"/>
                      <a:pt x="74" y="59"/>
                    </a:cubicBezTo>
                    <a:close/>
                    <a:moveTo>
                      <a:pt x="340" y="56"/>
                    </a:moveTo>
                    <a:cubicBezTo>
                      <a:pt x="338" y="54"/>
                      <a:pt x="338" y="50"/>
                      <a:pt x="340" y="48"/>
                    </a:cubicBezTo>
                    <a:cubicBezTo>
                      <a:pt x="342" y="45"/>
                      <a:pt x="345" y="45"/>
                      <a:pt x="348" y="47"/>
                    </a:cubicBezTo>
                    <a:cubicBezTo>
                      <a:pt x="350" y="49"/>
                      <a:pt x="351" y="53"/>
                      <a:pt x="349" y="55"/>
                    </a:cubicBezTo>
                    <a:cubicBezTo>
                      <a:pt x="348" y="57"/>
                      <a:pt x="346" y="57"/>
                      <a:pt x="344" y="57"/>
                    </a:cubicBezTo>
                    <a:cubicBezTo>
                      <a:pt x="343" y="57"/>
                      <a:pt x="342" y="57"/>
                      <a:pt x="340" y="56"/>
                    </a:cubicBezTo>
                    <a:close/>
                    <a:moveTo>
                      <a:pt x="99" y="40"/>
                    </a:moveTo>
                    <a:cubicBezTo>
                      <a:pt x="97" y="37"/>
                      <a:pt x="98" y="33"/>
                      <a:pt x="101" y="32"/>
                    </a:cubicBezTo>
                    <a:cubicBezTo>
                      <a:pt x="104" y="30"/>
                      <a:pt x="107" y="31"/>
                      <a:pt x="109" y="33"/>
                    </a:cubicBezTo>
                    <a:cubicBezTo>
                      <a:pt x="111" y="36"/>
                      <a:pt x="110" y="40"/>
                      <a:pt x="107" y="42"/>
                    </a:cubicBezTo>
                    <a:cubicBezTo>
                      <a:pt x="106" y="42"/>
                      <a:pt x="105" y="42"/>
                      <a:pt x="104" y="42"/>
                    </a:cubicBezTo>
                    <a:cubicBezTo>
                      <a:pt x="102" y="42"/>
                      <a:pt x="100" y="41"/>
                      <a:pt x="99" y="40"/>
                    </a:cubicBezTo>
                    <a:close/>
                    <a:moveTo>
                      <a:pt x="315" y="38"/>
                    </a:moveTo>
                    <a:cubicBezTo>
                      <a:pt x="312" y="37"/>
                      <a:pt x="311" y="33"/>
                      <a:pt x="313" y="30"/>
                    </a:cubicBezTo>
                    <a:cubicBezTo>
                      <a:pt x="314" y="28"/>
                      <a:pt x="318" y="27"/>
                      <a:pt x="321" y="28"/>
                    </a:cubicBezTo>
                    <a:cubicBezTo>
                      <a:pt x="323" y="30"/>
                      <a:pt x="324" y="33"/>
                      <a:pt x="323" y="36"/>
                    </a:cubicBezTo>
                    <a:cubicBezTo>
                      <a:pt x="322" y="38"/>
                      <a:pt x="320" y="39"/>
                      <a:pt x="318" y="39"/>
                    </a:cubicBezTo>
                    <a:cubicBezTo>
                      <a:pt x="317" y="39"/>
                      <a:pt x="316" y="39"/>
                      <a:pt x="315" y="38"/>
                    </a:cubicBezTo>
                    <a:close/>
                    <a:moveTo>
                      <a:pt x="127" y="24"/>
                    </a:moveTo>
                    <a:cubicBezTo>
                      <a:pt x="126" y="21"/>
                      <a:pt x="127" y="18"/>
                      <a:pt x="130" y="16"/>
                    </a:cubicBezTo>
                    <a:cubicBezTo>
                      <a:pt x="133" y="15"/>
                      <a:pt x="136" y="17"/>
                      <a:pt x="138" y="20"/>
                    </a:cubicBezTo>
                    <a:cubicBezTo>
                      <a:pt x="139" y="23"/>
                      <a:pt x="138" y="26"/>
                      <a:pt x="135" y="27"/>
                    </a:cubicBezTo>
                    <a:cubicBezTo>
                      <a:pt x="134" y="28"/>
                      <a:pt x="133" y="28"/>
                      <a:pt x="132" y="28"/>
                    </a:cubicBezTo>
                    <a:cubicBezTo>
                      <a:pt x="130" y="28"/>
                      <a:pt x="128" y="26"/>
                      <a:pt x="127" y="24"/>
                    </a:cubicBezTo>
                    <a:close/>
                    <a:moveTo>
                      <a:pt x="287" y="25"/>
                    </a:moveTo>
                    <a:cubicBezTo>
                      <a:pt x="284" y="24"/>
                      <a:pt x="282" y="20"/>
                      <a:pt x="283" y="17"/>
                    </a:cubicBezTo>
                    <a:cubicBezTo>
                      <a:pt x="285" y="14"/>
                      <a:pt x="288" y="13"/>
                      <a:pt x="291" y="14"/>
                    </a:cubicBezTo>
                    <a:cubicBezTo>
                      <a:pt x="294" y="15"/>
                      <a:pt x="295" y="19"/>
                      <a:pt x="294" y="22"/>
                    </a:cubicBezTo>
                    <a:cubicBezTo>
                      <a:pt x="293" y="24"/>
                      <a:pt x="291" y="25"/>
                      <a:pt x="289" y="25"/>
                    </a:cubicBezTo>
                    <a:cubicBezTo>
                      <a:pt x="288" y="25"/>
                      <a:pt x="287" y="25"/>
                      <a:pt x="287" y="25"/>
                    </a:cubicBezTo>
                    <a:close/>
                    <a:moveTo>
                      <a:pt x="157" y="13"/>
                    </a:moveTo>
                    <a:cubicBezTo>
                      <a:pt x="156" y="10"/>
                      <a:pt x="158" y="7"/>
                      <a:pt x="161" y="6"/>
                    </a:cubicBezTo>
                    <a:cubicBezTo>
                      <a:pt x="164" y="5"/>
                      <a:pt x="168" y="7"/>
                      <a:pt x="168" y="10"/>
                    </a:cubicBezTo>
                    <a:cubicBezTo>
                      <a:pt x="169" y="13"/>
                      <a:pt x="167" y="17"/>
                      <a:pt x="164" y="17"/>
                    </a:cubicBezTo>
                    <a:cubicBezTo>
                      <a:pt x="164" y="17"/>
                      <a:pt x="163" y="17"/>
                      <a:pt x="163" y="17"/>
                    </a:cubicBezTo>
                    <a:cubicBezTo>
                      <a:pt x="160" y="17"/>
                      <a:pt x="158" y="16"/>
                      <a:pt x="157" y="13"/>
                    </a:cubicBezTo>
                    <a:close/>
                    <a:moveTo>
                      <a:pt x="257" y="16"/>
                    </a:moveTo>
                    <a:cubicBezTo>
                      <a:pt x="254" y="15"/>
                      <a:pt x="252" y="12"/>
                      <a:pt x="252" y="9"/>
                    </a:cubicBezTo>
                    <a:cubicBezTo>
                      <a:pt x="253" y="6"/>
                      <a:pt x="256" y="4"/>
                      <a:pt x="259" y="5"/>
                    </a:cubicBezTo>
                    <a:cubicBezTo>
                      <a:pt x="263" y="5"/>
                      <a:pt x="265" y="8"/>
                      <a:pt x="264" y="11"/>
                    </a:cubicBezTo>
                    <a:cubicBezTo>
                      <a:pt x="263" y="14"/>
                      <a:pt x="261" y="16"/>
                      <a:pt x="258" y="16"/>
                    </a:cubicBezTo>
                    <a:cubicBezTo>
                      <a:pt x="258" y="16"/>
                      <a:pt x="257" y="16"/>
                      <a:pt x="257" y="16"/>
                    </a:cubicBezTo>
                    <a:close/>
                    <a:moveTo>
                      <a:pt x="189" y="7"/>
                    </a:moveTo>
                    <a:cubicBezTo>
                      <a:pt x="188" y="4"/>
                      <a:pt x="191" y="1"/>
                      <a:pt x="194" y="0"/>
                    </a:cubicBezTo>
                    <a:cubicBezTo>
                      <a:pt x="197" y="0"/>
                      <a:pt x="200" y="3"/>
                      <a:pt x="200" y="6"/>
                    </a:cubicBezTo>
                    <a:cubicBezTo>
                      <a:pt x="200" y="9"/>
                      <a:pt x="198" y="12"/>
                      <a:pt x="195" y="12"/>
                    </a:cubicBezTo>
                    <a:cubicBezTo>
                      <a:pt x="194" y="12"/>
                      <a:pt x="194" y="12"/>
                      <a:pt x="194" y="12"/>
                    </a:cubicBezTo>
                    <a:cubicBezTo>
                      <a:pt x="191" y="12"/>
                      <a:pt x="189" y="10"/>
                      <a:pt x="189" y="7"/>
                    </a:cubicBezTo>
                    <a:close/>
                    <a:moveTo>
                      <a:pt x="226" y="12"/>
                    </a:moveTo>
                    <a:cubicBezTo>
                      <a:pt x="223" y="11"/>
                      <a:pt x="220" y="9"/>
                      <a:pt x="221" y="5"/>
                    </a:cubicBezTo>
                    <a:cubicBezTo>
                      <a:pt x="221" y="2"/>
                      <a:pt x="224" y="0"/>
                      <a:pt x="227" y="0"/>
                    </a:cubicBezTo>
                    <a:cubicBezTo>
                      <a:pt x="230" y="0"/>
                      <a:pt x="232" y="3"/>
                      <a:pt x="232" y="6"/>
                    </a:cubicBezTo>
                    <a:cubicBezTo>
                      <a:pt x="232" y="9"/>
                      <a:pt x="229" y="12"/>
                      <a:pt x="226" y="12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13" name="Google Shape;1113;p24"/>
              <p:cNvSpPr/>
              <p:nvPr/>
            </p:nvSpPr>
            <p:spPr>
              <a:xfrm>
                <a:off x="5913438" y="4510088"/>
                <a:ext cx="625475" cy="625475"/>
              </a:xfrm>
              <a:custGeom>
                <a:avLst/>
                <a:gdLst/>
                <a:ahLst/>
                <a:cxnLst/>
                <a:rect l="l" t="t" r="r" b="b"/>
                <a:pathLst>
                  <a:path w="371" h="371" extrusionOk="0">
                    <a:moveTo>
                      <a:pt x="186" y="371"/>
                    </a:moveTo>
                    <a:cubicBezTo>
                      <a:pt x="83" y="371"/>
                      <a:pt x="0" y="288"/>
                      <a:pt x="0" y="186"/>
                    </a:cubicBezTo>
                    <a:cubicBezTo>
                      <a:pt x="0" y="83"/>
                      <a:pt x="83" y="0"/>
                      <a:pt x="186" y="0"/>
                    </a:cubicBezTo>
                    <a:cubicBezTo>
                      <a:pt x="288" y="0"/>
                      <a:pt x="371" y="83"/>
                      <a:pt x="371" y="186"/>
                    </a:cubicBezTo>
                    <a:cubicBezTo>
                      <a:pt x="371" y="288"/>
                      <a:pt x="288" y="371"/>
                      <a:pt x="186" y="371"/>
                    </a:cubicBezTo>
                    <a:close/>
                    <a:moveTo>
                      <a:pt x="186" y="8"/>
                    </a:moveTo>
                    <a:cubicBezTo>
                      <a:pt x="88" y="8"/>
                      <a:pt x="8" y="88"/>
                      <a:pt x="8" y="186"/>
                    </a:cubicBezTo>
                    <a:cubicBezTo>
                      <a:pt x="8" y="283"/>
                      <a:pt x="88" y="363"/>
                      <a:pt x="186" y="363"/>
                    </a:cubicBezTo>
                    <a:cubicBezTo>
                      <a:pt x="283" y="363"/>
                      <a:pt x="363" y="283"/>
                      <a:pt x="363" y="186"/>
                    </a:cubicBezTo>
                    <a:cubicBezTo>
                      <a:pt x="363" y="88"/>
                      <a:pt x="283" y="8"/>
                      <a:pt x="186" y="8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14" name="Google Shape;1114;p24"/>
              <p:cNvSpPr/>
              <p:nvPr/>
            </p:nvSpPr>
            <p:spPr>
              <a:xfrm>
                <a:off x="5978525" y="4573588"/>
                <a:ext cx="496888" cy="498475"/>
              </a:xfrm>
              <a:custGeom>
                <a:avLst/>
                <a:gdLst/>
                <a:ahLst/>
                <a:cxnLst/>
                <a:rect l="l" t="t" r="r" b="b"/>
                <a:pathLst>
                  <a:path w="295" h="295" extrusionOk="0">
                    <a:moveTo>
                      <a:pt x="148" y="295"/>
                    </a:moveTo>
                    <a:cubicBezTo>
                      <a:pt x="66" y="295"/>
                      <a:pt x="0" y="229"/>
                      <a:pt x="0" y="148"/>
                    </a:cubicBezTo>
                    <a:cubicBezTo>
                      <a:pt x="0" y="66"/>
                      <a:pt x="66" y="0"/>
                      <a:pt x="148" y="0"/>
                    </a:cubicBezTo>
                    <a:cubicBezTo>
                      <a:pt x="229" y="0"/>
                      <a:pt x="295" y="66"/>
                      <a:pt x="295" y="148"/>
                    </a:cubicBezTo>
                    <a:cubicBezTo>
                      <a:pt x="295" y="229"/>
                      <a:pt x="229" y="295"/>
                      <a:pt x="148" y="295"/>
                    </a:cubicBezTo>
                    <a:close/>
                    <a:moveTo>
                      <a:pt x="148" y="31"/>
                    </a:moveTo>
                    <a:cubicBezTo>
                      <a:pt x="83" y="31"/>
                      <a:pt x="31" y="83"/>
                      <a:pt x="31" y="148"/>
                    </a:cubicBezTo>
                    <a:cubicBezTo>
                      <a:pt x="31" y="212"/>
                      <a:pt x="83" y="264"/>
                      <a:pt x="148" y="264"/>
                    </a:cubicBezTo>
                    <a:cubicBezTo>
                      <a:pt x="212" y="264"/>
                      <a:pt x="264" y="212"/>
                      <a:pt x="264" y="148"/>
                    </a:cubicBezTo>
                    <a:cubicBezTo>
                      <a:pt x="264" y="83"/>
                      <a:pt x="212" y="31"/>
                      <a:pt x="148" y="3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mpact"/>
              <a:buNone/>
              <a:defRPr sz="3000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mpact"/>
              <a:buNone/>
              <a:defRPr sz="3000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mpact"/>
              <a:buNone/>
              <a:defRPr sz="3000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mpact"/>
              <a:buNone/>
              <a:defRPr sz="3000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mpact"/>
              <a:buNone/>
              <a:defRPr sz="3000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mpact"/>
              <a:buNone/>
              <a:defRPr sz="3000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mpact"/>
              <a:buNone/>
              <a:defRPr sz="3000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mpact"/>
              <a:buNone/>
              <a:defRPr sz="3000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mpact"/>
              <a:buNone/>
              <a:defRPr sz="3000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ctor"/>
              <a:buChar char="●"/>
              <a:defRPr sz="1200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ctor"/>
              <a:buChar char="○"/>
              <a:defRPr sz="1200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ctor"/>
              <a:buChar char="■"/>
              <a:defRPr sz="1200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ctor"/>
              <a:buChar char="●"/>
              <a:defRPr sz="1200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ctor"/>
              <a:buChar char="○"/>
              <a:defRPr sz="1200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ctor"/>
              <a:buChar char="■"/>
              <a:defRPr sz="1200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ctor"/>
              <a:buChar char="●"/>
              <a:defRPr sz="1200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ctor"/>
              <a:buChar char="○"/>
              <a:defRPr sz="1200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ctor"/>
              <a:buChar char="■"/>
              <a:defRPr sz="1200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2" r:id="rId13"/>
    <p:sldLayoutId id="2147483663" r:id="rId14"/>
    <p:sldLayoutId id="2147483664" r:id="rId15"/>
    <p:sldLayoutId id="2147483665" r:id="rId16"/>
    <p:sldLayoutId id="2147483666" r:id="rId17"/>
    <p:sldLayoutId id="2147483667" r:id="rId18"/>
    <p:sldLayoutId id="2147483669" r:id="rId19"/>
    <p:sldLayoutId id="2147483670" r:id="rId2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449">
          <p15:clr>
            <a:srgbClr val="EA4335"/>
          </p15:clr>
        </p15:guide>
        <p15:guide id="2" pos="5311">
          <p15:clr>
            <a:srgbClr val="EA4335"/>
          </p15:clr>
        </p15:guide>
        <p15:guide id="3" orient="horz" pos="340">
          <p15:clr>
            <a:srgbClr val="EA4335"/>
          </p15:clr>
        </p15:guide>
        <p15:guide id="4" orient="horz" pos="2900">
          <p15:clr>
            <a:srgbClr val="EA4335"/>
          </p15:clr>
        </p15:guide>
        <p15:guide id="5" orient="horz" pos="1620">
          <p15:clr>
            <a:srgbClr val="E46962"/>
          </p15:clr>
        </p15:guide>
        <p15:guide id="6" pos="2880">
          <p15:clr>
            <a:srgbClr val="E46962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jpe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4.jpeg"/><Relationship Id="rId5" Type="http://schemas.openxmlformats.org/officeDocument/2006/relationships/image" Target="../media/image13.jpeg"/><Relationship Id="rId4" Type="http://schemas.openxmlformats.org/officeDocument/2006/relationships/image" Target="../media/image12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21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hyperlink" Target="https://eleobo.com/make-a-wifi-controlled-robot-with-speed-control/" TargetMode="External"/><Relationship Id="rId3" Type="http://schemas.openxmlformats.org/officeDocument/2006/relationships/hyperlink" Target="https://microkontroller.ru/arduino-projects/upravlenie-shagovym-dvigatelem-s-pomoshhyu-arduino-i-potencziometra/" TargetMode="External"/><Relationship Id="rId7" Type="http://schemas.openxmlformats.org/officeDocument/2006/relationships/hyperlink" Target="https://www.arduinolibraries.info/libraries/qmc5883-l-compass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8.xml"/><Relationship Id="rId6" Type="http://schemas.openxmlformats.org/officeDocument/2006/relationships/hyperlink" Target="https://&#1088;&#1086;&#1073;&#1086;&#1090;&#1077;&#1093;&#1085;&#1080;&#1082;&#1072;18.&#1088;&#1092;/%D1%88%D0%B0%D0%B3%D0%BE%D0%B2%D1%8B%D0%B9-D0%B4%D0%B2%D0%B8%D0%B3%D0%B0%D1%82%D0%B5%D0%BB%D1%8C-%D0%B0%D1%80%D0%B4%D1%83%D0%B8%D0%BD%D0%BE/?ysclid=mi7st9prku115004086" TargetMode="External"/><Relationship Id="rId5" Type="http://schemas.openxmlformats.org/officeDocument/2006/relationships/hyperlink" Target="https://png-arduino-framework.readthedocs.io/ultrasonic.html" TargetMode="External"/><Relationship Id="rId10" Type="http://schemas.openxmlformats.org/officeDocument/2006/relationships/hyperlink" Target="https://mischianti.org/gy-273-qmc5883l-clone-hmc5883l-magnetometer-for-arduino-esp8266-and-esp32/?ysclid=mi7p98jr42507457428" TargetMode="External"/><Relationship Id="rId4" Type="http://schemas.openxmlformats.org/officeDocument/2006/relationships/hyperlink" Target="https://code-qr.ru/" TargetMode="External"/><Relationship Id="rId9" Type="http://schemas.openxmlformats.org/officeDocument/2006/relationships/hyperlink" Target="https://fritzing.org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Shape 1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5" name="Google Shape;1125;p28"/>
          <p:cNvSpPr txBox="1">
            <a:spLocks noGrp="1"/>
          </p:cNvSpPr>
          <p:nvPr>
            <p:ph type="ctrTitle"/>
          </p:nvPr>
        </p:nvSpPr>
        <p:spPr>
          <a:xfrm>
            <a:off x="250679" y="219964"/>
            <a:ext cx="4318096" cy="2249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Универсальный колесный робот на базе </a:t>
            </a:r>
            <a:r>
              <a:rPr lang="en-US" dirty="0"/>
              <a:t>ESP32</a:t>
            </a:r>
            <a:endParaRPr dirty="0">
              <a:solidFill>
                <a:schemeClr val="lt2"/>
              </a:solidFill>
            </a:endParaRPr>
          </a:p>
        </p:txBody>
      </p:sp>
      <p:sp>
        <p:nvSpPr>
          <p:cNvPr id="1126" name="Google Shape;1126;p28"/>
          <p:cNvSpPr txBox="1">
            <a:spLocks noGrp="1"/>
          </p:cNvSpPr>
          <p:nvPr>
            <p:ph type="subTitle" idx="1"/>
          </p:nvPr>
        </p:nvSpPr>
        <p:spPr>
          <a:xfrm>
            <a:off x="250678" y="2571750"/>
            <a:ext cx="4523749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ru-RU" dirty="0">
                <a:latin typeface="ALS Sector Bold" panose="02000000000000000000" pitchFamily="50" charset="0"/>
              </a:rPr>
              <a:t>Авторы: ученики 10з класса школы №1580</a:t>
            </a:r>
          </a:p>
          <a:p>
            <a:pPr marL="0" lvl="0" indent="0"/>
            <a:endParaRPr lang="ru-RU" dirty="0">
              <a:latin typeface="ALS Sector Bold" panose="02000000000000000000" pitchFamily="50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Панков Виктор Владимирович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Осиповых Александр Андреевич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Плотников Леонид Александрович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u-RU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	Руководитель проекта: Кулешов Е.А.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u-RU" dirty="0">
              <a:latin typeface="ALS Sector Bold" panose="02000000000000000000" pitchFamily="50" charset="0"/>
            </a:endParaRPr>
          </a:p>
        </p:txBody>
      </p:sp>
      <p:grpSp>
        <p:nvGrpSpPr>
          <p:cNvPr id="1128" name="Google Shape;1128;p28"/>
          <p:cNvGrpSpPr/>
          <p:nvPr/>
        </p:nvGrpSpPr>
        <p:grpSpPr>
          <a:xfrm>
            <a:off x="4572002" y="415286"/>
            <a:ext cx="1025928" cy="248431"/>
            <a:chOff x="4287838" y="1025525"/>
            <a:chExt cx="708025" cy="171450"/>
          </a:xfrm>
        </p:grpSpPr>
        <p:sp>
          <p:nvSpPr>
            <p:cNvPr id="1129" name="Google Shape;1129;p28"/>
            <p:cNvSpPr/>
            <p:nvPr/>
          </p:nvSpPr>
          <p:spPr>
            <a:xfrm>
              <a:off x="4914900" y="1025525"/>
              <a:ext cx="80963" cy="171450"/>
            </a:xfrm>
            <a:custGeom>
              <a:avLst/>
              <a:gdLst/>
              <a:ahLst/>
              <a:cxnLst/>
              <a:rect l="l" t="t" r="r" b="b"/>
              <a:pathLst>
                <a:path w="51" h="108" extrusionOk="0">
                  <a:moveTo>
                    <a:pt x="38" y="0"/>
                  </a:moveTo>
                  <a:lnTo>
                    <a:pt x="51" y="10"/>
                  </a:lnTo>
                  <a:lnTo>
                    <a:pt x="21" y="54"/>
                  </a:lnTo>
                  <a:lnTo>
                    <a:pt x="51" y="99"/>
                  </a:lnTo>
                  <a:lnTo>
                    <a:pt x="38" y="108"/>
                  </a:lnTo>
                  <a:lnTo>
                    <a:pt x="0" y="54"/>
                  </a:lnTo>
                  <a:lnTo>
                    <a:pt x="3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0" name="Google Shape;1130;p28"/>
            <p:cNvSpPr/>
            <p:nvPr/>
          </p:nvSpPr>
          <p:spPr>
            <a:xfrm>
              <a:off x="4846638" y="1025525"/>
              <a:ext cx="80963" cy="171450"/>
            </a:xfrm>
            <a:custGeom>
              <a:avLst/>
              <a:gdLst/>
              <a:ahLst/>
              <a:cxnLst/>
              <a:rect l="l" t="t" r="r" b="b"/>
              <a:pathLst>
                <a:path w="51" h="108" extrusionOk="0">
                  <a:moveTo>
                    <a:pt x="37" y="0"/>
                  </a:moveTo>
                  <a:lnTo>
                    <a:pt x="51" y="10"/>
                  </a:lnTo>
                  <a:lnTo>
                    <a:pt x="20" y="54"/>
                  </a:lnTo>
                  <a:lnTo>
                    <a:pt x="51" y="99"/>
                  </a:lnTo>
                  <a:lnTo>
                    <a:pt x="37" y="108"/>
                  </a:lnTo>
                  <a:lnTo>
                    <a:pt x="0" y="54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1" name="Google Shape;1131;p28"/>
            <p:cNvSpPr/>
            <p:nvPr/>
          </p:nvSpPr>
          <p:spPr>
            <a:xfrm>
              <a:off x="4776788" y="1025525"/>
              <a:ext cx="79375" cy="171450"/>
            </a:xfrm>
            <a:custGeom>
              <a:avLst/>
              <a:gdLst/>
              <a:ahLst/>
              <a:cxnLst/>
              <a:rect l="l" t="t" r="r" b="b"/>
              <a:pathLst>
                <a:path w="50" h="108" extrusionOk="0">
                  <a:moveTo>
                    <a:pt x="37" y="0"/>
                  </a:moveTo>
                  <a:lnTo>
                    <a:pt x="50" y="10"/>
                  </a:lnTo>
                  <a:lnTo>
                    <a:pt x="19" y="54"/>
                  </a:lnTo>
                  <a:lnTo>
                    <a:pt x="50" y="99"/>
                  </a:lnTo>
                  <a:lnTo>
                    <a:pt x="37" y="108"/>
                  </a:lnTo>
                  <a:lnTo>
                    <a:pt x="0" y="54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2" name="Google Shape;1132;p28"/>
            <p:cNvSpPr/>
            <p:nvPr/>
          </p:nvSpPr>
          <p:spPr>
            <a:xfrm>
              <a:off x="4706938" y="1025525"/>
              <a:ext cx="80963" cy="171450"/>
            </a:xfrm>
            <a:custGeom>
              <a:avLst/>
              <a:gdLst/>
              <a:ahLst/>
              <a:cxnLst/>
              <a:rect l="l" t="t" r="r" b="b"/>
              <a:pathLst>
                <a:path w="51" h="108" extrusionOk="0">
                  <a:moveTo>
                    <a:pt x="37" y="0"/>
                  </a:moveTo>
                  <a:lnTo>
                    <a:pt x="51" y="10"/>
                  </a:lnTo>
                  <a:lnTo>
                    <a:pt x="20" y="54"/>
                  </a:lnTo>
                  <a:lnTo>
                    <a:pt x="51" y="99"/>
                  </a:lnTo>
                  <a:lnTo>
                    <a:pt x="37" y="108"/>
                  </a:lnTo>
                  <a:lnTo>
                    <a:pt x="0" y="54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3" name="Google Shape;1133;p28"/>
            <p:cNvSpPr/>
            <p:nvPr/>
          </p:nvSpPr>
          <p:spPr>
            <a:xfrm>
              <a:off x="4637088" y="1025525"/>
              <a:ext cx="79375" cy="171450"/>
            </a:xfrm>
            <a:custGeom>
              <a:avLst/>
              <a:gdLst/>
              <a:ahLst/>
              <a:cxnLst/>
              <a:rect l="l" t="t" r="r" b="b"/>
              <a:pathLst>
                <a:path w="50" h="108" extrusionOk="0">
                  <a:moveTo>
                    <a:pt x="37" y="0"/>
                  </a:moveTo>
                  <a:lnTo>
                    <a:pt x="50" y="10"/>
                  </a:lnTo>
                  <a:lnTo>
                    <a:pt x="19" y="54"/>
                  </a:lnTo>
                  <a:lnTo>
                    <a:pt x="50" y="99"/>
                  </a:lnTo>
                  <a:lnTo>
                    <a:pt x="37" y="108"/>
                  </a:lnTo>
                  <a:lnTo>
                    <a:pt x="0" y="54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4" name="Google Shape;1134;p28"/>
            <p:cNvSpPr/>
            <p:nvPr/>
          </p:nvSpPr>
          <p:spPr>
            <a:xfrm>
              <a:off x="4568825" y="1025525"/>
              <a:ext cx="77788" cy="171450"/>
            </a:xfrm>
            <a:custGeom>
              <a:avLst/>
              <a:gdLst/>
              <a:ahLst/>
              <a:cxnLst/>
              <a:rect l="l" t="t" r="r" b="b"/>
              <a:pathLst>
                <a:path w="49" h="108" extrusionOk="0">
                  <a:moveTo>
                    <a:pt x="37" y="0"/>
                  </a:moveTo>
                  <a:lnTo>
                    <a:pt x="49" y="10"/>
                  </a:lnTo>
                  <a:lnTo>
                    <a:pt x="19" y="54"/>
                  </a:lnTo>
                  <a:lnTo>
                    <a:pt x="49" y="99"/>
                  </a:lnTo>
                  <a:lnTo>
                    <a:pt x="37" y="108"/>
                  </a:lnTo>
                  <a:lnTo>
                    <a:pt x="0" y="54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5" name="Google Shape;1135;p28"/>
            <p:cNvSpPr/>
            <p:nvPr/>
          </p:nvSpPr>
          <p:spPr>
            <a:xfrm>
              <a:off x="4497388" y="1025525"/>
              <a:ext cx="80963" cy="171450"/>
            </a:xfrm>
            <a:custGeom>
              <a:avLst/>
              <a:gdLst/>
              <a:ahLst/>
              <a:cxnLst/>
              <a:rect l="l" t="t" r="r" b="b"/>
              <a:pathLst>
                <a:path w="51" h="108" extrusionOk="0">
                  <a:moveTo>
                    <a:pt x="37" y="0"/>
                  </a:moveTo>
                  <a:lnTo>
                    <a:pt x="51" y="10"/>
                  </a:lnTo>
                  <a:lnTo>
                    <a:pt x="20" y="54"/>
                  </a:lnTo>
                  <a:lnTo>
                    <a:pt x="51" y="99"/>
                  </a:lnTo>
                  <a:lnTo>
                    <a:pt x="37" y="108"/>
                  </a:lnTo>
                  <a:lnTo>
                    <a:pt x="0" y="54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6" name="Google Shape;1136;p28"/>
            <p:cNvSpPr/>
            <p:nvPr/>
          </p:nvSpPr>
          <p:spPr>
            <a:xfrm>
              <a:off x="4427538" y="1025525"/>
              <a:ext cx="79375" cy="171450"/>
            </a:xfrm>
            <a:custGeom>
              <a:avLst/>
              <a:gdLst/>
              <a:ahLst/>
              <a:cxnLst/>
              <a:rect l="l" t="t" r="r" b="b"/>
              <a:pathLst>
                <a:path w="50" h="108" extrusionOk="0">
                  <a:moveTo>
                    <a:pt x="38" y="0"/>
                  </a:moveTo>
                  <a:lnTo>
                    <a:pt x="50" y="10"/>
                  </a:lnTo>
                  <a:lnTo>
                    <a:pt x="20" y="54"/>
                  </a:lnTo>
                  <a:lnTo>
                    <a:pt x="50" y="99"/>
                  </a:lnTo>
                  <a:lnTo>
                    <a:pt x="38" y="108"/>
                  </a:lnTo>
                  <a:lnTo>
                    <a:pt x="0" y="54"/>
                  </a:lnTo>
                  <a:lnTo>
                    <a:pt x="3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7" name="Google Shape;1137;p28"/>
            <p:cNvSpPr/>
            <p:nvPr/>
          </p:nvSpPr>
          <p:spPr>
            <a:xfrm>
              <a:off x="4359275" y="1025525"/>
              <a:ext cx="79375" cy="171450"/>
            </a:xfrm>
            <a:custGeom>
              <a:avLst/>
              <a:gdLst/>
              <a:ahLst/>
              <a:cxnLst/>
              <a:rect l="l" t="t" r="r" b="b"/>
              <a:pathLst>
                <a:path w="50" h="108" extrusionOk="0">
                  <a:moveTo>
                    <a:pt x="37" y="0"/>
                  </a:moveTo>
                  <a:lnTo>
                    <a:pt x="50" y="10"/>
                  </a:lnTo>
                  <a:lnTo>
                    <a:pt x="19" y="54"/>
                  </a:lnTo>
                  <a:lnTo>
                    <a:pt x="50" y="99"/>
                  </a:lnTo>
                  <a:lnTo>
                    <a:pt x="37" y="108"/>
                  </a:lnTo>
                  <a:lnTo>
                    <a:pt x="0" y="54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8" name="Google Shape;1138;p28"/>
            <p:cNvSpPr/>
            <p:nvPr/>
          </p:nvSpPr>
          <p:spPr>
            <a:xfrm>
              <a:off x="4287838" y="1025525"/>
              <a:ext cx="80963" cy="171450"/>
            </a:xfrm>
            <a:custGeom>
              <a:avLst/>
              <a:gdLst/>
              <a:ahLst/>
              <a:cxnLst/>
              <a:rect l="l" t="t" r="r" b="b"/>
              <a:pathLst>
                <a:path w="51" h="108" extrusionOk="0">
                  <a:moveTo>
                    <a:pt x="37" y="0"/>
                  </a:moveTo>
                  <a:lnTo>
                    <a:pt x="51" y="10"/>
                  </a:lnTo>
                  <a:lnTo>
                    <a:pt x="20" y="54"/>
                  </a:lnTo>
                  <a:lnTo>
                    <a:pt x="51" y="99"/>
                  </a:lnTo>
                  <a:lnTo>
                    <a:pt x="37" y="108"/>
                  </a:lnTo>
                  <a:lnTo>
                    <a:pt x="0" y="54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39" name="Google Shape;1139;p28"/>
          <p:cNvGrpSpPr/>
          <p:nvPr/>
        </p:nvGrpSpPr>
        <p:grpSpPr>
          <a:xfrm>
            <a:off x="7706075" y="3880100"/>
            <a:ext cx="1449389" cy="1447800"/>
            <a:chOff x="5502275" y="4098925"/>
            <a:chExt cx="1449389" cy="1447800"/>
          </a:xfrm>
        </p:grpSpPr>
        <p:sp>
          <p:nvSpPr>
            <p:cNvPr id="1140" name="Google Shape;1140;p28"/>
            <p:cNvSpPr/>
            <p:nvPr/>
          </p:nvSpPr>
          <p:spPr>
            <a:xfrm>
              <a:off x="5502275" y="4098925"/>
              <a:ext cx="1449389" cy="1447800"/>
            </a:xfrm>
            <a:custGeom>
              <a:avLst/>
              <a:gdLst/>
              <a:ahLst/>
              <a:cxnLst/>
              <a:rect l="l" t="t" r="r" b="b"/>
              <a:pathLst>
                <a:path w="859" h="858" extrusionOk="0">
                  <a:moveTo>
                    <a:pt x="430" y="858"/>
                  </a:moveTo>
                  <a:cubicBezTo>
                    <a:pt x="193" y="858"/>
                    <a:pt x="0" y="665"/>
                    <a:pt x="0" y="429"/>
                  </a:cubicBezTo>
                  <a:cubicBezTo>
                    <a:pt x="0" y="192"/>
                    <a:pt x="193" y="0"/>
                    <a:pt x="430" y="0"/>
                  </a:cubicBezTo>
                  <a:cubicBezTo>
                    <a:pt x="666" y="0"/>
                    <a:pt x="859" y="192"/>
                    <a:pt x="859" y="429"/>
                  </a:cubicBezTo>
                  <a:cubicBezTo>
                    <a:pt x="859" y="665"/>
                    <a:pt x="666" y="858"/>
                    <a:pt x="430" y="858"/>
                  </a:cubicBezTo>
                  <a:close/>
                  <a:moveTo>
                    <a:pt x="430" y="10"/>
                  </a:moveTo>
                  <a:cubicBezTo>
                    <a:pt x="199" y="10"/>
                    <a:pt x="11" y="198"/>
                    <a:pt x="11" y="429"/>
                  </a:cubicBezTo>
                  <a:cubicBezTo>
                    <a:pt x="11" y="659"/>
                    <a:pt x="199" y="847"/>
                    <a:pt x="430" y="847"/>
                  </a:cubicBezTo>
                  <a:cubicBezTo>
                    <a:pt x="660" y="847"/>
                    <a:pt x="848" y="659"/>
                    <a:pt x="848" y="429"/>
                  </a:cubicBezTo>
                  <a:cubicBezTo>
                    <a:pt x="848" y="198"/>
                    <a:pt x="660" y="10"/>
                    <a:pt x="430" y="1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1" name="Google Shape;1141;p28"/>
            <p:cNvSpPr/>
            <p:nvPr/>
          </p:nvSpPr>
          <p:spPr>
            <a:xfrm>
              <a:off x="5548313" y="4143375"/>
              <a:ext cx="1357313" cy="1358900"/>
            </a:xfrm>
            <a:custGeom>
              <a:avLst/>
              <a:gdLst/>
              <a:ahLst/>
              <a:cxnLst/>
              <a:rect l="l" t="t" r="r" b="b"/>
              <a:pathLst>
                <a:path w="805" h="805" extrusionOk="0">
                  <a:moveTo>
                    <a:pt x="403" y="805"/>
                  </a:moveTo>
                  <a:cubicBezTo>
                    <a:pt x="180" y="805"/>
                    <a:pt x="0" y="625"/>
                    <a:pt x="0" y="403"/>
                  </a:cubicBezTo>
                  <a:cubicBezTo>
                    <a:pt x="0" y="181"/>
                    <a:pt x="180" y="0"/>
                    <a:pt x="403" y="0"/>
                  </a:cubicBezTo>
                  <a:cubicBezTo>
                    <a:pt x="625" y="0"/>
                    <a:pt x="805" y="181"/>
                    <a:pt x="805" y="403"/>
                  </a:cubicBezTo>
                  <a:cubicBezTo>
                    <a:pt x="805" y="625"/>
                    <a:pt x="625" y="805"/>
                    <a:pt x="403" y="805"/>
                  </a:cubicBezTo>
                  <a:close/>
                  <a:moveTo>
                    <a:pt x="403" y="7"/>
                  </a:moveTo>
                  <a:cubicBezTo>
                    <a:pt x="184" y="7"/>
                    <a:pt x="7" y="185"/>
                    <a:pt x="7" y="403"/>
                  </a:cubicBezTo>
                  <a:cubicBezTo>
                    <a:pt x="7" y="621"/>
                    <a:pt x="184" y="798"/>
                    <a:pt x="403" y="798"/>
                  </a:cubicBezTo>
                  <a:cubicBezTo>
                    <a:pt x="621" y="798"/>
                    <a:pt x="798" y="621"/>
                    <a:pt x="798" y="403"/>
                  </a:cubicBezTo>
                  <a:cubicBezTo>
                    <a:pt x="798" y="185"/>
                    <a:pt x="621" y="7"/>
                    <a:pt x="403" y="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2" name="Google Shape;1142;p28"/>
            <p:cNvSpPr/>
            <p:nvPr/>
          </p:nvSpPr>
          <p:spPr>
            <a:xfrm>
              <a:off x="5595938" y="4192588"/>
              <a:ext cx="1262063" cy="1262063"/>
            </a:xfrm>
            <a:custGeom>
              <a:avLst/>
              <a:gdLst/>
              <a:ahLst/>
              <a:cxnLst/>
              <a:rect l="l" t="t" r="r" b="b"/>
              <a:pathLst>
                <a:path w="749" h="748" extrusionOk="0">
                  <a:moveTo>
                    <a:pt x="375" y="748"/>
                  </a:moveTo>
                  <a:cubicBezTo>
                    <a:pt x="375" y="748"/>
                    <a:pt x="375" y="748"/>
                    <a:pt x="375" y="748"/>
                  </a:cubicBezTo>
                  <a:cubicBezTo>
                    <a:pt x="372" y="748"/>
                    <a:pt x="369" y="748"/>
                    <a:pt x="366" y="748"/>
                  </a:cubicBezTo>
                  <a:cubicBezTo>
                    <a:pt x="367" y="689"/>
                    <a:pt x="367" y="689"/>
                    <a:pt x="367" y="689"/>
                  </a:cubicBezTo>
                  <a:cubicBezTo>
                    <a:pt x="370" y="689"/>
                    <a:pt x="372" y="689"/>
                    <a:pt x="375" y="689"/>
                  </a:cubicBezTo>
                  <a:lnTo>
                    <a:pt x="375" y="748"/>
                  </a:lnTo>
                  <a:close/>
                  <a:moveTo>
                    <a:pt x="382" y="748"/>
                  </a:moveTo>
                  <a:cubicBezTo>
                    <a:pt x="381" y="689"/>
                    <a:pt x="381" y="689"/>
                    <a:pt x="381" y="689"/>
                  </a:cubicBezTo>
                  <a:cubicBezTo>
                    <a:pt x="383" y="689"/>
                    <a:pt x="386" y="689"/>
                    <a:pt x="388" y="689"/>
                  </a:cubicBezTo>
                  <a:cubicBezTo>
                    <a:pt x="390" y="747"/>
                    <a:pt x="390" y="747"/>
                    <a:pt x="390" y="747"/>
                  </a:cubicBezTo>
                  <a:cubicBezTo>
                    <a:pt x="388" y="747"/>
                    <a:pt x="385" y="748"/>
                    <a:pt x="382" y="748"/>
                  </a:cubicBezTo>
                  <a:close/>
                  <a:moveTo>
                    <a:pt x="359" y="747"/>
                  </a:moveTo>
                  <a:cubicBezTo>
                    <a:pt x="356" y="747"/>
                    <a:pt x="353" y="747"/>
                    <a:pt x="350" y="747"/>
                  </a:cubicBezTo>
                  <a:cubicBezTo>
                    <a:pt x="354" y="689"/>
                    <a:pt x="354" y="689"/>
                    <a:pt x="354" y="689"/>
                  </a:cubicBezTo>
                  <a:cubicBezTo>
                    <a:pt x="356" y="689"/>
                    <a:pt x="359" y="689"/>
                    <a:pt x="361" y="689"/>
                  </a:cubicBezTo>
                  <a:lnTo>
                    <a:pt x="359" y="747"/>
                  </a:lnTo>
                  <a:close/>
                  <a:moveTo>
                    <a:pt x="398" y="747"/>
                  </a:moveTo>
                  <a:cubicBezTo>
                    <a:pt x="394" y="689"/>
                    <a:pt x="394" y="689"/>
                    <a:pt x="394" y="689"/>
                  </a:cubicBezTo>
                  <a:cubicBezTo>
                    <a:pt x="397" y="688"/>
                    <a:pt x="399" y="688"/>
                    <a:pt x="401" y="688"/>
                  </a:cubicBezTo>
                  <a:cubicBezTo>
                    <a:pt x="406" y="746"/>
                    <a:pt x="406" y="746"/>
                    <a:pt x="406" y="746"/>
                  </a:cubicBezTo>
                  <a:cubicBezTo>
                    <a:pt x="403" y="747"/>
                    <a:pt x="401" y="747"/>
                    <a:pt x="398" y="747"/>
                  </a:cubicBezTo>
                  <a:close/>
                  <a:moveTo>
                    <a:pt x="343" y="746"/>
                  </a:moveTo>
                  <a:cubicBezTo>
                    <a:pt x="340" y="746"/>
                    <a:pt x="337" y="746"/>
                    <a:pt x="334" y="746"/>
                  </a:cubicBezTo>
                  <a:cubicBezTo>
                    <a:pt x="341" y="687"/>
                    <a:pt x="341" y="687"/>
                    <a:pt x="341" y="687"/>
                  </a:cubicBezTo>
                  <a:cubicBezTo>
                    <a:pt x="343" y="688"/>
                    <a:pt x="345" y="688"/>
                    <a:pt x="348" y="688"/>
                  </a:cubicBezTo>
                  <a:lnTo>
                    <a:pt x="343" y="746"/>
                  </a:lnTo>
                  <a:close/>
                  <a:moveTo>
                    <a:pt x="414" y="746"/>
                  </a:moveTo>
                  <a:cubicBezTo>
                    <a:pt x="407" y="688"/>
                    <a:pt x="407" y="688"/>
                    <a:pt x="407" y="688"/>
                  </a:cubicBezTo>
                  <a:cubicBezTo>
                    <a:pt x="410" y="687"/>
                    <a:pt x="412" y="687"/>
                    <a:pt x="415" y="687"/>
                  </a:cubicBezTo>
                  <a:cubicBezTo>
                    <a:pt x="422" y="745"/>
                    <a:pt x="422" y="745"/>
                    <a:pt x="422" y="745"/>
                  </a:cubicBezTo>
                  <a:cubicBezTo>
                    <a:pt x="419" y="745"/>
                    <a:pt x="416" y="745"/>
                    <a:pt x="414" y="746"/>
                  </a:cubicBezTo>
                  <a:close/>
                  <a:moveTo>
                    <a:pt x="327" y="745"/>
                  </a:moveTo>
                  <a:cubicBezTo>
                    <a:pt x="324" y="744"/>
                    <a:pt x="321" y="744"/>
                    <a:pt x="319" y="744"/>
                  </a:cubicBezTo>
                  <a:cubicBezTo>
                    <a:pt x="327" y="686"/>
                    <a:pt x="327" y="686"/>
                    <a:pt x="327" y="686"/>
                  </a:cubicBezTo>
                  <a:cubicBezTo>
                    <a:pt x="330" y="686"/>
                    <a:pt x="332" y="686"/>
                    <a:pt x="334" y="687"/>
                  </a:cubicBezTo>
                  <a:lnTo>
                    <a:pt x="327" y="745"/>
                  </a:lnTo>
                  <a:close/>
                  <a:moveTo>
                    <a:pt x="429" y="744"/>
                  </a:moveTo>
                  <a:cubicBezTo>
                    <a:pt x="421" y="686"/>
                    <a:pt x="421" y="686"/>
                    <a:pt x="421" y="686"/>
                  </a:cubicBezTo>
                  <a:cubicBezTo>
                    <a:pt x="423" y="686"/>
                    <a:pt x="426" y="685"/>
                    <a:pt x="428" y="685"/>
                  </a:cubicBezTo>
                  <a:cubicBezTo>
                    <a:pt x="438" y="742"/>
                    <a:pt x="438" y="742"/>
                    <a:pt x="438" y="742"/>
                  </a:cubicBezTo>
                  <a:cubicBezTo>
                    <a:pt x="435" y="743"/>
                    <a:pt x="432" y="743"/>
                    <a:pt x="429" y="744"/>
                  </a:cubicBezTo>
                  <a:close/>
                  <a:moveTo>
                    <a:pt x="311" y="742"/>
                  </a:moveTo>
                  <a:cubicBezTo>
                    <a:pt x="309" y="742"/>
                    <a:pt x="306" y="741"/>
                    <a:pt x="303" y="741"/>
                  </a:cubicBezTo>
                  <a:cubicBezTo>
                    <a:pt x="314" y="683"/>
                    <a:pt x="314" y="683"/>
                    <a:pt x="314" y="683"/>
                  </a:cubicBezTo>
                  <a:cubicBezTo>
                    <a:pt x="316" y="684"/>
                    <a:pt x="319" y="684"/>
                    <a:pt x="321" y="685"/>
                  </a:cubicBezTo>
                  <a:lnTo>
                    <a:pt x="311" y="742"/>
                  </a:lnTo>
                  <a:close/>
                  <a:moveTo>
                    <a:pt x="445" y="741"/>
                  </a:moveTo>
                  <a:cubicBezTo>
                    <a:pt x="434" y="684"/>
                    <a:pt x="434" y="684"/>
                    <a:pt x="434" y="684"/>
                  </a:cubicBezTo>
                  <a:cubicBezTo>
                    <a:pt x="436" y="683"/>
                    <a:pt x="439" y="683"/>
                    <a:pt x="441" y="682"/>
                  </a:cubicBezTo>
                  <a:cubicBezTo>
                    <a:pt x="453" y="739"/>
                    <a:pt x="453" y="739"/>
                    <a:pt x="453" y="739"/>
                  </a:cubicBezTo>
                  <a:cubicBezTo>
                    <a:pt x="451" y="740"/>
                    <a:pt x="448" y="741"/>
                    <a:pt x="445" y="741"/>
                  </a:cubicBezTo>
                  <a:close/>
                  <a:moveTo>
                    <a:pt x="296" y="739"/>
                  </a:moveTo>
                  <a:cubicBezTo>
                    <a:pt x="293" y="739"/>
                    <a:pt x="290" y="738"/>
                    <a:pt x="287" y="737"/>
                  </a:cubicBezTo>
                  <a:cubicBezTo>
                    <a:pt x="301" y="681"/>
                    <a:pt x="301" y="681"/>
                    <a:pt x="301" y="681"/>
                  </a:cubicBezTo>
                  <a:cubicBezTo>
                    <a:pt x="303" y="681"/>
                    <a:pt x="306" y="682"/>
                    <a:pt x="308" y="682"/>
                  </a:cubicBezTo>
                  <a:lnTo>
                    <a:pt x="296" y="739"/>
                  </a:lnTo>
                  <a:close/>
                  <a:moveTo>
                    <a:pt x="460" y="738"/>
                  </a:moveTo>
                  <a:cubicBezTo>
                    <a:pt x="447" y="681"/>
                    <a:pt x="447" y="681"/>
                    <a:pt x="447" y="681"/>
                  </a:cubicBezTo>
                  <a:cubicBezTo>
                    <a:pt x="449" y="680"/>
                    <a:pt x="452" y="680"/>
                    <a:pt x="454" y="679"/>
                  </a:cubicBezTo>
                  <a:cubicBezTo>
                    <a:pt x="469" y="736"/>
                    <a:pt x="469" y="736"/>
                    <a:pt x="469" y="736"/>
                  </a:cubicBezTo>
                  <a:cubicBezTo>
                    <a:pt x="466" y="736"/>
                    <a:pt x="463" y="737"/>
                    <a:pt x="460" y="738"/>
                  </a:cubicBezTo>
                  <a:close/>
                  <a:moveTo>
                    <a:pt x="280" y="736"/>
                  </a:moveTo>
                  <a:cubicBezTo>
                    <a:pt x="278" y="735"/>
                    <a:pt x="275" y="734"/>
                    <a:pt x="272" y="733"/>
                  </a:cubicBezTo>
                  <a:cubicBezTo>
                    <a:pt x="288" y="677"/>
                    <a:pt x="288" y="677"/>
                    <a:pt x="288" y="677"/>
                  </a:cubicBezTo>
                  <a:cubicBezTo>
                    <a:pt x="290" y="678"/>
                    <a:pt x="293" y="679"/>
                    <a:pt x="295" y="679"/>
                  </a:cubicBezTo>
                  <a:lnTo>
                    <a:pt x="280" y="736"/>
                  </a:lnTo>
                  <a:close/>
                  <a:moveTo>
                    <a:pt x="476" y="734"/>
                  </a:moveTo>
                  <a:cubicBezTo>
                    <a:pt x="460" y="678"/>
                    <a:pt x="460" y="678"/>
                    <a:pt x="460" y="678"/>
                  </a:cubicBezTo>
                  <a:cubicBezTo>
                    <a:pt x="462" y="677"/>
                    <a:pt x="465" y="676"/>
                    <a:pt x="467" y="675"/>
                  </a:cubicBezTo>
                  <a:cubicBezTo>
                    <a:pt x="484" y="731"/>
                    <a:pt x="484" y="731"/>
                    <a:pt x="484" y="731"/>
                  </a:cubicBezTo>
                  <a:cubicBezTo>
                    <a:pt x="481" y="732"/>
                    <a:pt x="479" y="733"/>
                    <a:pt x="476" y="734"/>
                  </a:cubicBezTo>
                  <a:close/>
                  <a:moveTo>
                    <a:pt x="265" y="731"/>
                  </a:moveTo>
                  <a:cubicBezTo>
                    <a:pt x="262" y="731"/>
                    <a:pt x="260" y="730"/>
                    <a:pt x="257" y="729"/>
                  </a:cubicBezTo>
                  <a:cubicBezTo>
                    <a:pt x="275" y="673"/>
                    <a:pt x="275" y="673"/>
                    <a:pt x="275" y="673"/>
                  </a:cubicBezTo>
                  <a:cubicBezTo>
                    <a:pt x="278" y="674"/>
                    <a:pt x="280" y="675"/>
                    <a:pt x="282" y="676"/>
                  </a:cubicBezTo>
                  <a:lnTo>
                    <a:pt x="265" y="731"/>
                  </a:lnTo>
                  <a:close/>
                  <a:moveTo>
                    <a:pt x="491" y="729"/>
                  </a:moveTo>
                  <a:cubicBezTo>
                    <a:pt x="473" y="674"/>
                    <a:pt x="473" y="674"/>
                    <a:pt x="473" y="674"/>
                  </a:cubicBezTo>
                  <a:cubicBezTo>
                    <a:pt x="475" y="673"/>
                    <a:pt x="477" y="672"/>
                    <a:pt x="480" y="671"/>
                  </a:cubicBezTo>
                  <a:cubicBezTo>
                    <a:pt x="499" y="726"/>
                    <a:pt x="499" y="726"/>
                    <a:pt x="499" y="726"/>
                  </a:cubicBezTo>
                  <a:cubicBezTo>
                    <a:pt x="496" y="727"/>
                    <a:pt x="494" y="728"/>
                    <a:pt x="491" y="729"/>
                  </a:cubicBezTo>
                  <a:close/>
                  <a:moveTo>
                    <a:pt x="250" y="726"/>
                  </a:moveTo>
                  <a:cubicBezTo>
                    <a:pt x="247" y="725"/>
                    <a:pt x="244" y="724"/>
                    <a:pt x="242" y="723"/>
                  </a:cubicBezTo>
                  <a:cubicBezTo>
                    <a:pt x="263" y="669"/>
                    <a:pt x="263" y="669"/>
                    <a:pt x="263" y="669"/>
                  </a:cubicBezTo>
                  <a:cubicBezTo>
                    <a:pt x="265" y="670"/>
                    <a:pt x="267" y="671"/>
                    <a:pt x="269" y="671"/>
                  </a:cubicBezTo>
                  <a:lnTo>
                    <a:pt x="250" y="726"/>
                  </a:lnTo>
                  <a:close/>
                  <a:moveTo>
                    <a:pt x="506" y="724"/>
                  </a:moveTo>
                  <a:cubicBezTo>
                    <a:pt x="485" y="669"/>
                    <a:pt x="485" y="669"/>
                    <a:pt x="485" y="669"/>
                  </a:cubicBezTo>
                  <a:cubicBezTo>
                    <a:pt x="488" y="668"/>
                    <a:pt x="490" y="667"/>
                    <a:pt x="492" y="667"/>
                  </a:cubicBezTo>
                  <a:cubicBezTo>
                    <a:pt x="514" y="721"/>
                    <a:pt x="514" y="721"/>
                    <a:pt x="514" y="721"/>
                  </a:cubicBezTo>
                  <a:cubicBezTo>
                    <a:pt x="511" y="722"/>
                    <a:pt x="509" y="723"/>
                    <a:pt x="506" y="724"/>
                  </a:cubicBezTo>
                  <a:close/>
                  <a:moveTo>
                    <a:pt x="235" y="721"/>
                  </a:moveTo>
                  <a:cubicBezTo>
                    <a:pt x="232" y="720"/>
                    <a:pt x="230" y="719"/>
                    <a:pt x="227" y="718"/>
                  </a:cubicBezTo>
                  <a:cubicBezTo>
                    <a:pt x="250" y="664"/>
                    <a:pt x="250" y="664"/>
                    <a:pt x="250" y="664"/>
                  </a:cubicBezTo>
                  <a:cubicBezTo>
                    <a:pt x="252" y="665"/>
                    <a:pt x="255" y="666"/>
                    <a:pt x="257" y="667"/>
                  </a:cubicBezTo>
                  <a:lnTo>
                    <a:pt x="235" y="721"/>
                  </a:lnTo>
                  <a:close/>
                  <a:moveTo>
                    <a:pt x="521" y="718"/>
                  </a:moveTo>
                  <a:cubicBezTo>
                    <a:pt x="498" y="664"/>
                    <a:pt x="498" y="664"/>
                    <a:pt x="498" y="664"/>
                  </a:cubicBezTo>
                  <a:cubicBezTo>
                    <a:pt x="500" y="663"/>
                    <a:pt x="502" y="662"/>
                    <a:pt x="504" y="661"/>
                  </a:cubicBezTo>
                  <a:cubicBezTo>
                    <a:pt x="529" y="715"/>
                    <a:pt x="529" y="715"/>
                    <a:pt x="529" y="715"/>
                  </a:cubicBezTo>
                  <a:cubicBezTo>
                    <a:pt x="526" y="716"/>
                    <a:pt x="523" y="717"/>
                    <a:pt x="521" y="718"/>
                  </a:cubicBezTo>
                  <a:close/>
                  <a:moveTo>
                    <a:pt x="220" y="715"/>
                  </a:moveTo>
                  <a:cubicBezTo>
                    <a:pt x="218" y="713"/>
                    <a:pt x="215" y="712"/>
                    <a:pt x="213" y="711"/>
                  </a:cubicBezTo>
                  <a:cubicBezTo>
                    <a:pt x="238" y="658"/>
                    <a:pt x="238" y="658"/>
                    <a:pt x="238" y="658"/>
                  </a:cubicBezTo>
                  <a:cubicBezTo>
                    <a:pt x="240" y="659"/>
                    <a:pt x="242" y="660"/>
                    <a:pt x="245" y="661"/>
                  </a:cubicBezTo>
                  <a:lnTo>
                    <a:pt x="220" y="715"/>
                  </a:lnTo>
                  <a:close/>
                  <a:moveTo>
                    <a:pt x="535" y="712"/>
                  </a:moveTo>
                  <a:cubicBezTo>
                    <a:pt x="510" y="659"/>
                    <a:pt x="510" y="659"/>
                    <a:pt x="510" y="659"/>
                  </a:cubicBezTo>
                  <a:cubicBezTo>
                    <a:pt x="512" y="658"/>
                    <a:pt x="514" y="657"/>
                    <a:pt x="517" y="656"/>
                  </a:cubicBezTo>
                  <a:cubicBezTo>
                    <a:pt x="543" y="708"/>
                    <a:pt x="543" y="708"/>
                    <a:pt x="543" y="708"/>
                  </a:cubicBezTo>
                  <a:cubicBezTo>
                    <a:pt x="540" y="709"/>
                    <a:pt x="538" y="710"/>
                    <a:pt x="535" y="712"/>
                  </a:cubicBezTo>
                  <a:close/>
                  <a:moveTo>
                    <a:pt x="206" y="708"/>
                  </a:moveTo>
                  <a:cubicBezTo>
                    <a:pt x="203" y="706"/>
                    <a:pt x="201" y="705"/>
                    <a:pt x="198" y="704"/>
                  </a:cubicBezTo>
                  <a:cubicBezTo>
                    <a:pt x="226" y="652"/>
                    <a:pt x="226" y="652"/>
                    <a:pt x="226" y="652"/>
                  </a:cubicBezTo>
                  <a:cubicBezTo>
                    <a:pt x="228" y="653"/>
                    <a:pt x="230" y="654"/>
                    <a:pt x="232" y="656"/>
                  </a:cubicBezTo>
                  <a:lnTo>
                    <a:pt x="206" y="708"/>
                  </a:lnTo>
                  <a:close/>
                  <a:moveTo>
                    <a:pt x="549" y="704"/>
                  </a:moveTo>
                  <a:cubicBezTo>
                    <a:pt x="522" y="653"/>
                    <a:pt x="522" y="653"/>
                    <a:pt x="522" y="653"/>
                  </a:cubicBezTo>
                  <a:cubicBezTo>
                    <a:pt x="524" y="652"/>
                    <a:pt x="526" y="650"/>
                    <a:pt x="528" y="649"/>
                  </a:cubicBezTo>
                  <a:cubicBezTo>
                    <a:pt x="557" y="700"/>
                    <a:pt x="557" y="700"/>
                    <a:pt x="557" y="700"/>
                  </a:cubicBezTo>
                  <a:cubicBezTo>
                    <a:pt x="554" y="702"/>
                    <a:pt x="552" y="703"/>
                    <a:pt x="549" y="704"/>
                  </a:cubicBezTo>
                  <a:close/>
                  <a:moveTo>
                    <a:pt x="192" y="700"/>
                  </a:moveTo>
                  <a:cubicBezTo>
                    <a:pt x="189" y="699"/>
                    <a:pt x="187" y="697"/>
                    <a:pt x="184" y="696"/>
                  </a:cubicBezTo>
                  <a:cubicBezTo>
                    <a:pt x="214" y="646"/>
                    <a:pt x="214" y="646"/>
                    <a:pt x="214" y="646"/>
                  </a:cubicBezTo>
                  <a:cubicBezTo>
                    <a:pt x="216" y="647"/>
                    <a:pt x="218" y="648"/>
                    <a:pt x="221" y="649"/>
                  </a:cubicBezTo>
                  <a:lnTo>
                    <a:pt x="192" y="700"/>
                  </a:lnTo>
                  <a:close/>
                  <a:moveTo>
                    <a:pt x="563" y="697"/>
                  </a:moveTo>
                  <a:cubicBezTo>
                    <a:pt x="534" y="646"/>
                    <a:pt x="534" y="646"/>
                    <a:pt x="534" y="646"/>
                  </a:cubicBezTo>
                  <a:cubicBezTo>
                    <a:pt x="536" y="645"/>
                    <a:pt x="538" y="644"/>
                    <a:pt x="540" y="642"/>
                  </a:cubicBezTo>
                  <a:cubicBezTo>
                    <a:pt x="571" y="692"/>
                    <a:pt x="571" y="692"/>
                    <a:pt x="571" y="692"/>
                  </a:cubicBezTo>
                  <a:cubicBezTo>
                    <a:pt x="568" y="694"/>
                    <a:pt x="566" y="695"/>
                    <a:pt x="563" y="697"/>
                  </a:cubicBezTo>
                  <a:close/>
                  <a:moveTo>
                    <a:pt x="178" y="692"/>
                  </a:moveTo>
                  <a:cubicBezTo>
                    <a:pt x="176" y="691"/>
                    <a:pt x="173" y="689"/>
                    <a:pt x="171" y="688"/>
                  </a:cubicBezTo>
                  <a:cubicBezTo>
                    <a:pt x="203" y="638"/>
                    <a:pt x="203" y="638"/>
                    <a:pt x="203" y="638"/>
                  </a:cubicBezTo>
                  <a:cubicBezTo>
                    <a:pt x="205" y="640"/>
                    <a:pt x="207" y="641"/>
                    <a:pt x="209" y="642"/>
                  </a:cubicBezTo>
                  <a:lnTo>
                    <a:pt x="178" y="692"/>
                  </a:lnTo>
                  <a:close/>
                  <a:moveTo>
                    <a:pt x="577" y="688"/>
                  </a:moveTo>
                  <a:cubicBezTo>
                    <a:pt x="545" y="639"/>
                    <a:pt x="545" y="639"/>
                    <a:pt x="545" y="639"/>
                  </a:cubicBezTo>
                  <a:cubicBezTo>
                    <a:pt x="547" y="638"/>
                    <a:pt x="549" y="637"/>
                    <a:pt x="551" y="635"/>
                  </a:cubicBezTo>
                  <a:cubicBezTo>
                    <a:pt x="584" y="684"/>
                    <a:pt x="584" y="684"/>
                    <a:pt x="584" y="684"/>
                  </a:cubicBezTo>
                  <a:cubicBezTo>
                    <a:pt x="581" y="685"/>
                    <a:pt x="579" y="687"/>
                    <a:pt x="577" y="688"/>
                  </a:cubicBezTo>
                  <a:close/>
                  <a:moveTo>
                    <a:pt x="165" y="684"/>
                  </a:moveTo>
                  <a:cubicBezTo>
                    <a:pt x="163" y="682"/>
                    <a:pt x="160" y="680"/>
                    <a:pt x="158" y="679"/>
                  </a:cubicBezTo>
                  <a:cubicBezTo>
                    <a:pt x="192" y="631"/>
                    <a:pt x="192" y="631"/>
                    <a:pt x="192" y="631"/>
                  </a:cubicBezTo>
                  <a:cubicBezTo>
                    <a:pt x="194" y="632"/>
                    <a:pt x="196" y="634"/>
                    <a:pt x="198" y="635"/>
                  </a:cubicBezTo>
                  <a:lnTo>
                    <a:pt x="165" y="684"/>
                  </a:lnTo>
                  <a:close/>
                  <a:moveTo>
                    <a:pt x="590" y="680"/>
                  </a:moveTo>
                  <a:cubicBezTo>
                    <a:pt x="556" y="632"/>
                    <a:pt x="556" y="632"/>
                    <a:pt x="556" y="632"/>
                  </a:cubicBezTo>
                  <a:cubicBezTo>
                    <a:pt x="558" y="630"/>
                    <a:pt x="560" y="629"/>
                    <a:pt x="562" y="628"/>
                  </a:cubicBezTo>
                  <a:cubicBezTo>
                    <a:pt x="597" y="675"/>
                    <a:pt x="597" y="675"/>
                    <a:pt x="597" y="675"/>
                  </a:cubicBezTo>
                  <a:cubicBezTo>
                    <a:pt x="594" y="676"/>
                    <a:pt x="592" y="678"/>
                    <a:pt x="590" y="680"/>
                  </a:cubicBezTo>
                  <a:close/>
                  <a:moveTo>
                    <a:pt x="152" y="674"/>
                  </a:moveTo>
                  <a:cubicBezTo>
                    <a:pt x="150" y="673"/>
                    <a:pt x="147" y="671"/>
                    <a:pt x="145" y="669"/>
                  </a:cubicBezTo>
                  <a:cubicBezTo>
                    <a:pt x="181" y="623"/>
                    <a:pt x="181" y="623"/>
                    <a:pt x="181" y="623"/>
                  </a:cubicBezTo>
                  <a:cubicBezTo>
                    <a:pt x="183" y="624"/>
                    <a:pt x="185" y="626"/>
                    <a:pt x="187" y="627"/>
                  </a:cubicBezTo>
                  <a:lnTo>
                    <a:pt x="152" y="674"/>
                  </a:lnTo>
                  <a:close/>
                  <a:moveTo>
                    <a:pt x="603" y="670"/>
                  </a:moveTo>
                  <a:cubicBezTo>
                    <a:pt x="567" y="624"/>
                    <a:pt x="567" y="624"/>
                    <a:pt x="567" y="624"/>
                  </a:cubicBezTo>
                  <a:cubicBezTo>
                    <a:pt x="569" y="622"/>
                    <a:pt x="571" y="621"/>
                    <a:pt x="573" y="619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7" y="667"/>
                    <a:pt x="605" y="668"/>
                    <a:pt x="603" y="670"/>
                  </a:cubicBezTo>
                  <a:close/>
                  <a:moveTo>
                    <a:pt x="139" y="665"/>
                  </a:moveTo>
                  <a:cubicBezTo>
                    <a:pt x="137" y="663"/>
                    <a:pt x="135" y="661"/>
                    <a:pt x="133" y="659"/>
                  </a:cubicBezTo>
                  <a:cubicBezTo>
                    <a:pt x="171" y="614"/>
                    <a:pt x="171" y="614"/>
                    <a:pt x="171" y="614"/>
                  </a:cubicBezTo>
                  <a:cubicBezTo>
                    <a:pt x="172" y="616"/>
                    <a:pt x="174" y="618"/>
                    <a:pt x="176" y="619"/>
                  </a:cubicBezTo>
                  <a:lnTo>
                    <a:pt x="139" y="665"/>
                  </a:lnTo>
                  <a:close/>
                  <a:moveTo>
                    <a:pt x="615" y="660"/>
                  </a:moveTo>
                  <a:cubicBezTo>
                    <a:pt x="577" y="615"/>
                    <a:pt x="577" y="615"/>
                    <a:pt x="577" y="615"/>
                  </a:cubicBezTo>
                  <a:cubicBezTo>
                    <a:pt x="579" y="614"/>
                    <a:pt x="581" y="612"/>
                    <a:pt x="583" y="611"/>
                  </a:cubicBezTo>
                  <a:cubicBezTo>
                    <a:pt x="621" y="655"/>
                    <a:pt x="621" y="655"/>
                    <a:pt x="621" y="655"/>
                  </a:cubicBezTo>
                  <a:cubicBezTo>
                    <a:pt x="619" y="656"/>
                    <a:pt x="617" y="658"/>
                    <a:pt x="615" y="660"/>
                  </a:cubicBezTo>
                  <a:close/>
                  <a:moveTo>
                    <a:pt x="127" y="654"/>
                  </a:moveTo>
                  <a:cubicBezTo>
                    <a:pt x="125" y="652"/>
                    <a:pt x="123" y="651"/>
                    <a:pt x="121" y="649"/>
                  </a:cubicBezTo>
                  <a:cubicBezTo>
                    <a:pt x="161" y="606"/>
                    <a:pt x="161" y="606"/>
                    <a:pt x="161" y="606"/>
                  </a:cubicBezTo>
                  <a:cubicBezTo>
                    <a:pt x="162" y="607"/>
                    <a:pt x="164" y="609"/>
                    <a:pt x="166" y="610"/>
                  </a:cubicBezTo>
                  <a:lnTo>
                    <a:pt x="127" y="654"/>
                  </a:lnTo>
                  <a:close/>
                  <a:moveTo>
                    <a:pt x="627" y="650"/>
                  </a:moveTo>
                  <a:cubicBezTo>
                    <a:pt x="587" y="607"/>
                    <a:pt x="587" y="607"/>
                    <a:pt x="587" y="607"/>
                  </a:cubicBezTo>
                  <a:cubicBezTo>
                    <a:pt x="589" y="605"/>
                    <a:pt x="591" y="603"/>
                    <a:pt x="593" y="602"/>
                  </a:cubicBezTo>
                  <a:cubicBezTo>
                    <a:pt x="633" y="644"/>
                    <a:pt x="633" y="644"/>
                    <a:pt x="633" y="644"/>
                  </a:cubicBezTo>
                  <a:cubicBezTo>
                    <a:pt x="631" y="646"/>
                    <a:pt x="629" y="648"/>
                    <a:pt x="627" y="650"/>
                  </a:cubicBezTo>
                  <a:close/>
                  <a:moveTo>
                    <a:pt x="116" y="644"/>
                  </a:moveTo>
                  <a:cubicBezTo>
                    <a:pt x="114" y="642"/>
                    <a:pt x="111" y="640"/>
                    <a:pt x="109" y="638"/>
                  </a:cubicBezTo>
                  <a:cubicBezTo>
                    <a:pt x="151" y="596"/>
                    <a:pt x="151" y="596"/>
                    <a:pt x="151" y="596"/>
                  </a:cubicBezTo>
                  <a:cubicBezTo>
                    <a:pt x="153" y="598"/>
                    <a:pt x="154" y="600"/>
                    <a:pt x="156" y="601"/>
                  </a:cubicBezTo>
                  <a:lnTo>
                    <a:pt x="116" y="644"/>
                  </a:lnTo>
                  <a:close/>
                  <a:moveTo>
                    <a:pt x="638" y="639"/>
                  </a:moveTo>
                  <a:cubicBezTo>
                    <a:pt x="597" y="597"/>
                    <a:pt x="597" y="597"/>
                    <a:pt x="597" y="597"/>
                  </a:cubicBezTo>
                  <a:cubicBezTo>
                    <a:pt x="599" y="596"/>
                    <a:pt x="601" y="594"/>
                    <a:pt x="602" y="592"/>
                  </a:cubicBezTo>
                  <a:cubicBezTo>
                    <a:pt x="644" y="633"/>
                    <a:pt x="644" y="633"/>
                    <a:pt x="644" y="633"/>
                  </a:cubicBezTo>
                  <a:cubicBezTo>
                    <a:pt x="642" y="635"/>
                    <a:pt x="640" y="637"/>
                    <a:pt x="638" y="639"/>
                  </a:cubicBezTo>
                  <a:close/>
                  <a:moveTo>
                    <a:pt x="104" y="632"/>
                  </a:moveTo>
                  <a:cubicBezTo>
                    <a:pt x="102" y="630"/>
                    <a:pt x="100" y="628"/>
                    <a:pt x="98" y="626"/>
                  </a:cubicBezTo>
                  <a:cubicBezTo>
                    <a:pt x="142" y="587"/>
                    <a:pt x="142" y="587"/>
                    <a:pt x="142" y="587"/>
                  </a:cubicBezTo>
                  <a:cubicBezTo>
                    <a:pt x="143" y="588"/>
                    <a:pt x="145" y="590"/>
                    <a:pt x="147" y="592"/>
                  </a:cubicBezTo>
                  <a:lnTo>
                    <a:pt x="104" y="632"/>
                  </a:lnTo>
                  <a:close/>
                  <a:moveTo>
                    <a:pt x="649" y="627"/>
                  </a:moveTo>
                  <a:cubicBezTo>
                    <a:pt x="606" y="588"/>
                    <a:pt x="606" y="588"/>
                    <a:pt x="606" y="588"/>
                  </a:cubicBezTo>
                  <a:cubicBezTo>
                    <a:pt x="608" y="586"/>
                    <a:pt x="610" y="584"/>
                    <a:pt x="611" y="582"/>
                  </a:cubicBezTo>
                  <a:cubicBezTo>
                    <a:pt x="655" y="621"/>
                    <a:pt x="655" y="621"/>
                    <a:pt x="655" y="621"/>
                  </a:cubicBezTo>
                  <a:cubicBezTo>
                    <a:pt x="653" y="623"/>
                    <a:pt x="651" y="625"/>
                    <a:pt x="649" y="627"/>
                  </a:cubicBezTo>
                  <a:close/>
                  <a:moveTo>
                    <a:pt x="94" y="621"/>
                  </a:moveTo>
                  <a:cubicBezTo>
                    <a:pt x="92" y="619"/>
                    <a:pt x="90" y="616"/>
                    <a:pt x="88" y="614"/>
                  </a:cubicBezTo>
                  <a:cubicBezTo>
                    <a:pt x="133" y="577"/>
                    <a:pt x="133" y="577"/>
                    <a:pt x="133" y="577"/>
                  </a:cubicBezTo>
                  <a:cubicBezTo>
                    <a:pt x="134" y="578"/>
                    <a:pt x="136" y="580"/>
                    <a:pt x="138" y="582"/>
                  </a:cubicBezTo>
                  <a:lnTo>
                    <a:pt x="94" y="621"/>
                  </a:lnTo>
                  <a:close/>
                  <a:moveTo>
                    <a:pt x="660" y="616"/>
                  </a:moveTo>
                  <a:cubicBezTo>
                    <a:pt x="615" y="578"/>
                    <a:pt x="615" y="578"/>
                    <a:pt x="615" y="578"/>
                  </a:cubicBezTo>
                  <a:cubicBezTo>
                    <a:pt x="617" y="576"/>
                    <a:pt x="618" y="574"/>
                    <a:pt x="620" y="572"/>
                  </a:cubicBezTo>
                  <a:cubicBezTo>
                    <a:pt x="665" y="609"/>
                    <a:pt x="665" y="609"/>
                    <a:pt x="665" y="609"/>
                  </a:cubicBezTo>
                  <a:cubicBezTo>
                    <a:pt x="664" y="611"/>
                    <a:pt x="662" y="613"/>
                    <a:pt x="660" y="616"/>
                  </a:cubicBezTo>
                  <a:close/>
                  <a:moveTo>
                    <a:pt x="83" y="609"/>
                  </a:moveTo>
                  <a:cubicBezTo>
                    <a:pt x="82" y="606"/>
                    <a:pt x="80" y="604"/>
                    <a:pt x="78" y="602"/>
                  </a:cubicBezTo>
                  <a:cubicBezTo>
                    <a:pt x="124" y="566"/>
                    <a:pt x="124" y="566"/>
                    <a:pt x="124" y="566"/>
                  </a:cubicBezTo>
                  <a:cubicBezTo>
                    <a:pt x="126" y="568"/>
                    <a:pt x="127" y="570"/>
                    <a:pt x="129" y="572"/>
                  </a:cubicBezTo>
                  <a:lnTo>
                    <a:pt x="83" y="609"/>
                  </a:lnTo>
                  <a:close/>
                  <a:moveTo>
                    <a:pt x="670" y="603"/>
                  </a:moveTo>
                  <a:cubicBezTo>
                    <a:pt x="624" y="567"/>
                    <a:pt x="624" y="567"/>
                    <a:pt x="624" y="567"/>
                  </a:cubicBezTo>
                  <a:cubicBezTo>
                    <a:pt x="625" y="565"/>
                    <a:pt x="627" y="563"/>
                    <a:pt x="628" y="561"/>
                  </a:cubicBezTo>
                  <a:cubicBezTo>
                    <a:pt x="675" y="596"/>
                    <a:pt x="675" y="596"/>
                    <a:pt x="675" y="596"/>
                  </a:cubicBezTo>
                  <a:cubicBezTo>
                    <a:pt x="673" y="599"/>
                    <a:pt x="672" y="601"/>
                    <a:pt x="670" y="603"/>
                  </a:cubicBezTo>
                  <a:close/>
                  <a:moveTo>
                    <a:pt x="74" y="596"/>
                  </a:moveTo>
                  <a:cubicBezTo>
                    <a:pt x="72" y="594"/>
                    <a:pt x="70" y="591"/>
                    <a:pt x="69" y="589"/>
                  </a:cubicBezTo>
                  <a:cubicBezTo>
                    <a:pt x="116" y="555"/>
                    <a:pt x="116" y="555"/>
                    <a:pt x="116" y="555"/>
                  </a:cubicBezTo>
                  <a:cubicBezTo>
                    <a:pt x="118" y="557"/>
                    <a:pt x="119" y="559"/>
                    <a:pt x="121" y="561"/>
                  </a:cubicBezTo>
                  <a:lnTo>
                    <a:pt x="74" y="596"/>
                  </a:lnTo>
                  <a:close/>
                  <a:moveTo>
                    <a:pt x="679" y="590"/>
                  </a:moveTo>
                  <a:cubicBezTo>
                    <a:pt x="632" y="557"/>
                    <a:pt x="632" y="557"/>
                    <a:pt x="632" y="557"/>
                  </a:cubicBezTo>
                  <a:cubicBezTo>
                    <a:pt x="633" y="555"/>
                    <a:pt x="635" y="553"/>
                    <a:pt x="636" y="551"/>
                  </a:cubicBezTo>
                  <a:cubicBezTo>
                    <a:pt x="684" y="583"/>
                    <a:pt x="684" y="583"/>
                    <a:pt x="684" y="583"/>
                  </a:cubicBezTo>
                  <a:cubicBezTo>
                    <a:pt x="683" y="586"/>
                    <a:pt x="681" y="588"/>
                    <a:pt x="679" y="590"/>
                  </a:cubicBezTo>
                  <a:close/>
                  <a:moveTo>
                    <a:pt x="65" y="583"/>
                  </a:moveTo>
                  <a:cubicBezTo>
                    <a:pt x="63" y="581"/>
                    <a:pt x="61" y="578"/>
                    <a:pt x="60" y="576"/>
                  </a:cubicBezTo>
                  <a:cubicBezTo>
                    <a:pt x="109" y="544"/>
                    <a:pt x="109" y="544"/>
                    <a:pt x="109" y="544"/>
                  </a:cubicBezTo>
                  <a:cubicBezTo>
                    <a:pt x="110" y="546"/>
                    <a:pt x="112" y="548"/>
                    <a:pt x="113" y="550"/>
                  </a:cubicBezTo>
                  <a:lnTo>
                    <a:pt x="65" y="583"/>
                  </a:lnTo>
                  <a:close/>
                  <a:moveTo>
                    <a:pt x="688" y="577"/>
                  </a:moveTo>
                  <a:cubicBezTo>
                    <a:pt x="639" y="545"/>
                    <a:pt x="639" y="545"/>
                    <a:pt x="639" y="545"/>
                  </a:cubicBezTo>
                  <a:cubicBezTo>
                    <a:pt x="641" y="543"/>
                    <a:pt x="642" y="541"/>
                    <a:pt x="643" y="539"/>
                  </a:cubicBezTo>
                  <a:cubicBezTo>
                    <a:pt x="693" y="570"/>
                    <a:pt x="693" y="570"/>
                    <a:pt x="693" y="570"/>
                  </a:cubicBezTo>
                  <a:cubicBezTo>
                    <a:pt x="691" y="572"/>
                    <a:pt x="690" y="575"/>
                    <a:pt x="688" y="577"/>
                  </a:cubicBezTo>
                  <a:close/>
                  <a:moveTo>
                    <a:pt x="56" y="570"/>
                  </a:moveTo>
                  <a:cubicBezTo>
                    <a:pt x="54" y="567"/>
                    <a:pt x="53" y="565"/>
                    <a:pt x="52" y="562"/>
                  </a:cubicBezTo>
                  <a:cubicBezTo>
                    <a:pt x="102" y="533"/>
                    <a:pt x="102" y="533"/>
                    <a:pt x="102" y="533"/>
                  </a:cubicBezTo>
                  <a:cubicBezTo>
                    <a:pt x="103" y="535"/>
                    <a:pt x="104" y="537"/>
                    <a:pt x="106" y="539"/>
                  </a:cubicBezTo>
                  <a:lnTo>
                    <a:pt x="56" y="570"/>
                  </a:lnTo>
                  <a:close/>
                  <a:moveTo>
                    <a:pt x="697" y="564"/>
                  </a:moveTo>
                  <a:cubicBezTo>
                    <a:pt x="646" y="534"/>
                    <a:pt x="646" y="534"/>
                    <a:pt x="646" y="534"/>
                  </a:cubicBezTo>
                  <a:cubicBezTo>
                    <a:pt x="648" y="532"/>
                    <a:pt x="649" y="530"/>
                    <a:pt x="650" y="528"/>
                  </a:cubicBezTo>
                  <a:cubicBezTo>
                    <a:pt x="701" y="556"/>
                    <a:pt x="701" y="556"/>
                    <a:pt x="701" y="556"/>
                  </a:cubicBezTo>
                  <a:cubicBezTo>
                    <a:pt x="700" y="559"/>
                    <a:pt x="698" y="561"/>
                    <a:pt x="697" y="564"/>
                  </a:cubicBezTo>
                  <a:close/>
                  <a:moveTo>
                    <a:pt x="48" y="556"/>
                  </a:moveTo>
                  <a:cubicBezTo>
                    <a:pt x="47" y="554"/>
                    <a:pt x="45" y="551"/>
                    <a:pt x="44" y="549"/>
                  </a:cubicBezTo>
                  <a:cubicBezTo>
                    <a:pt x="95" y="521"/>
                    <a:pt x="95" y="521"/>
                    <a:pt x="95" y="521"/>
                  </a:cubicBezTo>
                  <a:cubicBezTo>
                    <a:pt x="97" y="523"/>
                    <a:pt x="98" y="525"/>
                    <a:pt x="99" y="528"/>
                  </a:cubicBezTo>
                  <a:lnTo>
                    <a:pt x="48" y="556"/>
                  </a:lnTo>
                  <a:close/>
                  <a:moveTo>
                    <a:pt x="704" y="550"/>
                  </a:moveTo>
                  <a:cubicBezTo>
                    <a:pt x="653" y="522"/>
                    <a:pt x="653" y="522"/>
                    <a:pt x="653" y="522"/>
                  </a:cubicBezTo>
                  <a:cubicBezTo>
                    <a:pt x="654" y="520"/>
                    <a:pt x="655" y="518"/>
                    <a:pt x="656" y="516"/>
                  </a:cubicBezTo>
                  <a:cubicBezTo>
                    <a:pt x="708" y="542"/>
                    <a:pt x="708" y="542"/>
                    <a:pt x="708" y="542"/>
                  </a:cubicBezTo>
                  <a:cubicBezTo>
                    <a:pt x="707" y="545"/>
                    <a:pt x="706" y="547"/>
                    <a:pt x="704" y="550"/>
                  </a:cubicBezTo>
                  <a:close/>
                  <a:moveTo>
                    <a:pt x="40" y="542"/>
                  </a:moveTo>
                  <a:cubicBezTo>
                    <a:pt x="39" y="540"/>
                    <a:pt x="38" y="537"/>
                    <a:pt x="37" y="534"/>
                  </a:cubicBezTo>
                  <a:cubicBezTo>
                    <a:pt x="89" y="509"/>
                    <a:pt x="89" y="509"/>
                    <a:pt x="89" y="509"/>
                  </a:cubicBezTo>
                  <a:cubicBezTo>
                    <a:pt x="91" y="511"/>
                    <a:pt x="92" y="514"/>
                    <a:pt x="93" y="516"/>
                  </a:cubicBezTo>
                  <a:lnTo>
                    <a:pt x="40" y="542"/>
                  </a:lnTo>
                  <a:close/>
                  <a:moveTo>
                    <a:pt x="712" y="536"/>
                  </a:moveTo>
                  <a:cubicBezTo>
                    <a:pt x="659" y="510"/>
                    <a:pt x="659" y="510"/>
                    <a:pt x="659" y="510"/>
                  </a:cubicBezTo>
                  <a:cubicBezTo>
                    <a:pt x="660" y="508"/>
                    <a:pt x="661" y="506"/>
                    <a:pt x="662" y="504"/>
                  </a:cubicBezTo>
                  <a:cubicBezTo>
                    <a:pt x="715" y="528"/>
                    <a:pt x="715" y="528"/>
                    <a:pt x="715" y="528"/>
                  </a:cubicBezTo>
                  <a:cubicBezTo>
                    <a:pt x="714" y="531"/>
                    <a:pt x="713" y="533"/>
                    <a:pt x="712" y="536"/>
                  </a:cubicBezTo>
                  <a:close/>
                  <a:moveTo>
                    <a:pt x="34" y="528"/>
                  </a:moveTo>
                  <a:cubicBezTo>
                    <a:pt x="32" y="525"/>
                    <a:pt x="31" y="523"/>
                    <a:pt x="30" y="520"/>
                  </a:cubicBezTo>
                  <a:cubicBezTo>
                    <a:pt x="84" y="497"/>
                    <a:pt x="84" y="497"/>
                    <a:pt x="84" y="497"/>
                  </a:cubicBezTo>
                  <a:cubicBezTo>
                    <a:pt x="85" y="499"/>
                    <a:pt x="86" y="502"/>
                    <a:pt x="87" y="504"/>
                  </a:cubicBezTo>
                  <a:lnTo>
                    <a:pt x="34" y="528"/>
                  </a:lnTo>
                  <a:close/>
                  <a:moveTo>
                    <a:pt x="718" y="521"/>
                  </a:moveTo>
                  <a:cubicBezTo>
                    <a:pt x="665" y="498"/>
                    <a:pt x="665" y="498"/>
                    <a:pt x="665" y="498"/>
                  </a:cubicBezTo>
                  <a:cubicBezTo>
                    <a:pt x="666" y="496"/>
                    <a:pt x="666" y="494"/>
                    <a:pt x="667" y="491"/>
                  </a:cubicBezTo>
                  <a:cubicBezTo>
                    <a:pt x="722" y="513"/>
                    <a:pt x="722" y="513"/>
                    <a:pt x="722" y="513"/>
                  </a:cubicBezTo>
                  <a:cubicBezTo>
                    <a:pt x="721" y="516"/>
                    <a:pt x="719" y="519"/>
                    <a:pt x="718" y="521"/>
                  </a:cubicBezTo>
                  <a:close/>
                  <a:moveTo>
                    <a:pt x="27" y="513"/>
                  </a:moveTo>
                  <a:cubicBezTo>
                    <a:pt x="26" y="511"/>
                    <a:pt x="25" y="508"/>
                    <a:pt x="24" y="505"/>
                  </a:cubicBezTo>
                  <a:cubicBezTo>
                    <a:pt x="79" y="485"/>
                    <a:pt x="79" y="485"/>
                    <a:pt x="79" y="485"/>
                  </a:cubicBezTo>
                  <a:cubicBezTo>
                    <a:pt x="80" y="487"/>
                    <a:pt x="81" y="489"/>
                    <a:pt x="82" y="491"/>
                  </a:cubicBezTo>
                  <a:lnTo>
                    <a:pt x="27" y="513"/>
                  </a:lnTo>
                  <a:close/>
                  <a:moveTo>
                    <a:pt x="724" y="506"/>
                  </a:moveTo>
                  <a:cubicBezTo>
                    <a:pt x="670" y="486"/>
                    <a:pt x="670" y="486"/>
                    <a:pt x="670" y="486"/>
                  </a:cubicBezTo>
                  <a:cubicBezTo>
                    <a:pt x="670" y="483"/>
                    <a:pt x="671" y="481"/>
                    <a:pt x="672" y="479"/>
                  </a:cubicBezTo>
                  <a:cubicBezTo>
                    <a:pt x="727" y="498"/>
                    <a:pt x="727" y="498"/>
                    <a:pt x="727" y="498"/>
                  </a:cubicBezTo>
                  <a:cubicBezTo>
                    <a:pt x="726" y="501"/>
                    <a:pt x="725" y="504"/>
                    <a:pt x="724" y="506"/>
                  </a:cubicBezTo>
                  <a:close/>
                  <a:moveTo>
                    <a:pt x="22" y="498"/>
                  </a:moveTo>
                  <a:cubicBezTo>
                    <a:pt x="21" y="496"/>
                    <a:pt x="20" y="493"/>
                    <a:pt x="19" y="490"/>
                  </a:cubicBezTo>
                  <a:cubicBezTo>
                    <a:pt x="75" y="472"/>
                    <a:pt x="75" y="472"/>
                    <a:pt x="75" y="472"/>
                  </a:cubicBezTo>
                  <a:cubicBezTo>
                    <a:pt x="75" y="474"/>
                    <a:pt x="76" y="477"/>
                    <a:pt x="77" y="479"/>
                  </a:cubicBezTo>
                  <a:lnTo>
                    <a:pt x="22" y="498"/>
                  </a:lnTo>
                  <a:close/>
                  <a:moveTo>
                    <a:pt x="730" y="491"/>
                  </a:moveTo>
                  <a:cubicBezTo>
                    <a:pt x="674" y="473"/>
                    <a:pt x="674" y="473"/>
                    <a:pt x="674" y="473"/>
                  </a:cubicBezTo>
                  <a:cubicBezTo>
                    <a:pt x="675" y="471"/>
                    <a:pt x="676" y="468"/>
                    <a:pt x="676" y="466"/>
                  </a:cubicBezTo>
                  <a:cubicBezTo>
                    <a:pt x="732" y="483"/>
                    <a:pt x="732" y="483"/>
                    <a:pt x="732" y="483"/>
                  </a:cubicBezTo>
                  <a:cubicBezTo>
                    <a:pt x="731" y="486"/>
                    <a:pt x="731" y="489"/>
                    <a:pt x="730" y="491"/>
                  </a:cubicBezTo>
                  <a:close/>
                  <a:moveTo>
                    <a:pt x="17" y="483"/>
                  </a:moveTo>
                  <a:cubicBezTo>
                    <a:pt x="16" y="481"/>
                    <a:pt x="15" y="478"/>
                    <a:pt x="14" y="475"/>
                  </a:cubicBezTo>
                  <a:cubicBezTo>
                    <a:pt x="71" y="459"/>
                    <a:pt x="71" y="459"/>
                    <a:pt x="71" y="459"/>
                  </a:cubicBezTo>
                  <a:cubicBezTo>
                    <a:pt x="71" y="462"/>
                    <a:pt x="72" y="464"/>
                    <a:pt x="73" y="466"/>
                  </a:cubicBezTo>
                  <a:lnTo>
                    <a:pt x="17" y="483"/>
                  </a:lnTo>
                  <a:close/>
                  <a:moveTo>
                    <a:pt x="734" y="476"/>
                  </a:moveTo>
                  <a:cubicBezTo>
                    <a:pt x="678" y="460"/>
                    <a:pt x="678" y="460"/>
                    <a:pt x="678" y="460"/>
                  </a:cubicBezTo>
                  <a:cubicBezTo>
                    <a:pt x="679" y="458"/>
                    <a:pt x="679" y="456"/>
                    <a:pt x="680" y="453"/>
                  </a:cubicBezTo>
                  <a:cubicBezTo>
                    <a:pt x="737" y="468"/>
                    <a:pt x="737" y="468"/>
                    <a:pt x="737" y="468"/>
                  </a:cubicBezTo>
                  <a:cubicBezTo>
                    <a:pt x="736" y="471"/>
                    <a:pt x="735" y="473"/>
                    <a:pt x="734" y="476"/>
                  </a:cubicBezTo>
                  <a:close/>
                  <a:moveTo>
                    <a:pt x="12" y="468"/>
                  </a:moveTo>
                  <a:cubicBezTo>
                    <a:pt x="12" y="465"/>
                    <a:pt x="11" y="463"/>
                    <a:pt x="10" y="460"/>
                  </a:cubicBezTo>
                  <a:cubicBezTo>
                    <a:pt x="67" y="446"/>
                    <a:pt x="67" y="446"/>
                    <a:pt x="67" y="446"/>
                  </a:cubicBezTo>
                  <a:cubicBezTo>
                    <a:pt x="68" y="449"/>
                    <a:pt x="68" y="451"/>
                    <a:pt x="69" y="453"/>
                  </a:cubicBezTo>
                  <a:lnTo>
                    <a:pt x="12" y="468"/>
                  </a:lnTo>
                  <a:close/>
                  <a:moveTo>
                    <a:pt x="738" y="461"/>
                  </a:moveTo>
                  <a:cubicBezTo>
                    <a:pt x="681" y="447"/>
                    <a:pt x="681" y="447"/>
                    <a:pt x="681" y="447"/>
                  </a:cubicBezTo>
                  <a:cubicBezTo>
                    <a:pt x="682" y="445"/>
                    <a:pt x="683" y="443"/>
                    <a:pt x="683" y="440"/>
                  </a:cubicBezTo>
                  <a:cubicBezTo>
                    <a:pt x="740" y="452"/>
                    <a:pt x="740" y="452"/>
                    <a:pt x="740" y="452"/>
                  </a:cubicBezTo>
                  <a:cubicBezTo>
                    <a:pt x="740" y="455"/>
                    <a:pt x="739" y="458"/>
                    <a:pt x="738" y="461"/>
                  </a:cubicBezTo>
                  <a:close/>
                  <a:moveTo>
                    <a:pt x="9" y="453"/>
                  </a:moveTo>
                  <a:cubicBezTo>
                    <a:pt x="8" y="450"/>
                    <a:pt x="8" y="447"/>
                    <a:pt x="7" y="444"/>
                  </a:cubicBezTo>
                  <a:cubicBezTo>
                    <a:pt x="65" y="433"/>
                    <a:pt x="65" y="433"/>
                    <a:pt x="65" y="433"/>
                  </a:cubicBezTo>
                  <a:cubicBezTo>
                    <a:pt x="65" y="436"/>
                    <a:pt x="65" y="438"/>
                    <a:pt x="66" y="440"/>
                  </a:cubicBezTo>
                  <a:lnTo>
                    <a:pt x="9" y="453"/>
                  </a:lnTo>
                  <a:close/>
                  <a:moveTo>
                    <a:pt x="742" y="445"/>
                  </a:moveTo>
                  <a:cubicBezTo>
                    <a:pt x="684" y="434"/>
                    <a:pt x="684" y="434"/>
                    <a:pt x="684" y="434"/>
                  </a:cubicBezTo>
                  <a:cubicBezTo>
                    <a:pt x="685" y="432"/>
                    <a:pt x="685" y="429"/>
                    <a:pt x="686" y="427"/>
                  </a:cubicBezTo>
                  <a:cubicBezTo>
                    <a:pt x="743" y="437"/>
                    <a:pt x="743" y="437"/>
                    <a:pt x="743" y="437"/>
                  </a:cubicBezTo>
                  <a:cubicBezTo>
                    <a:pt x="743" y="440"/>
                    <a:pt x="742" y="443"/>
                    <a:pt x="742" y="445"/>
                  </a:cubicBezTo>
                  <a:close/>
                  <a:moveTo>
                    <a:pt x="6" y="437"/>
                  </a:moveTo>
                  <a:cubicBezTo>
                    <a:pt x="5" y="434"/>
                    <a:pt x="5" y="431"/>
                    <a:pt x="4" y="429"/>
                  </a:cubicBezTo>
                  <a:cubicBezTo>
                    <a:pt x="62" y="420"/>
                    <a:pt x="62" y="420"/>
                    <a:pt x="62" y="420"/>
                  </a:cubicBezTo>
                  <a:cubicBezTo>
                    <a:pt x="63" y="422"/>
                    <a:pt x="63" y="425"/>
                    <a:pt x="63" y="427"/>
                  </a:cubicBezTo>
                  <a:lnTo>
                    <a:pt x="6" y="437"/>
                  </a:lnTo>
                  <a:close/>
                  <a:moveTo>
                    <a:pt x="744" y="430"/>
                  </a:moveTo>
                  <a:cubicBezTo>
                    <a:pt x="687" y="421"/>
                    <a:pt x="687" y="421"/>
                    <a:pt x="687" y="421"/>
                  </a:cubicBezTo>
                  <a:cubicBezTo>
                    <a:pt x="687" y="419"/>
                    <a:pt x="687" y="416"/>
                    <a:pt x="688" y="414"/>
                  </a:cubicBezTo>
                  <a:cubicBezTo>
                    <a:pt x="746" y="421"/>
                    <a:pt x="746" y="421"/>
                    <a:pt x="746" y="421"/>
                  </a:cubicBezTo>
                  <a:cubicBezTo>
                    <a:pt x="745" y="424"/>
                    <a:pt x="745" y="427"/>
                    <a:pt x="744" y="430"/>
                  </a:cubicBezTo>
                  <a:close/>
                  <a:moveTo>
                    <a:pt x="3" y="421"/>
                  </a:moveTo>
                  <a:cubicBezTo>
                    <a:pt x="3" y="418"/>
                    <a:pt x="3" y="416"/>
                    <a:pt x="2" y="413"/>
                  </a:cubicBezTo>
                  <a:cubicBezTo>
                    <a:pt x="61" y="407"/>
                    <a:pt x="61" y="407"/>
                    <a:pt x="61" y="407"/>
                  </a:cubicBezTo>
                  <a:cubicBezTo>
                    <a:pt x="61" y="409"/>
                    <a:pt x="61" y="412"/>
                    <a:pt x="61" y="414"/>
                  </a:cubicBezTo>
                  <a:lnTo>
                    <a:pt x="3" y="421"/>
                  </a:lnTo>
                  <a:close/>
                  <a:moveTo>
                    <a:pt x="746" y="414"/>
                  </a:moveTo>
                  <a:cubicBezTo>
                    <a:pt x="688" y="408"/>
                    <a:pt x="688" y="408"/>
                    <a:pt x="688" y="408"/>
                  </a:cubicBezTo>
                  <a:cubicBezTo>
                    <a:pt x="689" y="405"/>
                    <a:pt x="689" y="403"/>
                    <a:pt x="689" y="400"/>
                  </a:cubicBezTo>
                  <a:cubicBezTo>
                    <a:pt x="747" y="405"/>
                    <a:pt x="747" y="405"/>
                    <a:pt x="747" y="405"/>
                  </a:cubicBezTo>
                  <a:cubicBezTo>
                    <a:pt x="747" y="408"/>
                    <a:pt x="747" y="411"/>
                    <a:pt x="746" y="414"/>
                  </a:cubicBezTo>
                  <a:close/>
                  <a:moveTo>
                    <a:pt x="2" y="406"/>
                  </a:moveTo>
                  <a:cubicBezTo>
                    <a:pt x="2" y="403"/>
                    <a:pt x="1" y="400"/>
                    <a:pt x="1" y="397"/>
                  </a:cubicBezTo>
                  <a:cubicBezTo>
                    <a:pt x="60" y="393"/>
                    <a:pt x="60" y="393"/>
                    <a:pt x="60" y="393"/>
                  </a:cubicBezTo>
                  <a:cubicBezTo>
                    <a:pt x="60" y="396"/>
                    <a:pt x="60" y="398"/>
                    <a:pt x="60" y="401"/>
                  </a:cubicBezTo>
                  <a:lnTo>
                    <a:pt x="2" y="406"/>
                  </a:lnTo>
                  <a:close/>
                  <a:moveTo>
                    <a:pt x="748" y="398"/>
                  </a:moveTo>
                  <a:cubicBezTo>
                    <a:pt x="689" y="394"/>
                    <a:pt x="689" y="394"/>
                    <a:pt x="689" y="394"/>
                  </a:cubicBezTo>
                  <a:cubicBezTo>
                    <a:pt x="690" y="392"/>
                    <a:pt x="690" y="390"/>
                    <a:pt x="690" y="387"/>
                  </a:cubicBezTo>
                  <a:cubicBezTo>
                    <a:pt x="748" y="390"/>
                    <a:pt x="748" y="390"/>
                    <a:pt x="748" y="390"/>
                  </a:cubicBezTo>
                  <a:cubicBezTo>
                    <a:pt x="748" y="392"/>
                    <a:pt x="748" y="395"/>
                    <a:pt x="748" y="398"/>
                  </a:cubicBezTo>
                  <a:close/>
                  <a:moveTo>
                    <a:pt x="1" y="390"/>
                  </a:moveTo>
                  <a:cubicBezTo>
                    <a:pt x="1" y="387"/>
                    <a:pt x="1" y="384"/>
                    <a:pt x="1" y="381"/>
                  </a:cubicBezTo>
                  <a:cubicBezTo>
                    <a:pt x="59" y="380"/>
                    <a:pt x="59" y="380"/>
                    <a:pt x="59" y="380"/>
                  </a:cubicBezTo>
                  <a:cubicBezTo>
                    <a:pt x="59" y="382"/>
                    <a:pt x="59" y="385"/>
                    <a:pt x="59" y="387"/>
                  </a:cubicBezTo>
                  <a:lnTo>
                    <a:pt x="1" y="390"/>
                  </a:lnTo>
                  <a:close/>
                  <a:moveTo>
                    <a:pt x="748" y="382"/>
                  </a:moveTo>
                  <a:cubicBezTo>
                    <a:pt x="690" y="381"/>
                    <a:pt x="690" y="381"/>
                    <a:pt x="690" y="381"/>
                  </a:cubicBezTo>
                  <a:cubicBezTo>
                    <a:pt x="690" y="379"/>
                    <a:pt x="690" y="376"/>
                    <a:pt x="690" y="374"/>
                  </a:cubicBezTo>
                  <a:cubicBezTo>
                    <a:pt x="690" y="373"/>
                    <a:pt x="690" y="373"/>
                    <a:pt x="690" y="373"/>
                  </a:cubicBezTo>
                  <a:cubicBezTo>
                    <a:pt x="749" y="373"/>
                    <a:pt x="749" y="373"/>
                    <a:pt x="749" y="373"/>
                  </a:cubicBezTo>
                  <a:cubicBezTo>
                    <a:pt x="749" y="374"/>
                    <a:pt x="749" y="374"/>
                    <a:pt x="749" y="374"/>
                  </a:cubicBezTo>
                  <a:cubicBezTo>
                    <a:pt x="749" y="377"/>
                    <a:pt x="749" y="379"/>
                    <a:pt x="748" y="382"/>
                  </a:cubicBezTo>
                  <a:close/>
                  <a:moveTo>
                    <a:pt x="59" y="374"/>
                  </a:moveTo>
                  <a:cubicBezTo>
                    <a:pt x="42" y="374"/>
                    <a:pt x="42" y="374"/>
                    <a:pt x="42" y="374"/>
                  </a:cubicBezTo>
                  <a:cubicBezTo>
                    <a:pt x="0" y="374"/>
                    <a:pt x="0" y="374"/>
                    <a:pt x="0" y="374"/>
                  </a:cubicBezTo>
                  <a:cubicBezTo>
                    <a:pt x="0" y="374"/>
                    <a:pt x="0" y="374"/>
                    <a:pt x="0" y="374"/>
                  </a:cubicBezTo>
                  <a:cubicBezTo>
                    <a:pt x="0" y="371"/>
                    <a:pt x="0" y="368"/>
                    <a:pt x="1" y="365"/>
                  </a:cubicBezTo>
                  <a:cubicBezTo>
                    <a:pt x="59" y="367"/>
                    <a:pt x="59" y="367"/>
                    <a:pt x="59" y="367"/>
                  </a:cubicBezTo>
                  <a:cubicBezTo>
                    <a:pt x="59" y="369"/>
                    <a:pt x="59" y="371"/>
                    <a:pt x="59" y="374"/>
                  </a:cubicBezTo>
                  <a:close/>
                  <a:moveTo>
                    <a:pt x="690" y="367"/>
                  </a:moveTo>
                  <a:cubicBezTo>
                    <a:pt x="690" y="365"/>
                    <a:pt x="690" y="362"/>
                    <a:pt x="690" y="360"/>
                  </a:cubicBezTo>
                  <a:cubicBezTo>
                    <a:pt x="748" y="357"/>
                    <a:pt x="748" y="357"/>
                    <a:pt x="748" y="357"/>
                  </a:cubicBezTo>
                  <a:cubicBezTo>
                    <a:pt x="748" y="360"/>
                    <a:pt x="748" y="363"/>
                    <a:pt x="748" y="366"/>
                  </a:cubicBezTo>
                  <a:lnTo>
                    <a:pt x="690" y="367"/>
                  </a:lnTo>
                  <a:close/>
                  <a:moveTo>
                    <a:pt x="59" y="360"/>
                  </a:moveTo>
                  <a:cubicBezTo>
                    <a:pt x="1" y="358"/>
                    <a:pt x="1" y="358"/>
                    <a:pt x="1" y="358"/>
                  </a:cubicBezTo>
                  <a:cubicBezTo>
                    <a:pt x="1" y="355"/>
                    <a:pt x="1" y="352"/>
                    <a:pt x="1" y="349"/>
                  </a:cubicBezTo>
                  <a:cubicBezTo>
                    <a:pt x="60" y="353"/>
                    <a:pt x="60" y="353"/>
                    <a:pt x="60" y="353"/>
                  </a:cubicBezTo>
                  <a:cubicBezTo>
                    <a:pt x="59" y="356"/>
                    <a:pt x="59" y="358"/>
                    <a:pt x="59" y="360"/>
                  </a:cubicBezTo>
                  <a:close/>
                  <a:moveTo>
                    <a:pt x="689" y="354"/>
                  </a:moveTo>
                  <a:cubicBezTo>
                    <a:pt x="689" y="351"/>
                    <a:pt x="689" y="349"/>
                    <a:pt x="689" y="346"/>
                  </a:cubicBezTo>
                  <a:cubicBezTo>
                    <a:pt x="747" y="342"/>
                    <a:pt x="747" y="342"/>
                    <a:pt x="747" y="342"/>
                  </a:cubicBezTo>
                  <a:cubicBezTo>
                    <a:pt x="747" y="344"/>
                    <a:pt x="748" y="347"/>
                    <a:pt x="748" y="350"/>
                  </a:cubicBezTo>
                  <a:lnTo>
                    <a:pt x="689" y="354"/>
                  </a:lnTo>
                  <a:close/>
                  <a:moveTo>
                    <a:pt x="60" y="347"/>
                  </a:moveTo>
                  <a:cubicBezTo>
                    <a:pt x="2" y="342"/>
                    <a:pt x="2" y="342"/>
                    <a:pt x="2" y="342"/>
                  </a:cubicBezTo>
                  <a:cubicBezTo>
                    <a:pt x="2" y="339"/>
                    <a:pt x="2" y="336"/>
                    <a:pt x="3" y="334"/>
                  </a:cubicBezTo>
                  <a:cubicBezTo>
                    <a:pt x="61" y="340"/>
                    <a:pt x="61" y="340"/>
                    <a:pt x="61" y="340"/>
                  </a:cubicBezTo>
                  <a:cubicBezTo>
                    <a:pt x="60" y="342"/>
                    <a:pt x="60" y="345"/>
                    <a:pt x="60" y="347"/>
                  </a:cubicBezTo>
                  <a:close/>
                  <a:moveTo>
                    <a:pt x="688" y="340"/>
                  </a:moveTo>
                  <a:cubicBezTo>
                    <a:pt x="688" y="338"/>
                    <a:pt x="688" y="336"/>
                    <a:pt x="688" y="333"/>
                  </a:cubicBezTo>
                  <a:cubicBezTo>
                    <a:pt x="746" y="326"/>
                    <a:pt x="746" y="326"/>
                    <a:pt x="746" y="326"/>
                  </a:cubicBezTo>
                  <a:cubicBezTo>
                    <a:pt x="746" y="329"/>
                    <a:pt x="746" y="331"/>
                    <a:pt x="747" y="334"/>
                  </a:cubicBezTo>
                  <a:lnTo>
                    <a:pt x="688" y="340"/>
                  </a:lnTo>
                  <a:close/>
                  <a:moveTo>
                    <a:pt x="61" y="334"/>
                  </a:moveTo>
                  <a:cubicBezTo>
                    <a:pt x="3" y="326"/>
                    <a:pt x="3" y="326"/>
                    <a:pt x="3" y="326"/>
                  </a:cubicBezTo>
                  <a:cubicBezTo>
                    <a:pt x="4" y="324"/>
                    <a:pt x="4" y="321"/>
                    <a:pt x="5" y="318"/>
                  </a:cubicBezTo>
                  <a:cubicBezTo>
                    <a:pt x="62" y="327"/>
                    <a:pt x="62" y="327"/>
                    <a:pt x="62" y="327"/>
                  </a:cubicBezTo>
                  <a:cubicBezTo>
                    <a:pt x="62" y="329"/>
                    <a:pt x="62" y="331"/>
                    <a:pt x="61" y="334"/>
                  </a:cubicBezTo>
                  <a:close/>
                  <a:moveTo>
                    <a:pt x="687" y="327"/>
                  </a:moveTo>
                  <a:cubicBezTo>
                    <a:pt x="686" y="325"/>
                    <a:pt x="686" y="322"/>
                    <a:pt x="686" y="320"/>
                  </a:cubicBezTo>
                  <a:cubicBezTo>
                    <a:pt x="743" y="310"/>
                    <a:pt x="743" y="310"/>
                    <a:pt x="743" y="310"/>
                  </a:cubicBezTo>
                  <a:cubicBezTo>
                    <a:pt x="744" y="313"/>
                    <a:pt x="744" y="316"/>
                    <a:pt x="745" y="319"/>
                  </a:cubicBezTo>
                  <a:lnTo>
                    <a:pt x="687" y="327"/>
                  </a:lnTo>
                  <a:close/>
                  <a:moveTo>
                    <a:pt x="63" y="320"/>
                  </a:moveTo>
                  <a:cubicBezTo>
                    <a:pt x="6" y="311"/>
                    <a:pt x="6" y="311"/>
                    <a:pt x="6" y="311"/>
                  </a:cubicBezTo>
                  <a:cubicBezTo>
                    <a:pt x="6" y="308"/>
                    <a:pt x="7" y="305"/>
                    <a:pt x="7" y="302"/>
                  </a:cubicBezTo>
                  <a:cubicBezTo>
                    <a:pt x="65" y="313"/>
                    <a:pt x="65" y="313"/>
                    <a:pt x="65" y="313"/>
                  </a:cubicBezTo>
                  <a:cubicBezTo>
                    <a:pt x="64" y="316"/>
                    <a:pt x="64" y="318"/>
                    <a:pt x="63" y="320"/>
                  </a:cubicBezTo>
                  <a:close/>
                  <a:moveTo>
                    <a:pt x="684" y="314"/>
                  </a:moveTo>
                  <a:cubicBezTo>
                    <a:pt x="684" y="312"/>
                    <a:pt x="683" y="309"/>
                    <a:pt x="683" y="307"/>
                  </a:cubicBezTo>
                  <a:cubicBezTo>
                    <a:pt x="740" y="294"/>
                    <a:pt x="740" y="294"/>
                    <a:pt x="740" y="294"/>
                  </a:cubicBezTo>
                  <a:cubicBezTo>
                    <a:pt x="741" y="297"/>
                    <a:pt x="741" y="300"/>
                    <a:pt x="742" y="303"/>
                  </a:cubicBezTo>
                  <a:lnTo>
                    <a:pt x="684" y="314"/>
                  </a:lnTo>
                  <a:close/>
                  <a:moveTo>
                    <a:pt x="66" y="307"/>
                  </a:moveTo>
                  <a:cubicBezTo>
                    <a:pt x="9" y="295"/>
                    <a:pt x="9" y="295"/>
                    <a:pt x="9" y="295"/>
                  </a:cubicBezTo>
                  <a:cubicBezTo>
                    <a:pt x="9" y="292"/>
                    <a:pt x="10" y="289"/>
                    <a:pt x="11" y="287"/>
                  </a:cubicBezTo>
                  <a:cubicBezTo>
                    <a:pt x="68" y="300"/>
                    <a:pt x="68" y="300"/>
                    <a:pt x="68" y="300"/>
                  </a:cubicBezTo>
                  <a:cubicBezTo>
                    <a:pt x="67" y="303"/>
                    <a:pt x="66" y="305"/>
                    <a:pt x="66" y="307"/>
                  </a:cubicBezTo>
                  <a:close/>
                  <a:moveTo>
                    <a:pt x="682" y="301"/>
                  </a:moveTo>
                  <a:cubicBezTo>
                    <a:pt x="681" y="298"/>
                    <a:pt x="680" y="296"/>
                    <a:pt x="680" y="294"/>
                  </a:cubicBezTo>
                  <a:cubicBezTo>
                    <a:pt x="736" y="279"/>
                    <a:pt x="736" y="279"/>
                    <a:pt x="736" y="279"/>
                  </a:cubicBezTo>
                  <a:cubicBezTo>
                    <a:pt x="737" y="282"/>
                    <a:pt x="738" y="285"/>
                    <a:pt x="739" y="287"/>
                  </a:cubicBezTo>
                  <a:lnTo>
                    <a:pt x="682" y="301"/>
                  </a:lnTo>
                  <a:close/>
                  <a:moveTo>
                    <a:pt x="69" y="294"/>
                  </a:moveTo>
                  <a:cubicBezTo>
                    <a:pt x="12" y="280"/>
                    <a:pt x="12" y="280"/>
                    <a:pt x="12" y="280"/>
                  </a:cubicBezTo>
                  <a:cubicBezTo>
                    <a:pt x="13" y="277"/>
                    <a:pt x="14" y="274"/>
                    <a:pt x="15" y="271"/>
                  </a:cubicBezTo>
                  <a:cubicBezTo>
                    <a:pt x="71" y="287"/>
                    <a:pt x="71" y="287"/>
                    <a:pt x="71" y="287"/>
                  </a:cubicBezTo>
                  <a:cubicBezTo>
                    <a:pt x="70" y="290"/>
                    <a:pt x="70" y="292"/>
                    <a:pt x="69" y="294"/>
                  </a:cubicBezTo>
                  <a:close/>
                  <a:moveTo>
                    <a:pt x="678" y="288"/>
                  </a:moveTo>
                  <a:cubicBezTo>
                    <a:pt x="678" y="286"/>
                    <a:pt x="677" y="283"/>
                    <a:pt x="676" y="281"/>
                  </a:cubicBezTo>
                  <a:cubicBezTo>
                    <a:pt x="732" y="264"/>
                    <a:pt x="732" y="264"/>
                    <a:pt x="732" y="264"/>
                  </a:cubicBezTo>
                  <a:cubicBezTo>
                    <a:pt x="733" y="266"/>
                    <a:pt x="734" y="269"/>
                    <a:pt x="735" y="272"/>
                  </a:cubicBezTo>
                  <a:lnTo>
                    <a:pt x="678" y="288"/>
                  </a:lnTo>
                  <a:close/>
                  <a:moveTo>
                    <a:pt x="73" y="281"/>
                  </a:moveTo>
                  <a:cubicBezTo>
                    <a:pt x="17" y="264"/>
                    <a:pt x="17" y="264"/>
                    <a:pt x="17" y="264"/>
                  </a:cubicBezTo>
                  <a:cubicBezTo>
                    <a:pt x="18" y="262"/>
                    <a:pt x="18" y="259"/>
                    <a:pt x="19" y="256"/>
                  </a:cubicBezTo>
                  <a:cubicBezTo>
                    <a:pt x="75" y="274"/>
                    <a:pt x="75" y="274"/>
                    <a:pt x="75" y="274"/>
                  </a:cubicBezTo>
                  <a:cubicBezTo>
                    <a:pt x="74" y="277"/>
                    <a:pt x="73" y="279"/>
                    <a:pt x="73" y="281"/>
                  </a:cubicBezTo>
                  <a:close/>
                  <a:moveTo>
                    <a:pt x="674" y="275"/>
                  </a:moveTo>
                  <a:cubicBezTo>
                    <a:pt x="674" y="273"/>
                    <a:pt x="673" y="270"/>
                    <a:pt x="672" y="268"/>
                  </a:cubicBezTo>
                  <a:cubicBezTo>
                    <a:pt x="727" y="249"/>
                    <a:pt x="727" y="249"/>
                    <a:pt x="727" y="249"/>
                  </a:cubicBezTo>
                  <a:cubicBezTo>
                    <a:pt x="728" y="251"/>
                    <a:pt x="729" y="254"/>
                    <a:pt x="730" y="257"/>
                  </a:cubicBezTo>
                  <a:lnTo>
                    <a:pt x="674" y="275"/>
                  </a:lnTo>
                  <a:close/>
                  <a:moveTo>
                    <a:pt x="77" y="269"/>
                  </a:moveTo>
                  <a:cubicBezTo>
                    <a:pt x="22" y="249"/>
                    <a:pt x="22" y="249"/>
                    <a:pt x="22" y="249"/>
                  </a:cubicBezTo>
                  <a:cubicBezTo>
                    <a:pt x="23" y="246"/>
                    <a:pt x="24" y="244"/>
                    <a:pt x="25" y="241"/>
                  </a:cubicBezTo>
                  <a:cubicBezTo>
                    <a:pt x="79" y="262"/>
                    <a:pt x="79" y="262"/>
                    <a:pt x="79" y="262"/>
                  </a:cubicBezTo>
                  <a:cubicBezTo>
                    <a:pt x="78" y="264"/>
                    <a:pt x="78" y="266"/>
                    <a:pt x="77" y="269"/>
                  </a:cubicBezTo>
                  <a:close/>
                  <a:moveTo>
                    <a:pt x="670" y="262"/>
                  </a:moveTo>
                  <a:cubicBezTo>
                    <a:pt x="669" y="260"/>
                    <a:pt x="668" y="258"/>
                    <a:pt x="667" y="256"/>
                  </a:cubicBezTo>
                  <a:cubicBezTo>
                    <a:pt x="722" y="234"/>
                    <a:pt x="722" y="234"/>
                    <a:pt x="722" y="234"/>
                  </a:cubicBezTo>
                  <a:cubicBezTo>
                    <a:pt x="723" y="236"/>
                    <a:pt x="724" y="239"/>
                    <a:pt x="725" y="242"/>
                  </a:cubicBezTo>
                  <a:lnTo>
                    <a:pt x="670" y="262"/>
                  </a:lnTo>
                  <a:close/>
                  <a:moveTo>
                    <a:pt x="82" y="256"/>
                  </a:moveTo>
                  <a:cubicBezTo>
                    <a:pt x="27" y="234"/>
                    <a:pt x="27" y="234"/>
                    <a:pt x="27" y="234"/>
                  </a:cubicBezTo>
                  <a:cubicBezTo>
                    <a:pt x="28" y="232"/>
                    <a:pt x="29" y="229"/>
                    <a:pt x="31" y="226"/>
                  </a:cubicBezTo>
                  <a:cubicBezTo>
                    <a:pt x="84" y="249"/>
                    <a:pt x="84" y="249"/>
                    <a:pt x="84" y="249"/>
                  </a:cubicBezTo>
                  <a:cubicBezTo>
                    <a:pt x="83" y="252"/>
                    <a:pt x="82" y="254"/>
                    <a:pt x="82" y="256"/>
                  </a:cubicBezTo>
                  <a:close/>
                  <a:moveTo>
                    <a:pt x="665" y="250"/>
                  </a:moveTo>
                  <a:cubicBezTo>
                    <a:pt x="664" y="248"/>
                    <a:pt x="663" y="246"/>
                    <a:pt x="662" y="243"/>
                  </a:cubicBezTo>
                  <a:cubicBezTo>
                    <a:pt x="715" y="219"/>
                    <a:pt x="715" y="219"/>
                    <a:pt x="715" y="219"/>
                  </a:cubicBezTo>
                  <a:cubicBezTo>
                    <a:pt x="716" y="222"/>
                    <a:pt x="718" y="224"/>
                    <a:pt x="719" y="227"/>
                  </a:cubicBezTo>
                  <a:lnTo>
                    <a:pt x="665" y="250"/>
                  </a:lnTo>
                  <a:close/>
                  <a:moveTo>
                    <a:pt x="87" y="244"/>
                  </a:moveTo>
                  <a:cubicBezTo>
                    <a:pt x="34" y="220"/>
                    <a:pt x="34" y="220"/>
                    <a:pt x="34" y="220"/>
                  </a:cubicBezTo>
                  <a:cubicBezTo>
                    <a:pt x="35" y="217"/>
                    <a:pt x="36" y="214"/>
                    <a:pt x="37" y="212"/>
                  </a:cubicBezTo>
                  <a:cubicBezTo>
                    <a:pt x="90" y="237"/>
                    <a:pt x="90" y="237"/>
                    <a:pt x="90" y="237"/>
                  </a:cubicBezTo>
                  <a:cubicBezTo>
                    <a:pt x="89" y="239"/>
                    <a:pt x="88" y="242"/>
                    <a:pt x="87" y="244"/>
                  </a:cubicBezTo>
                  <a:close/>
                  <a:moveTo>
                    <a:pt x="659" y="238"/>
                  </a:moveTo>
                  <a:cubicBezTo>
                    <a:pt x="658" y="236"/>
                    <a:pt x="657" y="234"/>
                    <a:pt x="656" y="231"/>
                  </a:cubicBezTo>
                  <a:cubicBezTo>
                    <a:pt x="708" y="205"/>
                    <a:pt x="708" y="205"/>
                    <a:pt x="708" y="205"/>
                  </a:cubicBezTo>
                  <a:cubicBezTo>
                    <a:pt x="710" y="208"/>
                    <a:pt x="711" y="210"/>
                    <a:pt x="712" y="213"/>
                  </a:cubicBezTo>
                  <a:lnTo>
                    <a:pt x="659" y="238"/>
                  </a:lnTo>
                  <a:close/>
                  <a:moveTo>
                    <a:pt x="93" y="232"/>
                  </a:moveTo>
                  <a:cubicBezTo>
                    <a:pt x="40" y="205"/>
                    <a:pt x="40" y="205"/>
                    <a:pt x="40" y="205"/>
                  </a:cubicBezTo>
                  <a:cubicBezTo>
                    <a:pt x="42" y="203"/>
                    <a:pt x="43" y="200"/>
                    <a:pt x="44" y="198"/>
                  </a:cubicBezTo>
                  <a:cubicBezTo>
                    <a:pt x="96" y="225"/>
                    <a:pt x="96" y="225"/>
                    <a:pt x="96" y="225"/>
                  </a:cubicBezTo>
                  <a:cubicBezTo>
                    <a:pt x="95" y="227"/>
                    <a:pt x="94" y="229"/>
                    <a:pt x="93" y="232"/>
                  </a:cubicBezTo>
                  <a:close/>
                  <a:moveTo>
                    <a:pt x="653" y="226"/>
                  </a:moveTo>
                  <a:cubicBezTo>
                    <a:pt x="652" y="224"/>
                    <a:pt x="651" y="222"/>
                    <a:pt x="650" y="220"/>
                  </a:cubicBezTo>
                  <a:cubicBezTo>
                    <a:pt x="701" y="191"/>
                    <a:pt x="701" y="191"/>
                    <a:pt x="701" y="191"/>
                  </a:cubicBezTo>
                  <a:cubicBezTo>
                    <a:pt x="702" y="193"/>
                    <a:pt x="704" y="196"/>
                    <a:pt x="705" y="199"/>
                  </a:cubicBezTo>
                  <a:lnTo>
                    <a:pt x="653" y="226"/>
                  </a:lnTo>
                  <a:close/>
                  <a:moveTo>
                    <a:pt x="99" y="220"/>
                  </a:moveTo>
                  <a:cubicBezTo>
                    <a:pt x="48" y="191"/>
                    <a:pt x="48" y="191"/>
                    <a:pt x="48" y="191"/>
                  </a:cubicBezTo>
                  <a:cubicBezTo>
                    <a:pt x="49" y="189"/>
                    <a:pt x="51" y="186"/>
                    <a:pt x="52" y="184"/>
                  </a:cubicBezTo>
                  <a:cubicBezTo>
                    <a:pt x="103" y="213"/>
                    <a:pt x="103" y="213"/>
                    <a:pt x="103" y="213"/>
                  </a:cubicBezTo>
                  <a:cubicBezTo>
                    <a:pt x="101" y="216"/>
                    <a:pt x="100" y="218"/>
                    <a:pt x="99" y="220"/>
                  </a:cubicBezTo>
                  <a:close/>
                  <a:moveTo>
                    <a:pt x="647" y="214"/>
                  </a:moveTo>
                  <a:cubicBezTo>
                    <a:pt x="646" y="212"/>
                    <a:pt x="644" y="210"/>
                    <a:pt x="643" y="208"/>
                  </a:cubicBezTo>
                  <a:cubicBezTo>
                    <a:pt x="693" y="177"/>
                    <a:pt x="693" y="177"/>
                    <a:pt x="693" y="177"/>
                  </a:cubicBezTo>
                  <a:cubicBezTo>
                    <a:pt x="694" y="180"/>
                    <a:pt x="696" y="182"/>
                    <a:pt x="697" y="185"/>
                  </a:cubicBezTo>
                  <a:lnTo>
                    <a:pt x="647" y="214"/>
                  </a:lnTo>
                  <a:close/>
                  <a:moveTo>
                    <a:pt x="106" y="208"/>
                  </a:moveTo>
                  <a:cubicBezTo>
                    <a:pt x="56" y="178"/>
                    <a:pt x="56" y="178"/>
                    <a:pt x="56" y="178"/>
                  </a:cubicBezTo>
                  <a:cubicBezTo>
                    <a:pt x="57" y="175"/>
                    <a:pt x="59" y="173"/>
                    <a:pt x="61" y="170"/>
                  </a:cubicBezTo>
                  <a:cubicBezTo>
                    <a:pt x="110" y="202"/>
                    <a:pt x="110" y="202"/>
                    <a:pt x="110" y="202"/>
                  </a:cubicBezTo>
                  <a:cubicBezTo>
                    <a:pt x="108" y="204"/>
                    <a:pt x="107" y="206"/>
                    <a:pt x="106" y="208"/>
                  </a:cubicBezTo>
                  <a:close/>
                  <a:moveTo>
                    <a:pt x="640" y="203"/>
                  </a:moveTo>
                  <a:cubicBezTo>
                    <a:pt x="639" y="201"/>
                    <a:pt x="637" y="199"/>
                    <a:pt x="636" y="197"/>
                  </a:cubicBezTo>
                  <a:cubicBezTo>
                    <a:pt x="684" y="164"/>
                    <a:pt x="684" y="164"/>
                    <a:pt x="684" y="164"/>
                  </a:cubicBezTo>
                  <a:cubicBezTo>
                    <a:pt x="686" y="166"/>
                    <a:pt x="688" y="169"/>
                    <a:pt x="689" y="171"/>
                  </a:cubicBezTo>
                  <a:lnTo>
                    <a:pt x="640" y="203"/>
                  </a:lnTo>
                  <a:close/>
                  <a:moveTo>
                    <a:pt x="113" y="197"/>
                  </a:moveTo>
                  <a:cubicBezTo>
                    <a:pt x="65" y="164"/>
                    <a:pt x="65" y="164"/>
                    <a:pt x="65" y="164"/>
                  </a:cubicBezTo>
                  <a:cubicBezTo>
                    <a:pt x="66" y="162"/>
                    <a:pt x="68" y="159"/>
                    <a:pt x="70" y="157"/>
                  </a:cubicBezTo>
                  <a:cubicBezTo>
                    <a:pt x="117" y="191"/>
                    <a:pt x="117" y="191"/>
                    <a:pt x="117" y="191"/>
                  </a:cubicBezTo>
                  <a:cubicBezTo>
                    <a:pt x="116" y="193"/>
                    <a:pt x="114" y="195"/>
                    <a:pt x="113" y="197"/>
                  </a:cubicBezTo>
                  <a:close/>
                  <a:moveTo>
                    <a:pt x="632" y="192"/>
                  </a:moveTo>
                  <a:cubicBezTo>
                    <a:pt x="631" y="190"/>
                    <a:pt x="630" y="188"/>
                    <a:pt x="628" y="186"/>
                  </a:cubicBezTo>
                  <a:cubicBezTo>
                    <a:pt x="675" y="151"/>
                    <a:pt x="675" y="151"/>
                    <a:pt x="675" y="151"/>
                  </a:cubicBezTo>
                  <a:cubicBezTo>
                    <a:pt x="677" y="153"/>
                    <a:pt x="679" y="156"/>
                    <a:pt x="680" y="158"/>
                  </a:cubicBezTo>
                  <a:lnTo>
                    <a:pt x="632" y="192"/>
                  </a:lnTo>
                  <a:close/>
                  <a:moveTo>
                    <a:pt x="121" y="186"/>
                  </a:moveTo>
                  <a:cubicBezTo>
                    <a:pt x="74" y="151"/>
                    <a:pt x="74" y="151"/>
                    <a:pt x="74" y="151"/>
                  </a:cubicBezTo>
                  <a:cubicBezTo>
                    <a:pt x="75" y="149"/>
                    <a:pt x="77" y="147"/>
                    <a:pt x="79" y="144"/>
                  </a:cubicBezTo>
                  <a:cubicBezTo>
                    <a:pt x="125" y="180"/>
                    <a:pt x="125" y="180"/>
                    <a:pt x="125" y="180"/>
                  </a:cubicBezTo>
                  <a:cubicBezTo>
                    <a:pt x="124" y="182"/>
                    <a:pt x="122" y="184"/>
                    <a:pt x="121" y="186"/>
                  </a:cubicBezTo>
                  <a:close/>
                  <a:moveTo>
                    <a:pt x="624" y="181"/>
                  </a:moveTo>
                  <a:cubicBezTo>
                    <a:pt x="623" y="179"/>
                    <a:pt x="622" y="177"/>
                    <a:pt x="620" y="175"/>
                  </a:cubicBezTo>
                  <a:cubicBezTo>
                    <a:pt x="665" y="139"/>
                    <a:pt x="665" y="139"/>
                    <a:pt x="665" y="139"/>
                  </a:cubicBezTo>
                  <a:cubicBezTo>
                    <a:pt x="667" y="141"/>
                    <a:pt x="669" y="143"/>
                    <a:pt x="671" y="145"/>
                  </a:cubicBezTo>
                  <a:lnTo>
                    <a:pt x="624" y="181"/>
                  </a:lnTo>
                  <a:close/>
                  <a:moveTo>
                    <a:pt x="129" y="175"/>
                  </a:moveTo>
                  <a:cubicBezTo>
                    <a:pt x="83" y="139"/>
                    <a:pt x="83" y="139"/>
                    <a:pt x="83" y="139"/>
                  </a:cubicBezTo>
                  <a:cubicBezTo>
                    <a:pt x="85" y="136"/>
                    <a:pt x="87" y="134"/>
                    <a:pt x="89" y="132"/>
                  </a:cubicBezTo>
                  <a:cubicBezTo>
                    <a:pt x="134" y="170"/>
                    <a:pt x="134" y="170"/>
                    <a:pt x="134" y="170"/>
                  </a:cubicBezTo>
                  <a:cubicBezTo>
                    <a:pt x="132" y="172"/>
                    <a:pt x="130" y="174"/>
                    <a:pt x="129" y="175"/>
                  </a:cubicBezTo>
                  <a:close/>
                  <a:moveTo>
                    <a:pt x="616" y="171"/>
                  </a:moveTo>
                  <a:cubicBezTo>
                    <a:pt x="615" y="169"/>
                    <a:pt x="613" y="167"/>
                    <a:pt x="611" y="165"/>
                  </a:cubicBezTo>
                  <a:cubicBezTo>
                    <a:pt x="655" y="126"/>
                    <a:pt x="655" y="126"/>
                    <a:pt x="655" y="126"/>
                  </a:cubicBezTo>
                  <a:cubicBezTo>
                    <a:pt x="657" y="129"/>
                    <a:pt x="659" y="131"/>
                    <a:pt x="661" y="133"/>
                  </a:cubicBezTo>
                  <a:lnTo>
                    <a:pt x="616" y="171"/>
                  </a:lnTo>
                  <a:close/>
                  <a:moveTo>
                    <a:pt x="138" y="165"/>
                  </a:moveTo>
                  <a:cubicBezTo>
                    <a:pt x="94" y="127"/>
                    <a:pt x="94" y="127"/>
                    <a:pt x="94" y="127"/>
                  </a:cubicBezTo>
                  <a:cubicBezTo>
                    <a:pt x="96" y="124"/>
                    <a:pt x="98" y="122"/>
                    <a:pt x="100" y="120"/>
                  </a:cubicBezTo>
                  <a:cubicBezTo>
                    <a:pt x="142" y="160"/>
                    <a:pt x="142" y="160"/>
                    <a:pt x="142" y="160"/>
                  </a:cubicBezTo>
                  <a:cubicBezTo>
                    <a:pt x="141" y="162"/>
                    <a:pt x="139" y="163"/>
                    <a:pt x="138" y="165"/>
                  </a:cubicBezTo>
                  <a:close/>
                  <a:moveTo>
                    <a:pt x="607" y="161"/>
                  </a:moveTo>
                  <a:cubicBezTo>
                    <a:pt x="606" y="159"/>
                    <a:pt x="604" y="157"/>
                    <a:pt x="602" y="155"/>
                  </a:cubicBezTo>
                  <a:cubicBezTo>
                    <a:pt x="644" y="115"/>
                    <a:pt x="644" y="115"/>
                    <a:pt x="644" y="115"/>
                  </a:cubicBezTo>
                  <a:cubicBezTo>
                    <a:pt x="646" y="117"/>
                    <a:pt x="648" y="119"/>
                    <a:pt x="650" y="121"/>
                  </a:cubicBezTo>
                  <a:lnTo>
                    <a:pt x="607" y="161"/>
                  </a:lnTo>
                  <a:close/>
                  <a:moveTo>
                    <a:pt x="147" y="155"/>
                  </a:moveTo>
                  <a:cubicBezTo>
                    <a:pt x="104" y="115"/>
                    <a:pt x="104" y="115"/>
                    <a:pt x="104" y="115"/>
                  </a:cubicBezTo>
                  <a:cubicBezTo>
                    <a:pt x="106" y="113"/>
                    <a:pt x="108" y="111"/>
                    <a:pt x="111" y="109"/>
                  </a:cubicBezTo>
                  <a:cubicBezTo>
                    <a:pt x="152" y="150"/>
                    <a:pt x="152" y="150"/>
                    <a:pt x="152" y="150"/>
                  </a:cubicBezTo>
                  <a:cubicBezTo>
                    <a:pt x="150" y="152"/>
                    <a:pt x="148" y="154"/>
                    <a:pt x="147" y="155"/>
                  </a:cubicBezTo>
                  <a:close/>
                  <a:moveTo>
                    <a:pt x="598" y="151"/>
                  </a:moveTo>
                  <a:cubicBezTo>
                    <a:pt x="596" y="149"/>
                    <a:pt x="595" y="147"/>
                    <a:pt x="593" y="146"/>
                  </a:cubicBezTo>
                  <a:cubicBezTo>
                    <a:pt x="633" y="104"/>
                    <a:pt x="633" y="104"/>
                    <a:pt x="633" y="104"/>
                  </a:cubicBezTo>
                  <a:cubicBezTo>
                    <a:pt x="635" y="106"/>
                    <a:pt x="637" y="108"/>
                    <a:pt x="639" y="110"/>
                  </a:cubicBezTo>
                  <a:lnTo>
                    <a:pt x="598" y="151"/>
                  </a:lnTo>
                  <a:close/>
                  <a:moveTo>
                    <a:pt x="156" y="146"/>
                  </a:moveTo>
                  <a:cubicBezTo>
                    <a:pt x="116" y="104"/>
                    <a:pt x="116" y="104"/>
                    <a:pt x="116" y="104"/>
                  </a:cubicBezTo>
                  <a:cubicBezTo>
                    <a:pt x="118" y="102"/>
                    <a:pt x="120" y="100"/>
                    <a:pt x="122" y="98"/>
                  </a:cubicBezTo>
                  <a:cubicBezTo>
                    <a:pt x="161" y="141"/>
                    <a:pt x="161" y="141"/>
                    <a:pt x="161" y="141"/>
                  </a:cubicBezTo>
                  <a:cubicBezTo>
                    <a:pt x="160" y="142"/>
                    <a:pt x="158" y="144"/>
                    <a:pt x="156" y="146"/>
                  </a:cubicBezTo>
                  <a:close/>
                  <a:moveTo>
                    <a:pt x="588" y="142"/>
                  </a:moveTo>
                  <a:cubicBezTo>
                    <a:pt x="587" y="140"/>
                    <a:pt x="585" y="138"/>
                    <a:pt x="583" y="137"/>
                  </a:cubicBezTo>
                  <a:cubicBezTo>
                    <a:pt x="622" y="93"/>
                    <a:pt x="622" y="93"/>
                    <a:pt x="622" y="93"/>
                  </a:cubicBezTo>
                  <a:cubicBezTo>
                    <a:pt x="624" y="95"/>
                    <a:pt x="626" y="97"/>
                    <a:pt x="628" y="99"/>
                  </a:cubicBezTo>
                  <a:lnTo>
                    <a:pt x="588" y="142"/>
                  </a:lnTo>
                  <a:close/>
                  <a:moveTo>
                    <a:pt x="166" y="137"/>
                  </a:moveTo>
                  <a:cubicBezTo>
                    <a:pt x="127" y="93"/>
                    <a:pt x="127" y="93"/>
                    <a:pt x="127" y="93"/>
                  </a:cubicBezTo>
                  <a:cubicBezTo>
                    <a:pt x="130" y="91"/>
                    <a:pt x="132" y="89"/>
                    <a:pt x="134" y="87"/>
                  </a:cubicBezTo>
                  <a:cubicBezTo>
                    <a:pt x="172" y="132"/>
                    <a:pt x="172" y="132"/>
                    <a:pt x="172" y="132"/>
                  </a:cubicBezTo>
                  <a:cubicBezTo>
                    <a:pt x="170" y="134"/>
                    <a:pt x="168" y="135"/>
                    <a:pt x="166" y="137"/>
                  </a:cubicBezTo>
                  <a:close/>
                  <a:moveTo>
                    <a:pt x="578" y="133"/>
                  </a:moveTo>
                  <a:cubicBezTo>
                    <a:pt x="576" y="131"/>
                    <a:pt x="575" y="130"/>
                    <a:pt x="573" y="128"/>
                  </a:cubicBezTo>
                  <a:cubicBezTo>
                    <a:pt x="609" y="83"/>
                    <a:pt x="609" y="83"/>
                    <a:pt x="609" y="83"/>
                  </a:cubicBezTo>
                  <a:cubicBezTo>
                    <a:pt x="612" y="84"/>
                    <a:pt x="614" y="86"/>
                    <a:pt x="616" y="88"/>
                  </a:cubicBezTo>
                  <a:lnTo>
                    <a:pt x="578" y="133"/>
                  </a:lnTo>
                  <a:close/>
                  <a:moveTo>
                    <a:pt x="176" y="128"/>
                  </a:moveTo>
                  <a:cubicBezTo>
                    <a:pt x="139" y="83"/>
                    <a:pt x="139" y="83"/>
                    <a:pt x="139" y="83"/>
                  </a:cubicBezTo>
                  <a:cubicBezTo>
                    <a:pt x="142" y="81"/>
                    <a:pt x="144" y="79"/>
                    <a:pt x="146" y="77"/>
                  </a:cubicBezTo>
                  <a:cubicBezTo>
                    <a:pt x="182" y="124"/>
                    <a:pt x="182" y="124"/>
                    <a:pt x="182" y="124"/>
                  </a:cubicBezTo>
                  <a:cubicBezTo>
                    <a:pt x="180" y="125"/>
                    <a:pt x="178" y="127"/>
                    <a:pt x="176" y="128"/>
                  </a:cubicBezTo>
                  <a:close/>
                  <a:moveTo>
                    <a:pt x="568" y="124"/>
                  </a:moveTo>
                  <a:cubicBezTo>
                    <a:pt x="566" y="123"/>
                    <a:pt x="564" y="121"/>
                    <a:pt x="562" y="120"/>
                  </a:cubicBezTo>
                  <a:cubicBezTo>
                    <a:pt x="597" y="73"/>
                    <a:pt x="597" y="73"/>
                    <a:pt x="597" y="73"/>
                  </a:cubicBezTo>
                  <a:cubicBezTo>
                    <a:pt x="599" y="75"/>
                    <a:pt x="601" y="76"/>
                    <a:pt x="604" y="78"/>
                  </a:cubicBezTo>
                  <a:lnTo>
                    <a:pt x="568" y="124"/>
                  </a:lnTo>
                  <a:close/>
                  <a:moveTo>
                    <a:pt x="187" y="120"/>
                  </a:moveTo>
                  <a:cubicBezTo>
                    <a:pt x="152" y="73"/>
                    <a:pt x="152" y="73"/>
                    <a:pt x="152" y="73"/>
                  </a:cubicBezTo>
                  <a:cubicBezTo>
                    <a:pt x="154" y="71"/>
                    <a:pt x="157" y="70"/>
                    <a:pt x="159" y="68"/>
                  </a:cubicBezTo>
                  <a:cubicBezTo>
                    <a:pt x="193" y="116"/>
                    <a:pt x="193" y="116"/>
                    <a:pt x="193" y="116"/>
                  </a:cubicBezTo>
                  <a:cubicBezTo>
                    <a:pt x="191" y="117"/>
                    <a:pt x="189" y="118"/>
                    <a:pt x="187" y="120"/>
                  </a:cubicBezTo>
                  <a:close/>
                  <a:moveTo>
                    <a:pt x="557" y="116"/>
                  </a:moveTo>
                  <a:cubicBezTo>
                    <a:pt x="555" y="115"/>
                    <a:pt x="553" y="113"/>
                    <a:pt x="551" y="112"/>
                  </a:cubicBezTo>
                  <a:cubicBezTo>
                    <a:pt x="584" y="64"/>
                    <a:pt x="584" y="64"/>
                    <a:pt x="584" y="64"/>
                  </a:cubicBezTo>
                  <a:cubicBezTo>
                    <a:pt x="586" y="65"/>
                    <a:pt x="589" y="67"/>
                    <a:pt x="591" y="69"/>
                  </a:cubicBezTo>
                  <a:lnTo>
                    <a:pt x="557" y="116"/>
                  </a:lnTo>
                  <a:close/>
                  <a:moveTo>
                    <a:pt x="198" y="112"/>
                  </a:moveTo>
                  <a:cubicBezTo>
                    <a:pt x="165" y="64"/>
                    <a:pt x="165" y="64"/>
                    <a:pt x="165" y="64"/>
                  </a:cubicBezTo>
                  <a:cubicBezTo>
                    <a:pt x="167" y="62"/>
                    <a:pt x="170" y="61"/>
                    <a:pt x="172" y="59"/>
                  </a:cubicBezTo>
                  <a:cubicBezTo>
                    <a:pt x="204" y="108"/>
                    <a:pt x="204" y="108"/>
                    <a:pt x="204" y="108"/>
                  </a:cubicBezTo>
                  <a:cubicBezTo>
                    <a:pt x="202" y="109"/>
                    <a:pt x="200" y="111"/>
                    <a:pt x="198" y="112"/>
                  </a:cubicBezTo>
                  <a:close/>
                  <a:moveTo>
                    <a:pt x="546" y="109"/>
                  </a:moveTo>
                  <a:cubicBezTo>
                    <a:pt x="544" y="107"/>
                    <a:pt x="542" y="106"/>
                    <a:pt x="540" y="105"/>
                  </a:cubicBezTo>
                  <a:cubicBezTo>
                    <a:pt x="571" y="55"/>
                    <a:pt x="571" y="55"/>
                    <a:pt x="571" y="55"/>
                  </a:cubicBezTo>
                  <a:cubicBezTo>
                    <a:pt x="573" y="57"/>
                    <a:pt x="575" y="58"/>
                    <a:pt x="578" y="60"/>
                  </a:cubicBezTo>
                  <a:lnTo>
                    <a:pt x="546" y="109"/>
                  </a:lnTo>
                  <a:close/>
                  <a:moveTo>
                    <a:pt x="209" y="105"/>
                  </a:moveTo>
                  <a:cubicBezTo>
                    <a:pt x="178" y="55"/>
                    <a:pt x="178" y="55"/>
                    <a:pt x="178" y="55"/>
                  </a:cubicBezTo>
                  <a:cubicBezTo>
                    <a:pt x="181" y="54"/>
                    <a:pt x="183" y="52"/>
                    <a:pt x="186" y="51"/>
                  </a:cubicBezTo>
                  <a:cubicBezTo>
                    <a:pt x="215" y="101"/>
                    <a:pt x="215" y="101"/>
                    <a:pt x="215" y="101"/>
                  </a:cubicBezTo>
                  <a:cubicBezTo>
                    <a:pt x="213" y="102"/>
                    <a:pt x="211" y="104"/>
                    <a:pt x="209" y="105"/>
                  </a:cubicBezTo>
                  <a:close/>
                  <a:moveTo>
                    <a:pt x="535" y="102"/>
                  </a:moveTo>
                  <a:cubicBezTo>
                    <a:pt x="533" y="100"/>
                    <a:pt x="530" y="99"/>
                    <a:pt x="528" y="98"/>
                  </a:cubicBezTo>
                  <a:cubicBezTo>
                    <a:pt x="557" y="47"/>
                    <a:pt x="557" y="47"/>
                    <a:pt x="557" y="47"/>
                  </a:cubicBezTo>
                  <a:cubicBezTo>
                    <a:pt x="559" y="48"/>
                    <a:pt x="562" y="50"/>
                    <a:pt x="564" y="51"/>
                  </a:cubicBezTo>
                  <a:lnTo>
                    <a:pt x="535" y="102"/>
                  </a:lnTo>
                  <a:close/>
                  <a:moveTo>
                    <a:pt x="220" y="98"/>
                  </a:moveTo>
                  <a:cubicBezTo>
                    <a:pt x="192" y="47"/>
                    <a:pt x="192" y="47"/>
                    <a:pt x="192" y="47"/>
                  </a:cubicBezTo>
                  <a:cubicBezTo>
                    <a:pt x="194" y="46"/>
                    <a:pt x="197" y="44"/>
                    <a:pt x="199" y="43"/>
                  </a:cubicBezTo>
                  <a:cubicBezTo>
                    <a:pt x="227" y="95"/>
                    <a:pt x="227" y="95"/>
                    <a:pt x="227" y="95"/>
                  </a:cubicBezTo>
                  <a:cubicBezTo>
                    <a:pt x="225" y="96"/>
                    <a:pt x="223" y="97"/>
                    <a:pt x="220" y="98"/>
                  </a:cubicBezTo>
                  <a:close/>
                  <a:moveTo>
                    <a:pt x="523" y="95"/>
                  </a:moveTo>
                  <a:cubicBezTo>
                    <a:pt x="521" y="94"/>
                    <a:pt x="519" y="93"/>
                    <a:pt x="516" y="92"/>
                  </a:cubicBezTo>
                  <a:cubicBezTo>
                    <a:pt x="543" y="40"/>
                    <a:pt x="543" y="40"/>
                    <a:pt x="543" y="40"/>
                  </a:cubicBezTo>
                  <a:cubicBezTo>
                    <a:pt x="545" y="41"/>
                    <a:pt x="548" y="42"/>
                    <a:pt x="550" y="44"/>
                  </a:cubicBezTo>
                  <a:lnTo>
                    <a:pt x="523" y="95"/>
                  </a:lnTo>
                  <a:close/>
                  <a:moveTo>
                    <a:pt x="232" y="92"/>
                  </a:moveTo>
                  <a:cubicBezTo>
                    <a:pt x="206" y="40"/>
                    <a:pt x="206" y="40"/>
                    <a:pt x="206" y="40"/>
                  </a:cubicBezTo>
                  <a:cubicBezTo>
                    <a:pt x="208" y="38"/>
                    <a:pt x="211" y="37"/>
                    <a:pt x="214" y="36"/>
                  </a:cubicBezTo>
                  <a:cubicBezTo>
                    <a:pt x="239" y="89"/>
                    <a:pt x="239" y="89"/>
                    <a:pt x="239" y="89"/>
                  </a:cubicBezTo>
                  <a:cubicBezTo>
                    <a:pt x="237" y="90"/>
                    <a:pt x="234" y="91"/>
                    <a:pt x="232" y="92"/>
                  </a:cubicBezTo>
                  <a:close/>
                  <a:moveTo>
                    <a:pt x="511" y="89"/>
                  </a:moveTo>
                  <a:cubicBezTo>
                    <a:pt x="509" y="88"/>
                    <a:pt x="507" y="87"/>
                    <a:pt x="504" y="86"/>
                  </a:cubicBezTo>
                  <a:cubicBezTo>
                    <a:pt x="528" y="33"/>
                    <a:pt x="528" y="33"/>
                    <a:pt x="528" y="33"/>
                  </a:cubicBezTo>
                  <a:cubicBezTo>
                    <a:pt x="531" y="34"/>
                    <a:pt x="534" y="35"/>
                    <a:pt x="536" y="36"/>
                  </a:cubicBezTo>
                  <a:lnTo>
                    <a:pt x="511" y="89"/>
                  </a:lnTo>
                  <a:close/>
                  <a:moveTo>
                    <a:pt x="244" y="86"/>
                  </a:moveTo>
                  <a:cubicBezTo>
                    <a:pt x="220" y="33"/>
                    <a:pt x="220" y="33"/>
                    <a:pt x="220" y="33"/>
                  </a:cubicBezTo>
                  <a:cubicBezTo>
                    <a:pt x="223" y="32"/>
                    <a:pt x="225" y="31"/>
                    <a:pt x="228" y="29"/>
                  </a:cubicBezTo>
                  <a:cubicBezTo>
                    <a:pt x="251" y="83"/>
                    <a:pt x="251" y="83"/>
                    <a:pt x="251" y="83"/>
                  </a:cubicBezTo>
                  <a:cubicBezTo>
                    <a:pt x="249" y="84"/>
                    <a:pt x="247" y="85"/>
                    <a:pt x="244" y="86"/>
                  </a:cubicBezTo>
                  <a:close/>
                  <a:moveTo>
                    <a:pt x="499" y="83"/>
                  </a:moveTo>
                  <a:cubicBezTo>
                    <a:pt x="496" y="83"/>
                    <a:pt x="494" y="82"/>
                    <a:pt x="492" y="81"/>
                  </a:cubicBezTo>
                  <a:cubicBezTo>
                    <a:pt x="514" y="26"/>
                    <a:pt x="514" y="26"/>
                    <a:pt x="514" y="26"/>
                  </a:cubicBezTo>
                  <a:cubicBezTo>
                    <a:pt x="516" y="27"/>
                    <a:pt x="519" y="29"/>
                    <a:pt x="522" y="30"/>
                  </a:cubicBezTo>
                  <a:lnTo>
                    <a:pt x="499" y="83"/>
                  </a:lnTo>
                  <a:close/>
                  <a:moveTo>
                    <a:pt x="257" y="81"/>
                  </a:moveTo>
                  <a:cubicBezTo>
                    <a:pt x="235" y="27"/>
                    <a:pt x="235" y="27"/>
                    <a:pt x="235" y="27"/>
                  </a:cubicBezTo>
                  <a:cubicBezTo>
                    <a:pt x="237" y="26"/>
                    <a:pt x="240" y="24"/>
                    <a:pt x="243" y="23"/>
                  </a:cubicBezTo>
                  <a:cubicBezTo>
                    <a:pt x="263" y="78"/>
                    <a:pt x="263" y="78"/>
                    <a:pt x="263" y="78"/>
                  </a:cubicBezTo>
                  <a:cubicBezTo>
                    <a:pt x="261" y="79"/>
                    <a:pt x="259" y="80"/>
                    <a:pt x="257" y="81"/>
                  </a:cubicBezTo>
                  <a:close/>
                  <a:moveTo>
                    <a:pt x="486" y="78"/>
                  </a:moveTo>
                  <a:cubicBezTo>
                    <a:pt x="484" y="78"/>
                    <a:pt x="482" y="77"/>
                    <a:pt x="479" y="76"/>
                  </a:cubicBezTo>
                  <a:cubicBezTo>
                    <a:pt x="499" y="21"/>
                    <a:pt x="499" y="21"/>
                    <a:pt x="499" y="21"/>
                  </a:cubicBezTo>
                  <a:cubicBezTo>
                    <a:pt x="502" y="22"/>
                    <a:pt x="504" y="23"/>
                    <a:pt x="507" y="24"/>
                  </a:cubicBezTo>
                  <a:lnTo>
                    <a:pt x="486" y="78"/>
                  </a:lnTo>
                  <a:close/>
                  <a:moveTo>
                    <a:pt x="269" y="76"/>
                  </a:moveTo>
                  <a:cubicBezTo>
                    <a:pt x="250" y="21"/>
                    <a:pt x="250" y="21"/>
                    <a:pt x="250" y="21"/>
                  </a:cubicBezTo>
                  <a:cubicBezTo>
                    <a:pt x="252" y="20"/>
                    <a:pt x="255" y="19"/>
                    <a:pt x="258" y="18"/>
                  </a:cubicBezTo>
                  <a:cubicBezTo>
                    <a:pt x="276" y="74"/>
                    <a:pt x="276" y="74"/>
                    <a:pt x="276" y="74"/>
                  </a:cubicBezTo>
                  <a:cubicBezTo>
                    <a:pt x="274" y="75"/>
                    <a:pt x="271" y="75"/>
                    <a:pt x="269" y="76"/>
                  </a:cubicBezTo>
                  <a:close/>
                  <a:moveTo>
                    <a:pt x="474" y="74"/>
                  </a:moveTo>
                  <a:cubicBezTo>
                    <a:pt x="471" y="73"/>
                    <a:pt x="469" y="72"/>
                    <a:pt x="467" y="72"/>
                  </a:cubicBezTo>
                  <a:cubicBezTo>
                    <a:pt x="484" y="16"/>
                    <a:pt x="484" y="16"/>
                    <a:pt x="484" y="16"/>
                  </a:cubicBezTo>
                  <a:cubicBezTo>
                    <a:pt x="486" y="17"/>
                    <a:pt x="489" y="18"/>
                    <a:pt x="492" y="18"/>
                  </a:cubicBezTo>
                  <a:lnTo>
                    <a:pt x="474" y="74"/>
                  </a:lnTo>
                  <a:close/>
                  <a:moveTo>
                    <a:pt x="282" y="72"/>
                  </a:moveTo>
                  <a:cubicBezTo>
                    <a:pt x="265" y="16"/>
                    <a:pt x="265" y="16"/>
                    <a:pt x="265" y="16"/>
                  </a:cubicBezTo>
                  <a:cubicBezTo>
                    <a:pt x="267" y="15"/>
                    <a:pt x="270" y="14"/>
                    <a:pt x="273" y="14"/>
                  </a:cubicBezTo>
                  <a:cubicBezTo>
                    <a:pt x="289" y="70"/>
                    <a:pt x="289" y="70"/>
                    <a:pt x="289" y="70"/>
                  </a:cubicBezTo>
                  <a:cubicBezTo>
                    <a:pt x="286" y="71"/>
                    <a:pt x="284" y="71"/>
                    <a:pt x="282" y="72"/>
                  </a:cubicBezTo>
                  <a:close/>
                  <a:moveTo>
                    <a:pt x="461" y="70"/>
                  </a:moveTo>
                  <a:cubicBezTo>
                    <a:pt x="458" y="69"/>
                    <a:pt x="456" y="69"/>
                    <a:pt x="454" y="68"/>
                  </a:cubicBezTo>
                  <a:cubicBezTo>
                    <a:pt x="468" y="12"/>
                    <a:pt x="468" y="12"/>
                    <a:pt x="468" y="12"/>
                  </a:cubicBezTo>
                  <a:cubicBezTo>
                    <a:pt x="471" y="12"/>
                    <a:pt x="474" y="13"/>
                    <a:pt x="477" y="14"/>
                  </a:cubicBezTo>
                  <a:lnTo>
                    <a:pt x="461" y="70"/>
                  </a:lnTo>
                  <a:close/>
                  <a:moveTo>
                    <a:pt x="295" y="68"/>
                  </a:moveTo>
                  <a:cubicBezTo>
                    <a:pt x="280" y="12"/>
                    <a:pt x="280" y="12"/>
                    <a:pt x="280" y="12"/>
                  </a:cubicBezTo>
                  <a:cubicBezTo>
                    <a:pt x="283" y="11"/>
                    <a:pt x="286" y="10"/>
                    <a:pt x="288" y="10"/>
                  </a:cubicBezTo>
                  <a:cubicBezTo>
                    <a:pt x="302" y="67"/>
                    <a:pt x="302" y="67"/>
                    <a:pt x="302" y="67"/>
                  </a:cubicBezTo>
                  <a:cubicBezTo>
                    <a:pt x="299" y="67"/>
                    <a:pt x="297" y="68"/>
                    <a:pt x="295" y="68"/>
                  </a:cubicBezTo>
                  <a:close/>
                  <a:moveTo>
                    <a:pt x="448" y="67"/>
                  </a:moveTo>
                  <a:cubicBezTo>
                    <a:pt x="445" y="66"/>
                    <a:pt x="443" y="66"/>
                    <a:pt x="441" y="65"/>
                  </a:cubicBezTo>
                  <a:cubicBezTo>
                    <a:pt x="453" y="8"/>
                    <a:pt x="453" y="8"/>
                    <a:pt x="453" y="8"/>
                  </a:cubicBezTo>
                  <a:cubicBezTo>
                    <a:pt x="456" y="8"/>
                    <a:pt x="459" y="9"/>
                    <a:pt x="461" y="10"/>
                  </a:cubicBezTo>
                  <a:lnTo>
                    <a:pt x="448" y="67"/>
                  </a:lnTo>
                  <a:close/>
                  <a:moveTo>
                    <a:pt x="308" y="65"/>
                  </a:moveTo>
                  <a:cubicBezTo>
                    <a:pt x="295" y="8"/>
                    <a:pt x="295" y="8"/>
                    <a:pt x="295" y="8"/>
                  </a:cubicBezTo>
                  <a:cubicBezTo>
                    <a:pt x="298" y="7"/>
                    <a:pt x="301" y="7"/>
                    <a:pt x="304" y="6"/>
                  </a:cubicBezTo>
                  <a:cubicBezTo>
                    <a:pt x="315" y="64"/>
                    <a:pt x="315" y="64"/>
                    <a:pt x="315" y="64"/>
                  </a:cubicBezTo>
                  <a:cubicBezTo>
                    <a:pt x="312" y="64"/>
                    <a:pt x="310" y="65"/>
                    <a:pt x="308" y="65"/>
                  </a:cubicBezTo>
                  <a:close/>
                  <a:moveTo>
                    <a:pt x="435" y="64"/>
                  </a:moveTo>
                  <a:cubicBezTo>
                    <a:pt x="432" y="63"/>
                    <a:pt x="430" y="63"/>
                    <a:pt x="428" y="63"/>
                  </a:cubicBezTo>
                  <a:cubicBezTo>
                    <a:pt x="437" y="5"/>
                    <a:pt x="437" y="5"/>
                    <a:pt x="437" y="5"/>
                  </a:cubicBezTo>
                  <a:cubicBezTo>
                    <a:pt x="440" y="5"/>
                    <a:pt x="443" y="6"/>
                    <a:pt x="446" y="6"/>
                  </a:cubicBezTo>
                  <a:lnTo>
                    <a:pt x="435" y="64"/>
                  </a:lnTo>
                  <a:close/>
                  <a:moveTo>
                    <a:pt x="321" y="63"/>
                  </a:moveTo>
                  <a:cubicBezTo>
                    <a:pt x="311" y="5"/>
                    <a:pt x="311" y="5"/>
                    <a:pt x="311" y="5"/>
                  </a:cubicBezTo>
                  <a:cubicBezTo>
                    <a:pt x="314" y="5"/>
                    <a:pt x="317" y="4"/>
                    <a:pt x="320" y="4"/>
                  </a:cubicBezTo>
                  <a:cubicBezTo>
                    <a:pt x="328" y="61"/>
                    <a:pt x="328" y="61"/>
                    <a:pt x="328" y="61"/>
                  </a:cubicBezTo>
                  <a:cubicBezTo>
                    <a:pt x="326" y="62"/>
                    <a:pt x="323" y="62"/>
                    <a:pt x="321" y="63"/>
                  </a:cubicBezTo>
                  <a:close/>
                  <a:moveTo>
                    <a:pt x="422" y="62"/>
                  </a:moveTo>
                  <a:cubicBezTo>
                    <a:pt x="419" y="61"/>
                    <a:pt x="417" y="61"/>
                    <a:pt x="414" y="61"/>
                  </a:cubicBezTo>
                  <a:cubicBezTo>
                    <a:pt x="422" y="3"/>
                    <a:pt x="422" y="3"/>
                    <a:pt x="422" y="3"/>
                  </a:cubicBezTo>
                  <a:cubicBezTo>
                    <a:pt x="424" y="3"/>
                    <a:pt x="427" y="3"/>
                    <a:pt x="430" y="4"/>
                  </a:cubicBezTo>
                  <a:lnTo>
                    <a:pt x="422" y="62"/>
                  </a:lnTo>
                  <a:close/>
                  <a:moveTo>
                    <a:pt x="334" y="61"/>
                  </a:moveTo>
                  <a:cubicBezTo>
                    <a:pt x="327" y="3"/>
                    <a:pt x="327" y="3"/>
                    <a:pt x="327" y="3"/>
                  </a:cubicBezTo>
                  <a:cubicBezTo>
                    <a:pt x="330" y="2"/>
                    <a:pt x="332" y="2"/>
                    <a:pt x="335" y="2"/>
                  </a:cubicBezTo>
                  <a:cubicBezTo>
                    <a:pt x="341" y="60"/>
                    <a:pt x="341" y="60"/>
                    <a:pt x="341" y="60"/>
                  </a:cubicBezTo>
                  <a:cubicBezTo>
                    <a:pt x="339" y="60"/>
                    <a:pt x="337" y="60"/>
                    <a:pt x="334" y="61"/>
                  </a:cubicBezTo>
                  <a:close/>
                  <a:moveTo>
                    <a:pt x="408" y="60"/>
                  </a:moveTo>
                  <a:cubicBezTo>
                    <a:pt x="406" y="60"/>
                    <a:pt x="403" y="59"/>
                    <a:pt x="401" y="59"/>
                  </a:cubicBezTo>
                  <a:cubicBezTo>
                    <a:pt x="406" y="1"/>
                    <a:pt x="406" y="1"/>
                    <a:pt x="406" y="1"/>
                  </a:cubicBezTo>
                  <a:cubicBezTo>
                    <a:pt x="409" y="1"/>
                    <a:pt x="412" y="1"/>
                    <a:pt x="414" y="2"/>
                  </a:cubicBezTo>
                  <a:lnTo>
                    <a:pt x="408" y="60"/>
                  </a:lnTo>
                  <a:close/>
                  <a:moveTo>
                    <a:pt x="347" y="59"/>
                  </a:moveTo>
                  <a:cubicBezTo>
                    <a:pt x="342" y="1"/>
                    <a:pt x="342" y="1"/>
                    <a:pt x="342" y="1"/>
                  </a:cubicBezTo>
                  <a:cubicBezTo>
                    <a:pt x="345" y="1"/>
                    <a:pt x="348" y="1"/>
                    <a:pt x="351" y="0"/>
                  </a:cubicBezTo>
                  <a:cubicBezTo>
                    <a:pt x="355" y="59"/>
                    <a:pt x="355" y="59"/>
                    <a:pt x="355" y="59"/>
                  </a:cubicBezTo>
                  <a:cubicBezTo>
                    <a:pt x="352" y="59"/>
                    <a:pt x="350" y="59"/>
                    <a:pt x="347" y="59"/>
                  </a:cubicBezTo>
                  <a:close/>
                  <a:moveTo>
                    <a:pt x="395" y="59"/>
                  </a:moveTo>
                  <a:cubicBezTo>
                    <a:pt x="392" y="59"/>
                    <a:pt x="390" y="58"/>
                    <a:pt x="388" y="58"/>
                  </a:cubicBezTo>
                  <a:cubicBezTo>
                    <a:pt x="390" y="0"/>
                    <a:pt x="390" y="0"/>
                    <a:pt x="390" y="0"/>
                  </a:cubicBezTo>
                  <a:cubicBezTo>
                    <a:pt x="393" y="0"/>
                    <a:pt x="396" y="0"/>
                    <a:pt x="399" y="0"/>
                  </a:cubicBezTo>
                  <a:lnTo>
                    <a:pt x="395" y="59"/>
                  </a:lnTo>
                  <a:close/>
                  <a:moveTo>
                    <a:pt x="361" y="58"/>
                  </a:moveTo>
                  <a:cubicBezTo>
                    <a:pt x="358" y="0"/>
                    <a:pt x="358" y="0"/>
                    <a:pt x="358" y="0"/>
                  </a:cubicBezTo>
                  <a:cubicBezTo>
                    <a:pt x="361" y="0"/>
                    <a:pt x="364" y="0"/>
                    <a:pt x="367" y="0"/>
                  </a:cubicBezTo>
                  <a:cubicBezTo>
                    <a:pt x="368" y="58"/>
                    <a:pt x="368" y="58"/>
                    <a:pt x="368" y="58"/>
                  </a:cubicBezTo>
                  <a:cubicBezTo>
                    <a:pt x="366" y="58"/>
                    <a:pt x="363" y="58"/>
                    <a:pt x="361" y="58"/>
                  </a:cubicBezTo>
                  <a:close/>
                  <a:moveTo>
                    <a:pt x="382" y="58"/>
                  </a:moveTo>
                  <a:cubicBezTo>
                    <a:pt x="379" y="58"/>
                    <a:pt x="377" y="58"/>
                    <a:pt x="375" y="58"/>
                  </a:cubicBezTo>
                  <a:cubicBezTo>
                    <a:pt x="374" y="58"/>
                    <a:pt x="374" y="58"/>
                    <a:pt x="374" y="58"/>
                  </a:cubicBezTo>
                  <a:cubicBezTo>
                    <a:pt x="374" y="23"/>
                    <a:pt x="374" y="23"/>
                    <a:pt x="374" y="23"/>
                  </a:cubicBezTo>
                  <a:cubicBezTo>
                    <a:pt x="374" y="0"/>
                    <a:pt x="374" y="0"/>
                    <a:pt x="374" y="0"/>
                  </a:cubicBezTo>
                  <a:cubicBezTo>
                    <a:pt x="375" y="0"/>
                    <a:pt x="375" y="0"/>
                    <a:pt x="375" y="0"/>
                  </a:cubicBezTo>
                  <a:cubicBezTo>
                    <a:pt x="377" y="0"/>
                    <a:pt x="380" y="0"/>
                    <a:pt x="383" y="0"/>
                  </a:cubicBezTo>
                  <a:lnTo>
                    <a:pt x="382" y="58"/>
                  </a:lnTo>
                  <a:close/>
                  <a:moveTo>
                    <a:pt x="374" y="23"/>
                  </a:moveTo>
                  <a:cubicBezTo>
                    <a:pt x="374" y="29"/>
                    <a:pt x="374" y="29"/>
                    <a:pt x="374" y="29"/>
                  </a:cubicBezTo>
                  <a:cubicBezTo>
                    <a:pt x="374" y="24"/>
                    <a:pt x="374" y="24"/>
                    <a:pt x="374" y="24"/>
                  </a:cubicBezTo>
                  <a:lnTo>
                    <a:pt x="374" y="2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3" name="Google Shape;1143;p28"/>
            <p:cNvSpPr/>
            <p:nvPr/>
          </p:nvSpPr>
          <p:spPr>
            <a:xfrm>
              <a:off x="5734050" y="4329113"/>
              <a:ext cx="985838" cy="987424"/>
            </a:xfrm>
            <a:custGeom>
              <a:avLst/>
              <a:gdLst/>
              <a:ahLst/>
              <a:cxnLst/>
              <a:rect l="l" t="t" r="r" b="b"/>
              <a:pathLst>
                <a:path w="585" h="585" extrusionOk="0">
                  <a:moveTo>
                    <a:pt x="293" y="585"/>
                  </a:moveTo>
                  <a:cubicBezTo>
                    <a:pt x="131" y="585"/>
                    <a:pt x="0" y="454"/>
                    <a:pt x="0" y="293"/>
                  </a:cubicBezTo>
                  <a:cubicBezTo>
                    <a:pt x="0" y="131"/>
                    <a:pt x="131" y="0"/>
                    <a:pt x="293" y="0"/>
                  </a:cubicBezTo>
                  <a:cubicBezTo>
                    <a:pt x="454" y="0"/>
                    <a:pt x="585" y="131"/>
                    <a:pt x="585" y="293"/>
                  </a:cubicBezTo>
                  <a:cubicBezTo>
                    <a:pt x="585" y="454"/>
                    <a:pt x="454" y="585"/>
                    <a:pt x="293" y="585"/>
                  </a:cubicBezTo>
                  <a:close/>
                  <a:moveTo>
                    <a:pt x="293" y="5"/>
                  </a:moveTo>
                  <a:cubicBezTo>
                    <a:pt x="134" y="5"/>
                    <a:pt x="5" y="134"/>
                    <a:pt x="5" y="293"/>
                  </a:cubicBezTo>
                  <a:cubicBezTo>
                    <a:pt x="5" y="451"/>
                    <a:pt x="134" y="580"/>
                    <a:pt x="293" y="580"/>
                  </a:cubicBezTo>
                  <a:cubicBezTo>
                    <a:pt x="451" y="580"/>
                    <a:pt x="580" y="451"/>
                    <a:pt x="580" y="293"/>
                  </a:cubicBezTo>
                  <a:cubicBezTo>
                    <a:pt x="580" y="134"/>
                    <a:pt x="451" y="5"/>
                    <a:pt x="293" y="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4" name="Google Shape;1144;p28"/>
            <p:cNvSpPr/>
            <p:nvPr/>
          </p:nvSpPr>
          <p:spPr>
            <a:xfrm>
              <a:off x="5738813" y="4333875"/>
              <a:ext cx="974725" cy="976313"/>
            </a:xfrm>
            <a:custGeom>
              <a:avLst/>
              <a:gdLst/>
              <a:ahLst/>
              <a:cxnLst/>
              <a:rect l="l" t="t" r="r" b="b"/>
              <a:pathLst>
                <a:path w="578" h="579" extrusionOk="0">
                  <a:moveTo>
                    <a:pt x="290" y="0"/>
                  </a:moveTo>
                  <a:cubicBezTo>
                    <a:pt x="289" y="0"/>
                    <a:pt x="289" y="0"/>
                    <a:pt x="289" y="0"/>
                  </a:cubicBezTo>
                  <a:cubicBezTo>
                    <a:pt x="289" y="0"/>
                    <a:pt x="289" y="0"/>
                    <a:pt x="289" y="0"/>
                  </a:cubicBezTo>
                  <a:cubicBezTo>
                    <a:pt x="289" y="0"/>
                    <a:pt x="289" y="0"/>
                    <a:pt x="289" y="0"/>
                  </a:cubicBezTo>
                  <a:cubicBezTo>
                    <a:pt x="289" y="0"/>
                    <a:pt x="289" y="0"/>
                    <a:pt x="289" y="0"/>
                  </a:cubicBezTo>
                  <a:cubicBezTo>
                    <a:pt x="289" y="0"/>
                    <a:pt x="289" y="0"/>
                    <a:pt x="289" y="0"/>
                  </a:cubicBezTo>
                  <a:cubicBezTo>
                    <a:pt x="288" y="0"/>
                    <a:pt x="287" y="0"/>
                    <a:pt x="287" y="0"/>
                  </a:cubicBezTo>
                  <a:cubicBezTo>
                    <a:pt x="287" y="49"/>
                    <a:pt x="287" y="49"/>
                    <a:pt x="287" y="49"/>
                  </a:cubicBezTo>
                  <a:cubicBezTo>
                    <a:pt x="288" y="49"/>
                    <a:pt x="289" y="49"/>
                    <a:pt x="290" y="49"/>
                  </a:cubicBezTo>
                  <a:lnTo>
                    <a:pt x="290" y="0"/>
                  </a:lnTo>
                  <a:close/>
                  <a:moveTo>
                    <a:pt x="234" y="5"/>
                  </a:moveTo>
                  <a:cubicBezTo>
                    <a:pt x="233" y="6"/>
                    <a:pt x="233" y="6"/>
                    <a:pt x="232" y="6"/>
                  </a:cubicBezTo>
                  <a:cubicBezTo>
                    <a:pt x="232" y="6"/>
                    <a:pt x="232" y="6"/>
                    <a:pt x="232" y="6"/>
                  </a:cubicBezTo>
                  <a:cubicBezTo>
                    <a:pt x="232" y="6"/>
                    <a:pt x="232" y="6"/>
                    <a:pt x="232" y="6"/>
                  </a:cubicBezTo>
                  <a:cubicBezTo>
                    <a:pt x="232" y="6"/>
                    <a:pt x="232" y="6"/>
                    <a:pt x="232" y="6"/>
                  </a:cubicBezTo>
                  <a:cubicBezTo>
                    <a:pt x="232" y="6"/>
                    <a:pt x="232" y="6"/>
                    <a:pt x="232" y="6"/>
                  </a:cubicBezTo>
                  <a:cubicBezTo>
                    <a:pt x="231" y="6"/>
                    <a:pt x="231" y="6"/>
                    <a:pt x="231" y="6"/>
                  </a:cubicBezTo>
                  <a:cubicBezTo>
                    <a:pt x="241" y="54"/>
                    <a:pt x="241" y="54"/>
                    <a:pt x="241" y="54"/>
                  </a:cubicBezTo>
                  <a:cubicBezTo>
                    <a:pt x="242" y="54"/>
                    <a:pt x="243" y="54"/>
                    <a:pt x="243" y="54"/>
                  </a:cubicBezTo>
                  <a:lnTo>
                    <a:pt x="234" y="5"/>
                  </a:lnTo>
                  <a:close/>
                  <a:moveTo>
                    <a:pt x="181" y="21"/>
                  </a:moveTo>
                  <a:cubicBezTo>
                    <a:pt x="180" y="22"/>
                    <a:pt x="179" y="22"/>
                    <a:pt x="179" y="22"/>
                  </a:cubicBezTo>
                  <a:cubicBezTo>
                    <a:pt x="179" y="22"/>
                    <a:pt x="179" y="22"/>
                    <a:pt x="179" y="22"/>
                  </a:cubicBezTo>
                  <a:cubicBezTo>
                    <a:pt x="179" y="22"/>
                    <a:pt x="179" y="22"/>
                    <a:pt x="179" y="22"/>
                  </a:cubicBezTo>
                  <a:cubicBezTo>
                    <a:pt x="179" y="22"/>
                    <a:pt x="179" y="22"/>
                    <a:pt x="179" y="22"/>
                  </a:cubicBezTo>
                  <a:cubicBezTo>
                    <a:pt x="179" y="22"/>
                    <a:pt x="179" y="22"/>
                    <a:pt x="179" y="22"/>
                  </a:cubicBezTo>
                  <a:cubicBezTo>
                    <a:pt x="178" y="22"/>
                    <a:pt x="178" y="22"/>
                    <a:pt x="178" y="22"/>
                  </a:cubicBezTo>
                  <a:cubicBezTo>
                    <a:pt x="197" y="68"/>
                    <a:pt x="197" y="68"/>
                    <a:pt x="197" y="68"/>
                  </a:cubicBezTo>
                  <a:cubicBezTo>
                    <a:pt x="198" y="67"/>
                    <a:pt x="198" y="67"/>
                    <a:pt x="199" y="67"/>
                  </a:cubicBezTo>
                  <a:lnTo>
                    <a:pt x="181" y="21"/>
                  </a:lnTo>
                  <a:close/>
                  <a:moveTo>
                    <a:pt x="131" y="47"/>
                  </a:moveTo>
                  <a:cubicBezTo>
                    <a:pt x="131" y="47"/>
                    <a:pt x="130" y="48"/>
                    <a:pt x="130" y="48"/>
                  </a:cubicBezTo>
                  <a:cubicBezTo>
                    <a:pt x="130" y="48"/>
                    <a:pt x="130" y="48"/>
                    <a:pt x="130" y="48"/>
                  </a:cubicBezTo>
                  <a:cubicBezTo>
                    <a:pt x="130" y="48"/>
                    <a:pt x="130" y="48"/>
                    <a:pt x="130" y="48"/>
                  </a:cubicBezTo>
                  <a:cubicBezTo>
                    <a:pt x="130" y="48"/>
                    <a:pt x="130" y="48"/>
                    <a:pt x="130" y="48"/>
                  </a:cubicBezTo>
                  <a:cubicBezTo>
                    <a:pt x="130" y="48"/>
                    <a:pt x="130" y="48"/>
                    <a:pt x="130" y="48"/>
                  </a:cubicBezTo>
                  <a:cubicBezTo>
                    <a:pt x="129" y="48"/>
                    <a:pt x="129" y="48"/>
                    <a:pt x="129" y="48"/>
                  </a:cubicBezTo>
                  <a:cubicBezTo>
                    <a:pt x="129" y="48"/>
                    <a:pt x="129" y="48"/>
                    <a:pt x="129" y="48"/>
                  </a:cubicBezTo>
                  <a:cubicBezTo>
                    <a:pt x="129" y="49"/>
                    <a:pt x="129" y="49"/>
                    <a:pt x="129" y="49"/>
                  </a:cubicBezTo>
                  <a:cubicBezTo>
                    <a:pt x="156" y="90"/>
                    <a:pt x="156" y="90"/>
                    <a:pt x="156" y="90"/>
                  </a:cubicBezTo>
                  <a:cubicBezTo>
                    <a:pt x="157" y="89"/>
                    <a:pt x="157" y="89"/>
                    <a:pt x="158" y="88"/>
                  </a:cubicBezTo>
                  <a:lnTo>
                    <a:pt x="131" y="47"/>
                  </a:lnTo>
                  <a:close/>
                  <a:moveTo>
                    <a:pt x="88" y="82"/>
                  </a:moveTo>
                  <a:cubicBezTo>
                    <a:pt x="87" y="82"/>
                    <a:pt x="87" y="83"/>
                    <a:pt x="87" y="83"/>
                  </a:cubicBezTo>
                  <a:cubicBezTo>
                    <a:pt x="87" y="83"/>
                    <a:pt x="87" y="83"/>
                    <a:pt x="87" y="83"/>
                  </a:cubicBezTo>
                  <a:cubicBezTo>
                    <a:pt x="86" y="83"/>
                    <a:pt x="86" y="83"/>
                    <a:pt x="86" y="83"/>
                  </a:cubicBezTo>
                  <a:cubicBezTo>
                    <a:pt x="86" y="83"/>
                    <a:pt x="86" y="83"/>
                    <a:pt x="86" y="83"/>
                  </a:cubicBezTo>
                  <a:cubicBezTo>
                    <a:pt x="86" y="83"/>
                    <a:pt x="86" y="83"/>
                    <a:pt x="86" y="83"/>
                  </a:cubicBezTo>
                  <a:cubicBezTo>
                    <a:pt x="86" y="84"/>
                    <a:pt x="86" y="84"/>
                    <a:pt x="86" y="84"/>
                  </a:cubicBezTo>
                  <a:cubicBezTo>
                    <a:pt x="120" y="119"/>
                    <a:pt x="120" y="119"/>
                    <a:pt x="120" y="119"/>
                  </a:cubicBezTo>
                  <a:cubicBezTo>
                    <a:pt x="121" y="118"/>
                    <a:pt x="121" y="118"/>
                    <a:pt x="122" y="117"/>
                  </a:cubicBezTo>
                  <a:lnTo>
                    <a:pt x="88" y="82"/>
                  </a:lnTo>
                  <a:close/>
                  <a:moveTo>
                    <a:pt x="52" y="125"/>
                  </a:moveTo>
                  <a:cubicBezTo>
                    <a:pt x="51" y="125"/>
                    <a:pt x="51" y="125"/>
                    <a:pt x="51" y="125"/>
                  </a:cubicBezTo>
                  <a:cubicBezTo>
                    <a:pt x="51" y="125"/>
                    <a:pt x="51" y="125"/>
                    <a:pt x="51" y="125"/>
                  </a:cubicBezTo>
                  <a:cubicBezTo>
                    <a:pt x="51" y="125"/>
                    <a:pt x="51" y="125"/>
                    <a:pt x="51" y="125"/>
                  </a:cubicBezTo>
                  <a:cubicBezTo>
                    <a:pt x="51" y="125"/>
                    <a:pt x="51" y="125"/>
                    <a:pt x="51" y="125"/>
                  </a:cubicBezTo>
                  <a:cubicBezTo>
                    <a:pt x="51" y="125"/>
                    <a:pt x="51" y="125"/>
                    <a:pt x="51" y="125"/>
                  </a:cubicBezTo>
                  <a:cubicBezTo>
                    <a:pt x="51" y="126"/>
                    <a:pt x="51" y="126"/>
                    <a:pt x="51" y="126"/>
                  </a:cubicBezTo>
                  <a:cubicBezTo>
                    <a:pt x="51" y="126"/>
                    <a:pt x="51" y="126"/>
                    <a:pt x="51" y="126"/>
                  </a:cubicBezTo>
                  <a:cubicBezTo>
                    <a:pt x="51" y="126"/>
                    <a:pt x="51" y="126"/>
                    <a:pt x="51" y="126"/>
                  </a:cubicBezTo>
                  <a:cubicBezTo>
                    <a:pt x="51" y="126"/>
                    <a:pt x="51" y="126"/>
                    <a:pt x="51" y="126"/>
                  </a:cubicBezTo>
                  <a:cubicBezTo>
                    <a:pt x="51" y="126"/>
                    <a:pt x="51" y="126"/>
                    <a:pt x="51" y="126"/>
                  </a:cubicBezTo>
                  <a:cubicBezTo>
                    <a:pt x="51" y="126"/>
                    <a:pt x="51" y="126"/>
                    <a:pt x="51" y="126"/>
                  </a:cubicBezTo>
                  <a:cubicBezTo>
                    <a:pt x="51" y="126"/>
                    <a:pt x="51" y="126"/>
                    <a:pt x="51" y="126"/>
                  </a:cubicBezTo>
                  <a:cubicBezTo>
                    <a:pt x="51" y="126"/>
                    <a:pt x="51" y="126"/>
                    <a:pt x="51" y="126"/>
                  </a:cubicBezTo>
                  <a:cubicBezTo>
                    <a:pt x="51" y="126"/>
                    <a:pt x="51" y="126"/>
                    <a:pt x="51" y="126"/>
                  </a:cubicBezTo>
                  <a:cubicBezTo>
                    <a:pt x="50" y="127"/>
                    <a:pt x="50" y="127"/>
                    <a:pt x="50" y="127"/>
                  </a:cubicBezTo>
                  <a:cubicBezTo>
                    <a:pt x="91" y="155"/>
                    <a:pt x="91" y="155"/>
                    <a:pt x="91" y="155"/>
                  </a:cubicBezTo>
                  <a:cubicBezTo>
                    <a:pt x="91" y="154"/>
                    <a:pt x="92" y="153"/>
                    <a:pt x="92" y="153"/>
                  </a:cubicBezTo>
                  <a:lnTo>
                    <a:pt x="52" y="125"/>
                  </a:lnTo>
                  <a:close/>
                  <a:moveTo>
                    <a:pt x="24" y="173"/>
                  </a:moveTo>
                  <a:cubicBezTo>
                    <a:pt x="24" y="173"/>
                    <a:pt x="24" y="173"/>
                    <a:pt x="24" y="173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4" y="174"/>
                    <a:pt x="24" y="175"/>
                    <a:pt x="23" y="176"/>
                  </a:cubicBezTo>
                  <a:cubicBezTo>
                    <a:pt x="23" y="176"/>
                    <a:pt x="23" y="176"/>
                    <a:pt x="23" y="176"/>
                  </a:cubicBezTo>
                  <a:cubicBezTo>
                    <a:pt x="23" y="176"/>
                    <a:pt x="23" y="176"/>
                    <a:pt x="23" y="176"/>
                  </a:cubicBezTo>
                  <a:cubicBezTo>
                    <a:pt x="23" y="176"/>
                    <a:pt x="23" y="176"/>
                    <a:pt x="23" y="176"/>
                  </a:cubicBezTo>
                  <a:cubicBezTo>
                    <a:pt x="23" y="176"/>
                    <a:pt x="23" y="176"/>
                    <a:pt x="23" y="176"/>
                  </a:cubicBezTo>
                  <a:cubicBezTo>
                    <a:pt x="68" y="195"/>
                    <a:pt x="68" y="195"/>
                    <a:pt x="68" y="195"/>
                  </a:cubicBezTo>
                  <a:cubicBezTo>
                    <a:pt x="69" y="194"/>
                    <a:pt x="69" y="194"/>
                    <a:pt x="69" y="193"/>
                  </a:cubicBezTo>
                  <a:lnTo>
                    <a:pt x="24" y="173"/>
                  </a:lnTo>
                  <a:close/>
                  <a:moveTo>
                    <a:pt x="7" y="226"/>
                  </a:moveTo>
                  <a:cubicBezTo>
                    <a:pt x="7" y="227"/>
                    <a:pt x="7" y="227"/>
                    <a:pt x="7" y="228"/>
                  </a:cubicBezTo>
                  <a:cubicBezTo>
                    <a:pt x="7" y="228"/>
                    <a:pt x="7" y="228"/>
                    <a:pt x="7" y="228"/>
                  </a:cubicBezTo>
                  <a:cubicBezTo>
                    <a:pt x="7" y="228"/>
                    <a:pt x="7" y="228"/>
                    <a:pt x="7" y="228"/>
                  </a:cubicBezTo>
                  <a:cubicBezTo>
                    <a:pt x="6" y="229"/>
                    <a:pt x="6" y="229"/>
                    <a:pt x="6" y="229"/>
                  </a:cubicBezTo>
                  <a:cubicBezTo>
                    <a:pt x="54" y="239"/>
                    <a:pt x="54" y="239"/>
                    <a:pt x="54" y="239"/>
                  </a:cubicBezTo>
                  <a:cubicBezTo>
                    <a:pt x="55" y="238"/>
                    <a:pt x="55" y="238"/>
                    <a:pt x="55" y="237"/>
                  </a:cubicBezTo>
                  <a:cubicBezTo>
                    <a:pt x="7" y="226"/>
                    <a:pt x="7" y="226"/>
                    <a:pt x="7" y="226"/>
                  </a:cubicBezTo>
                  <a:close/>
                  <a:moveTo>
                    <a:pt x="0" y="281"/>
                  </a:moveTo>
                  <a:cubicBezTo>
                    <a:pt x="0" y="281"/>
                    <a:pt x="0" y="281"/>
                    <a:pt x="0" y="281"/>
                  </a:cubicBezTo>
                  <a:cubicBezTo>
                    <a:pt x="0" y="282"/>
                    <a:pt x="0" y="282"/>
                    <a:pt x="0" y="282"/>
                  </a:cubicBezTo>
                  <a:cubicBezTo>
                    <a:pt x="0" y="282"/>
                    <a:pt x="0" y="282"/>
                    <a:pt x="0" y="282"/>
                  </a:cubicBezTo>
                  <a:cubicBezTo>
                    <a:pt x="0" y="282"/>
                    <a:pt x="0" y="282"/>
                    <a:pt x="0" y="282"/>
                  </a:cubicBezTo>
                  <a:cubicBezTo>
                    <a:pt x="0" y="282"/>
                    <a:pt x="0" y="282"/>
                    <a:pt x="0" y="282"/>
                  </a:cubicBezTo>
                  <a:cubicBezTo>
                    <a:pt x="0" y="282"/>
                    <a:pt x="0" y="282"/>
                    <a:pt x="0" y="282"/>
                  </a:cubicBezTo>
                  <a:cubicBezTo>
                    <a:pt x="0" y="283"/>
                    <a:pt x="0" y="283"/>
                    <a:pt x="0" y="283"/>
                  </a:cubicBezTo>
                  <a:cubicBezTo>
                    <a:pt x="0" y="283"/>
                    <a:pt x="0" y="283"/>
                    <a:pt x="0" y="283"/>
                  </a:cubicBezTo>
                  <a:cubicBezTo>
                    <a:pt x="0" y="283"/>
                    <a:pt x="0" y="283"/>
                    <a:pt x="0" y="283"/>
                  </a:cubicBezTo>
                  <a:cubicBezTo>
                    <a:pt x="0" y="283"/>
                    <a:pt x="0" y="283"/>
                    <a:pt x="0" y="283"/>
                  </a:cubicBezTo>
                  <a:cubicBezTo>
                    <a:pt x="0" y="283"/>
                    <a:pt x="0" y="283"/>
                    <a:pt x="0" y="283"/>
                  </a:cubicBezTo>
                  <a:cubicBezTo>
                    <a:pt x="0" y="283"/>
                    <a:pt x="0" y="283"/>
                    <a:pt x="0" y="283"/>
                  </a:cubicBezTo>
                  <a:cubicBezTo>
                    <a:pt x="0" y="283"/>
                    <a:pt x="0" y="283"/>
                    <a:pt x="0" y="283"/>
                  </a:cubicBezTo>
                  <a:cubicBezTo>
                    <a:pt x="0" y="283"/>
                    <a:pt x="0" y="283"/>
                    <a:pt x="0" y="283"/>
                  </a:cubicBezTo>
                  <a:cubicBezTo>
                    <a:pt x="0" y="284"/>
                    <a:pt x="0" y="284"/>
                    <a:pt x="0" y="284"/>
                  </a:cubicBezTo>
                  <a:cubicBezTo>
                    <a:pt x="0" y="284"/>
                    <a:pt x="0" y="284"/>
                    <a:pt x="0" y="284"/>
                  </a:cubicBezTo>
                  <a:cubicBezTo>
                    <a:pt x="0" y="284"/>
                    <a:pt x="0" y="284"/>
                    <a:pt x="0" y="284"/>
                  </a:cubicBezTo>
                  <a:cubicBezTo>
                    <a:pt x="0" y="284"/>
                    <a:pt x="0" y="284"/>
                    <a:pt x="0" y="284"/>
                  </a:cubicBezTo>
                  <a:cubicBezTo>
                    <a:pt x="0" y="284"/>
                    <a:pt x="0" y="284"/>
                    <a:pt x="0" y="284"/>
                  </a:cubicBezTo>
                  <a:cubicBezTo>
                    <a:pt x="0" y="284"/>
                    <a:pt x="0" y="284"/>
                    <a:pt x="0" y="284"/>
                  </a:cubicBezTo>
                  <a:cubicBezTo>
                    <a:pt x="49" y="285"/>
                    <a:pt x="49" y="285"/>
                    <a:pt x="49" y="285"/>
                  </a:cubicBezTo>
                  <a:cubicBezTo>
                    <a:pt x="49" y="284"/>
                    <a:pt x="49" y="284"/>
                    <a:pt x="49" y="283"/>
                  </a:cubicBezTo>
                  <a:lnTo>
                    <a:pt x="0" y="281"/>
                  </a:lnTo>
                  <a:close/>
                  <a:moveTo>
                    <a:pt x="52" y="329"/>
                  </a:moveTo>
                  <a:cubicBezTo>
                    <a:pt x="4" y="337"/>
                    <a:pt x="4" y="337"/>
                    <a:pt x="4" y="337"/>
                  </a:cubicBezTo>
                  <a:cubicBezTo>
                    <a:pt x="4" y="338"/>
                    <a:pt x="4" y="338"/>
                    <a:pt x="4" y="338"/>
                  </a:cubicBezTo>
                  <a:cubicBezTo>
                    <a:pt x="4" y="338"/>
                    <a:pt x="4" y="338"/>
                    <a:pt x="4" y="338"/>
                  </a:cubicBezTo>
                  <a:cubicBezTo>
                    <a:pt x="4" y="339"/>
                    <a:pt x="4" y="339"/>
                    <a:pt x="4" y="340"/>
                  </a:cubicBezTo>
                  <a:cubicBezTo>
                    <a:pt x="4" y="340"/>
                    <a:pt x="4" y="340"/>
                    <a:pt x="4" y="340"/>
                  </a:cubicBezTo>
                  <a:cubicBezTo>
                    <a:pt x="4" y="340"/>
                    <a:pt x="4" y="340"/>
                    <a:pt x="4" y="340"/>
                  </a:cubicBezTo>
                  <a:cubicBezTo>
                    <a:pt x="53" y="331"/>
                    <a:pt x="53" y="331"/>
                    <a:pt x="53" y="331"/>
                  </a:cubicBezTo>
                  <a:cubicBezTo>
                    <a:pt x="53" y="331"/>
                    <a:pt x="52" y="330"/>
                    <a:pt x="52" y="329"/>
                  </a:cubicBezTo>
                  <a:close/>
                  <a:moveTo>
                    <a:pt x="64" y="374"/>
                  </a:moveTo>
                  <a:cubicBezTo>
                    <a:pt x="18" y="391"/>
                    <a:pt x="18" y="391"/>
                    <a:pt x="18" y="391"/>
                  </a:cubicBezTo>
                  <a:cubicBezTo>
                    <a:pt x="19" y="392"/>
                    <a:pt x="19" y="393"/>
                    <a:pt x="19" y="394"/>
                  </a:cubicBezTo>
                  <a:cubicBezTo>
                    <a:pt x="65" y="376"/>
                    <a:pt x="65" y="376"/>
                    <a:pt x="65" y="376"/>
                  </a:cubicBezTo>
                  <a:cubicBezTo>
                    <a:pt x="65" y="375"/>
                    <a:pt x="64" y="374"/>
                    <a:pt x="64" y="374"/>
                  </a:cubicBezTo>
                  <a:close/>
                  <a:moveTo>
                    <a:pt x="84" y="415"/>
                  </a:moveTo>
                  <a:cubicBezTo>
                    <a:pt x="43" y="441"/>
                    <a:pt x="43" y="441"/>
                    <a:pt x="43" y="441"/>
                  </a:cubicBezTo>
                  <a:cubicBezTo>
                    <a:pt x="43" y="441"/>
                    <a:pt x="43" y="442"/>
                    <a:pt x="44" y="442"/>
                  </a:cubicBezTo>
                  <a:cubicBezTo>
                    <a:pt x="44" y="443"/>
                    <a:pt x="44" y="443"/>
                    <a:pt x="44" y="443"/>
                  </a:cubicBezTo>
                  <a:cubicBezTo>
                    <a:pt x="44" y="443"/>
                    <a:pt x="44" y="443"/>
                    <a:pt x="44" y="443"/>
                  </a:cubicBezTo>
                  <a:cubicBezTo>
                    <a:pt x="44" y="443"/>
                    <a:pt x="44" y="443"/>
                    <a:pt x="44" y="443"/>
                  </a:cubicBezTo>
                  <a:cubicBezTo>
                    <a:pt x="44" y="443"/>
                    <a:pt x="44" y="443"/>
                    <a:pt x="44" y="443"/>
                  </a:cubicBezTo>
                  <a:cubicBezTo>
                    <a:pt x="44" y="443"/>
                    <a:pt x="44" y="443"/>
                    <a:pt x="44" y="443"/>
                  </a:cubicBezTo>
                  <a:cubicBezTo>
                    <a:pt x="44" y="443"/>
                    <a:pt x="44" y="443"/>
                    <a:pt x="44" y="443"/>
                  </a:cubicBezTo>
                  <a:cubicBezTo>
                    <a:pt x="44" y="443"/>
                    <a:pt x="44" y="443"/>
                    <a:pt x="44" y="443"/>
                  </a:cubicBezTo>
                  <a:cubicBezTo>
                    <a:pt x="86" y="417"/>
                    <a:pt x="86" y="417"/>
                    <a:pt x="86" y="417"/>
                  </a:cubicBezTo>
                  <a:cubicBezTo>
                    <a:pt x="85" y="417"/>
                    <a:pt x="85" y="416"/>
                    <a:pt x="84" y="415"/>
                  </a:cubicBezTo>
                  <a:close/>
                  <a:moveTo>
                    <a:pt x="112" y="452"/>
                  </a:moveTo>
                  <a:cubicBezTo>
                    <a:pt x="76" y="485"/>
                    <a:pt x="76" y="485"/>
                    <a:pt x="76" y="485"/>
                  </a:cubicBezTo>
                  <a:cubicBezTo>
                    <a:pt x="77" y="486"/>
                    <a:pt x="77" y="486"/>
                    <a:pt x="77" y="486"/>
                  </a:cubicBezTo>
                  <a:cubicBezTo>
                    <a:pt x="77" y="486"/>
                    <a:pt x="77" y="486"/>
                    <a:pt x="77" y="486"/>
                  </a:cubicBezTo>
                  <a:cubicBezTo>
                    <a:pt x="77" y="486"/>
                    <a:pt x="77" y="486"/>
                    <a:pt x="77" y="486"/>
                  </a:cubicBezTo>
                  <a:cubicBezTo>
                    <a:pt x="77" y="486"/>
                    <a:pt x="77" y="486"/>
                    <a:pt x="77" y="486"/>
                  </a:cubicBezTo>
                  <a:cubicBezTo>
                    <a:pt x="77" y="486"/>
                    <a:pt x="77" y="486"/>
                    <a:pt x="77" y="486"/>
                  </a:cubicBezTo>
                  <a:cubicBezTo>
                    <a:pt x="77" y="487"/>
                    <a:pt x="78" y="487"/>
                    <a:pt x="78" y="487"/>
                  </a:cubicBezTo>
                  <a:cubicBezTo>
                    <a:pt x="78" y="487"/>
                    <a:pt x="78" y="487"/>
                    <a:pt x="78" y="487"/>
                  </a:cubicBezTo>
                  <a:cubicBezTo>
                    <a:pt x="78" y="487"/>
                    <a:pt x="78" y="487"/>
                    <a:pt x="78" y="487"/>
                  </a:cubicBezTo>
                  <a:cubicBezTo>
                    <a:pt x="78" y="488"/>
                    <a:pt x="78" y="488"/>
                    <a:pt x="78" y="488"/>
                  </a:cubicBezTo>
                  <a:cubicBezTo>
                    <a:pt x="78" y="488"/>
                    <a:pt x="78" y="488"/>
                    <a:pt x="78" y="488"/>
                  </a:cubicBezTo>
                  <a:cubicBezTo>
                    <a:pt x="114" y="454"/>
                    <a:pt x="114" y="454"/>
                    <a:pt x="114" y="454"/>
                  </a:cubicBezTo>
                  <a:cubicBezTo>
                    <a:pt x="113" y="453"/>
                    <a:pt x="113" y="453"/>
                    <a:pt x="112" y="452"/>
                  </a:cubicBezTo>
                  <a:close/>
                  <a:moveTo>
                    <a:pt x="147" y="483"/>
                  </a:moveTo>
                  <a:cubicBezTo>
                    <a:pt x="118" y="523"/>
                    <a:pt x="118" y="523"/>
                    <a:pt x="118" y="523"/>
                  </a:cubicBezTo>
                  <a:cubicBezTo>
                    <a:pt x="119" y="523"/>
                    <a:pt x="119" y="523"/>
                    <a:pt x="119" y="523"/>
                  </a:cubicBezTo>
                  <a:cubicBezTo>
                    <a:pt x="119" y="523"/>
                    <a:pt x="119" y="523"/>
                    <a:pt x="119" y="523"/>
                  </a:cubicBezTo>
                  <a:cubicBezTo>
                    <a:pt x="119" y="523"/>
                    <a:pt x="119" y="523"/>
                    <a:pt x="119" y="523"/>
                  </a:cubicBezTo>
                  <a:cubicBezTo>
                    <a:pt x="119" y="524"/>
                    <a:pt x="119" y="524"/>
                    <a:pt x="119" y="524"/>
                  </a:cubicBezTo>
                  <a:cubicBezTo>
                    <a:pt x="119" y="524"/>
                    <a:pt x="119" y="524"/>
                    <a:pt x="119" y="524"/>
                  </a:cubicBezTo>
                  <a:cubicBezTo>
                    <a:pt x="120" y="524"/>
                    <a:pt x="120" y="524"/>
                    <a:pt x="120" y="524"/>
                  </a:cubicBezTo>
                  <a:cubicBezTo>
                    <a:pt x="120" y="524"/>
                    <a:pt x="120" y="524"/>
                    <a:pt x="120" y="524"/>
                  </a:cubicBezTo>
                  <a:cubicBezTo>
                    <a:pt x="149" y="485"/>
                    <a:pt x="149" y="485"/>
                    <a:pt x="149" y="485"/>
                  </a:cubicBezTo>
                  <a:cubicBezTo>
                    <a:pt x="148" y="484"/>
                    <a:pt x="147" y="484"/>
                    <a:pt x="147" y="483"/>
                  </a:cubicBezTo>
                  <a:close/>
                  <a:moveTo>
                    <a:pt x="187" y="507"/>
                  </a:moveTo>
                  <a:cubicBezTo>
                    <a:pt x="165" y="551"/>
                    <a:pt x="165" y="551"/>
                    <a:pt x="165" y="551"/>
                  </a:cubicBezTo>
                  <a:cubicBezTo>
                    <a:pt x="166" y="552"/>
                    <a:pt x="167" y="552"/>
                    <a:pt x="167" y="552"/>
                  </a:cubicBezTo>
                  <a:cubicBezTo>
                    <a:pt x="167" y="552"/>
                    <a:pt x="167" y="552"/>
                    <a:pt x="167" y="552"/>
                  </a:cubicBezTo>
                  <a:cubicBezTo>
                    <a:pt x="168" y="552"/>
                    <a:pt x="168" y="552"/>
                    <a:pt x="168" y="552"/>
                  </a:cubicBezTo>
                  <a:cubicBezTo>
                    <a:pt x="168" y="552"/>
                    <a:pt x="168" y="552"/>
                    <a:pt x="168" y="552"/>
                  </a:cubicBezTo>
                  <a:cubicBezTo>
                    <a:pt x="168" y="552"/>
                    <a:pt x="168" y="552"/>
                    <a:pt x="168" y="552"/>
                  </a:cubicBezTo>
                  <a:cubicBezTo>
                    <a:pt x="168" y="553"/>
                    <a:pt x="168" y="553"/>
                    <a:pt x="168" y="553"/>
                  </a:cubicBezTo>
                  <a:cubicBezTo>
                    <a:pt x="189" y="508"/>
                    <a:pt x="189" y="508"/>
                    <a:pt x="189" y="508"/>
                  </a:cubicBezTo>
                  <a:cubicBezTo>
                    <a:pt x="188" y="508"/>
                    <a:pt x="187" y="507"/>
                    <a:pt x="187" y="507"/>
                  </a:cubicBezTo>
                  <a:close/>
                  <a:moveTo>
                    <a:pt x="230" y="523"/>
                  </a:moveTo>
                  <a:cubicBezTo>
                    <a:pt x="218" y="570"/>
                    <a:pt x="218" y="570"/>
                    <a:pt x="218" y="570"/>
                  </a:cubicBezTo>
                  <a:cubicBezTo>
                    <a:pt x="218" y="570"/>
                    <a:pt x="218" y="570"/>
                    <a:pt x="218" y="570"/>
                  </a:cubicBezTo>
                  <a:cubicBezTo>
                    <a:pt x="218" y="570"/>
                    <a:pt x="218" y="570"/>
                    <a:pt x="218" y="570"/>
                  </a:cubicBezTo>
                  <a:cubicBezTo>
                    <a:pt x="218" y="570"/>
                    <a:pt x="218" y="570"/>
                    <a:pt x="218" y="570"/>
                  </a:cubicBezTo>
                  <a:cubicBezTo>
                    <a:pt x="218" y="570"/>
                    <a:pt x="218" y="570"/>
                    <a:pt x="218" y="570"/>
                  </a:cubicBezTo>
                  <a:cubicBezTo>
                    <a:pt x="218" y="570"/>
                    <a:pt x="218" y="570"/>
                    <a:pt x="218" y="570"/>
                  </a:cubicBezTo>
                  <a:cubicBezTo>
                    <a:pt x="219" y="570"/>
                    <a:pt x="219" y="570"/>
                    <a:pt x="219" y="570"/>
                  </a:cubicBezTo>
                  <a:cubicBezTo>
                    <a:pt x="219" y="570"/>
                    <a:pt x="219" y="570"/>
                    <a:pt x="219" y="570"/>
                  </a:cubicBezTo>
                  <a:cubicBezTo>
                    <a:pt x="219" y="570"/>
                    <a:pt x="219" y="570"/>
                    <a:pt x="219" y="570"/>
                  </a:cubicBezTo>
                  <a:cubicBezTo>
                    <a:pt x="219" y="570"/>
                    <a:pt x="219" y="570"/>
                    <a:pt x="219" y="570"/>
                  </a:cubicBezTo>
                  <a:cubicBezTo>
                    <a:pt x="219" y="571"/>
                    <a:pt x="219" y="571"/>
                    <a:pt x="219" y="571"/>
                  </a:cubicBezTo>
                  <a:cubicBezTo>
                    <a:pt x="219" y="571"/>
                    <a:pt x="219" y="571"/>
                    <a:pt x="219" y="571"/>
                  </a:cubicBezTo>
                  <a:cubicBezTo>
                    <a:pt x="219" y="571"/>
                    <a:pt x="219" y="571"/>
                    <a:pt x="219" y="571"/>
                  </a:cubicBezTo>
                  <a:cubicBezTo>
                    <a:pt x="220" y="571"/>
                    <a:pt x="220" y="571"/>
                    <a:pt x="221" y="571"/>
                  </a:cubicBezTo>
                  <a:cubicBezTo>
                    <a:pt x="232" y="523"/>
                    <a:pt x="232" y="523"/>
                    <a:pt x="232" y="523"/>
                  </a:cubicBezTo>
                  <a:cubicBezTo>
                    <a:pt x="232" y="523"/>
                    <a:pt x="231" y="523"/>
                    <a:pt x="230" y="523"/>
                  </a:cubicBezTo>
                  <a:close/>
                  <a:moveTo>
                    <a:pt x="276" y="530"/>
                  </a:moveTo>
                  <a:cubicBezTo>
                    <a:pt x="273" y="579"/>
                    <a:pt x="273" y="579"/>
                    <a:pt x="273" y="579"/>
                  </a:cubicBezTo>
                  <a:cubicBezTo>
                    <a:pt x="273" y="579"/>
                    <a:pt x="273" y="579"/>
                    <a:pt x="273" y="579"/>
                  </a:cubicBezTo>
                  <a:cubicBezTo>
                    <a:pt x="273" y="579"/>
                    <a:pt x="273" y="579"/>
                    <a:pt x="273" y="579"/>
                  </a:cubicBezTo>
                  <a:cubicBezTo>
                    <a:pt x="274" y="579"/>
                    <a:pt x="274" y="579"/>
                    <a:pt x="274" y="579"/>
                  </a:cubicBezTo>
                  <a:cubicBezTo>
                    <a:pt x="274" y="579"/>
                    <a:pt x="274" y="579"/>
                    <a:pt x="274" y="579"/>
                  </a:cubicBezTo>
                  <a:cubicBezTo>
                    <a:pt x="274" y="579"/>
                    <a:pt x="274" y="579"/>
                    <a:pt x="274" y="579"/>
                  </a:cubicBezTo>
                  <a:cubicBezTo>
                    <a:pt x="274" y="579"/>
                    <a:pt x="275" y="579"/>
                    <a:pt x="276" y="579"/>
                  </a:cubicBezTo>
                  <a:cubicBezTo>
                    <a:pt x="278" y="530"/>
                    <a:pt x="278" y="530"/>
                    <a:pt x="278" y="530"/>
                  </a:cubicBezTo>
                  <a:cubicBezTo>
                    <a:pt x="277" y="530"/>
                    <a:pt x="277" y="530"/>
                    <a:pt x="276" y="530"/>
                  </a:cubicBezTo>
                  <a:close/>
                  <a:moveTo>
                    <a:pt x="325" y="528"/>
                  </a:moveTo>
                  <a:cubicBezTo>
                    <a:pt x="324" y="528"/>
                    <a:pt x="323" y="528"/>
                    <a:pt x="322" y="528"/>
                  </a:cubicBezTo>
                  <a:cubicBezTo>
                    <a:pt x="329" y="577"/>
                    <a:pt x="329" y="577"/>
                    <a:pt x="329" y="577"/>
                  </a:cubicBezTo>
                  <a:cubicBezTo>
                    <a:pt x="329" y="577"/>
                    <a:pt x="329" y="577"/>
                    <a:pt x="329" y="577"/>
                  </a:cubicBezTo>
                  <a:cubicBezTo>
                    <a:pt x="330" y="576"/>
                    <a:pt x="331" y="576"/>
                    <a:pt x="332" y="576"/>
                  </a:cubicBezTo>
                  <a:lnTo>
                    <a:pt x="325" y="528"/>
                  </a:lnTo>
                  <a:close/>
                  <a:moveTo>
                    <a:pt x="369" y="516"/>
                  </a:moveTo>
                  <a:cubicBezTo>
                    <a:pt x="369" y="517"/>
                    <a:pt x="368" y="517"/>
                    <a:pt x="367" y="517"/>
                  </a:cubicBezTo>
                  <a:cubicBezTo>
                    <a:pt x="383" y="564"/>
                    <a:pt x="383" y="564"/>
                    <a:pt x="383" y="564"/>
                  </a:cubicBezTo>
                  <a:cubicBezTo>
                    <a:pt x="384" y="563"/>
                    <a:pt x="384" y="563"/>
                    <a:pt x="384" y="563"/>
                  </a:cubicBezTo>
                  <a:cubicBezTo>
                    <a:pt x="384" y="563"/>
                    <a:pt x="384" y="563"/>
                    <a:pt x="384" y="563"/>
                  </a:cubicBezTo>
                  <a:cubicBezTo>
                    <a:pt x="384" y="563"/>
                    <a:pt x="384" y="563"/>
                    <a:pt x="384" y="563"/>
                  </a:cubicBezTo>
                  <a:cubicBezTo>
                    <a:pt x="385" y="563"/>
                    <a:pt x="385" y="563"/>
                    <a:pt x="386" y="563"/>
                  </a:cubicBezTo>
                  <a:lnTo>
                    <a:pt x="369" y="516"/>
                  </a:lnTo>
                  <a:close/>
                  <a:moveTo>
                    <a:pt x="411" y="497"/>
                  </a:moveTo>
                  <a:cubicBezTo>
                    <a:pt x="411" y="497"/>
                    <a:pt x="410" y="498"/>
                    <a:pt x="409" y="498"/>
                  </a:cubicBezTo>
                  <a:cubicBezTo>
                    <a:pt x="434" y="541"/>
                    <a:pt x="434" y="541"/>
                    <a:pt x="434" y="541"/>
                  </a:cubicBezTo>
                  <a:cubicBezTo>
                    <a:pt x="434" y="541"/>
                    <a:pt x="434" y="541"/>
                    <a:pt x="434" y="541"/>
                  </a:cubicBezTo>
                  <a:cubicBezTo>
                    <a:pt x="434" y="541"/>
                    <a:pt x="434" y="541"/>
                    <a:pt x="434" y="541"/>
                  </a:cubicBezTo>
                  <a:cubicBezTo>
                    <a:pt x="434" y="541"/>
                    <a:pt x="434" y="541"/>
                    <a:pt x="434" y="541"/>
                  </a:cubicBezTo>
                  <a:cubicBezTo>
                    <a:pt x="435" y="540"/>
                    <a:pt x="436" y="540"/>
                    <a:pt x="436" y="539"/>
                  </a:cubicBezTo>
                  <a:lnTo>
                    <a:pt x="411" y="497"/>
                  </a:lnTo>
                  <a:close/>
                  <a:moveTo>
                    <a:pt x="449" y="470"/>
                  </a:moveTo>
                  <a:cubicBezTo>
                    <a:pt x="448" y="470"/>
                    <a:pt x="448" y="471"/>
                    <a:pt x="447" y="471"/>
                  </a:cubicBezTo>
                  <a:cubicBezTo>
                    <a:pt x="479" y="508"/>
                    <a:pt x="479" y="508"/>
                    <a:pt x="479" y="508"/>
                  </a:cubicBezTo>
                  <a:cubicBezTo>
                    <a:pt x="480" y="508"/>
                    <a:pt x="480" y="508"/>
                    <a:pt x="480" y="508"/>
                  </a:cubicBezTo>
                  <a:cubicBezTo>
                    <a:pt x="480" y="507"/>
                    <a:pt x="480" y="507"/>
                    <a:pt x="480" y="507"/>
                  </a:cubicBezTo>
                  <a:cubicBezTo>
                    <a:pt x="480" y="507"/>
                    <a:pt x="480" y="507"/>
                    <a:pt x="480" y="507"/>
                  </a:cubicBezTo>
                  <a:cubicBezTo>
                    <a:pt x="481" y="507"/>
                    <a:pt x="481" y="507"/>
                    <a:pt x="481" y="507"/>
                  </a:cubicBezTo>
                  <a:lnTo>
                    <a:pt x="449" y="470"/>
                  </a:lnTo>
                  <a:close/>
                  <a:moveTo>
                    <a:pt x="480" y="436"/>
                  </a:moveTo>
                  <a:cubicBezTo>
                    <a:pt x="480" y="437"/>
                    <a:pt x="479" y="437"/>
                    <a:pt x="479" y="438"/>
                  </a:cubicBezTo>
                  <a:cubicBezTo>
                    <a:pt x="518" y="468"/>
                    <a:pt x="518" y="468"/>
                    <a:pt x="518" y="468"/>
                  </a:cubicBezTo>
                  <a:cubicBezTo>
                    <a:pt x="518" y="467"/>
                    <a:pt x="519" y="467"/>
                    <a:pt x="519" y="466"/>
                  </a:cubicBezTo>
                  <a:cubicBezTo>
                    <a:pt x="519" y="466"/>
                    <a:pt x="519" y="466"/>
                    <a:pt x="519" y="466"/>
                  </a:cubicBezTo>
                  <a:cubicBezTo>
                    <a:pt x="519" y="466"/>
                    <a:pt x="519" y="466"/>
                    <a:pt x="519" y="466"/>
                  </a:cubicBezTo>
                  <a:cubicBezTo>
                    <a:pt x="519" y="466"/>
                    <a:pt x="519" y="466"/>
                    <a:pt x="519" y="466"/>
                  </a:cubicBezTo>
                  <a:cubicBezTo>
                    <a:pt x="519" y="466"/>
                    <a:pt x="519" y="466"/>
                    <a:pt x="519" y="466"/>
                  </a:cubicBezTo>
                  <a:lnTo>
                    <a:pt x="480" y="436"/>
                  </a:lnTo>
                  <a:close/>
                  <a:moveTo>
                    <a:pt x="505" y="397"/>
                  </a:moveTo>
                  <a:cubicBezTo>
                    <a:pt x="505" y="397"/>
                    <a:pt x="504" y="398"/>
                    <a:pt x="504" y="399"/>
                  </a:cubicBezTo>
                  <a:cubicBezTo>
                    <a:pt x="548" y="421"/>
                    <a:pt x="548" y="421"/>
                    <a:pt x="548" y="421"/>
                  </a:cubicBezTo>
                  <a:cubicBezTo>
                    <a:pt x="548" y="421"/>
                    <a:pt x="548" y="420"/>
                    <a:pt x="548" y="420"/>
                  </a:cubicBezTo>
                  <a:cubicBezTo>
                    <a:pt x="548" y="420"/>
                    <a:pt x="548" y="420"/>
                    <a:pt x="548" y="420"/>
                  </a:cubicBezTo>
                  <a:cubicBezTo>
                    <a:pt x="548" y="419"/>
                    <a:pt x="548" y="419"/>
                    <a:pt x="548" y="419"/>
                  </a:cubicBezTo>
                  <a:cubicBezTo>
                    <a:pt x="548" y="419"/>
                    <a:pt x="548" y="419"/>
                    <a:pt x="548" y="419"/>
                  </a:cubicBezTo>
                  <a:cubicBezTo>
                    <a:pt x="548" y="419"/>
                    <a:pt x="548" y="419"/>
                    <a:pt x="548" y="419"/>
                  </a:cubicBezTo>
                  <a:cubicBezTo>
                    <a:pt x="549" y="418"/>
                    <a:pt x="549" y="418"/>
                    <a:pt x="549" y="418"/>
                  </a:cubicBezTo>
                  <a:lnTo>
                    <a:pt x="505" y="397"/>
                  </a:lnTo>
                  <a:close/>
                  <a:moveTo>
                    <a:pt x="521" y="353"/>
                  </a:moveTo>
                  <a:cubicBezTo>
                    <a:pt x="521" y="354"/>
                    <a:pt x="521" y="355"/>
                    <a:pt x="521" y="356"/>
                  </a:cubicBezTo>
                  <a:cubicBezTo>
                    <a:pt x="568" y="369"/>
                    <a:pt x="568" y="369"/>
                    <a:pt x="568" y="369"/>
                  </a:cubicBezTo>
                  <a:cubicBezTo>
                    <a:pt x="568" y="368"/>
                    <a:pt x="568" y="367"/>
                    <a:pt x="569" y="366"/>
                  </a:cubicBezTo>
                  <a:lnTo>
                    <a:pt x="521" y="353"/>
                  </a:lnTo>
                  <a:close/>
                  <a:moveTo>
                    <a:pt x="529" y="308"/>
                  </a:moveTo>
                  <a:cubicBezTo>
                    <a:pt x="529" y="309"/>
                    <a:pt x="529" y="309"/>
                    <a:pt x="529" y="310"/>
                  </a:cubicBezTo>
                  <a:cubicBezTo>
                    <a:pt x="578" y="314"/>
                    <a:pt x="578" y="314"/>
                    <a:pt x="578" y="314"/>
                  </a:cubicBezTo>
                  <a:cubicBezTo>
                    <a:pt x="578" y="314"/>
                    <a:pt x="578" y="314"/>
                    <a:pt x="578" y="314"/>
                  </a:cubicBezTo>
                  <a:cubicBezTo>
                    <a:pt x="578" y="314"/>
                    <a:pt x="578" y="314"/>
                    <a:pt x="578" y="314"/>
                  </a:cubicBezTo>
                  <a:cubicBezTo>
                    <a:pt x="578" y="314"/>
                    <a:pt x="578" y="314"/>
                    <a:pt x="578" y="314"/>
                  </a:cubicBezTo>
                  <a:cubicBezTo>
                    <a:pt x="578" y="314"/>
                    <a:pt x="578" y="314"/>
                    <a:pt x="578" y="314"/>
                  </a:cubicBezTo>
                  <a:cubicBezTo>
                    <a:pt x="578" y="314"/>
                    <a:pt x="578" y="314"/>
                    <a:pt x="578" y="314"/>
                  </a:cubicBezTo>
                  <a:cubicBezTo>
                    <a:pt x="578" y="314"/>
                    <a:pt x="578" y="314"/>
                    <a:pt x="578" y="314"/>
                  </a:cubicBezTo>
                  <a:cubicBezTo>
                    <a:pt x="578" y="313"/>
                    <a:pt x="578" y="312"/>
                    <a:pt x="578" y="311"/>
                  </a:cubicBezTo>
                  <a:lnTo>
                    <a:pt x="529" y="308"/>
                  </a:lnTo>
                  <a:close/>
                  <a:moveTo>
                    <a:pt x="577" y="256"/>
                  </a:moveTo>
                  <a:cubicBezTo>
                    <a:pt x="528" y="261"/>
                    <a:pt x="528" y="261"/>
                    <a:pt x="528" y="261"/>
                  </a:cubicBezTo>
                  <a:cubicBezTo>
                    <a:pt x="528" y="262"/>
                    <a:pt x="528" y="263"/>
                    <a:pt x="529" y="264"/>
                  </a:cubicBezTo>
                  <a:cubicBezTo>
                    <a:pt x="577" y="259"/>
                    <a:pt x="577" y="259"/>
                    <a:pt x="577" y="259"/>
                  </a:cubicBezTo>
                  <a:cubicBezTo>
                    <a:pt x="577" y="258"/>
                    <a:pt x="577" y="257"/>
                    <a:pt x="577" y="256"/>
                  </a:cubicBezTo>
                  <a:cubicBezTo>
                    <a:pt x="577" y="256"/>
                    <a:pt x="577" y="256"/>
                    <a:pt x="577" y="256"/>
                  </a:cubicBezTo>
                  <a:cubicBezTo>
                    <a:pt x="577" y="256"/>
                    <a:pt x="577" y="256"/>
                    <a:pt x="577" y="256"/>
                  </a:cubicBezTo>
                  <a:cubicBezTo>
                    <a:pt x="577" y="256"/>
                    <a:pt x="577" y="256"/>
                    <a:pt x="577" y="256"/>
                  </a:cubicBezTo>
                  <a:close/>
                  <a:moveTo>
                    <a:pt x="565" y="201"/>
                  </a:moveTo>
                  <a:cubicBezTo>
                    <a:pt x="519" y="216"/>
                    <a:pt x="519" y="216"/>
                    <a:pt x="519" y="216"/>
                  </a:cubicBezTo>
                  <a:cubicBezTo>
                    <a:pt x="519" y="217"/>
                    <a:pt x="519" y="218"/>
                    <a:pt x="519" y="219"/>
                  </a:cubicBezTo>
                  <a:cubicBezTo>
                    <a:pt x="566" y="204"/>
                    <a:pt x="566" y="204"/>
                    <a:pt x="566" y="204"/>
                  </a:cubicBezTo>
                  <a:cubicBezTo>
                    <a:pt x="566" y="203"/>
                    <a:pt x="566" y="202"/>
                    <a:pt x="565" y="201"/>
                  </a:cubicBezTo>
                  <a:close/>
                  <a:moveTo>
                    <a:pt x="543" y="150"/>
                  </a:moveTo>
                  <a:cubicBezTo>
                    <a:pt x="500" y="174"/>
                    <a:pt x="500" y="174"/>
                    <a:pt x="500" y="174"/>
                  </a:cubicBezTo>
                  <a:cubicBezTo>
                    <a:pt x="501" y="175"/>
                    <a:pt x="501" y="175"/>
                    <a:pt x="501" y="176"/>
                  </a:cubicBezTo>
                  <a:cubicBezTo>
                    <a:pt x="545" y="153"/>
                    <a:pt x="545" y="153"/>
                    <a:pt x="545" y="153"/>
                  </a:cubicBezTo>
                  <a:cubicBezTo>
                    <a:pt x="544" y="152"/>
                    <a:pt x="544" y="151"/>
                    <a:pt x="543" y="150"/>
                  </a:cubicBezTo>
                  <a:close/>
                  <a:moveTo>
                    <a:pt x="512" y="104"/>
                  </a:moveTo>
                  <a:cubicBezTo>
                    <a:pt x="474" y="136"/>
                    <a:pt x="474" y="136"/>
                    <a:pt x="474" y="136"/>
                  </a:cubicBezTo>
                  <a:cubicBezTo>
                    <a:pt x="475" y="136"/>
                    <a:pt x="475" y="137"/>
                    <a:pt x="476" y="137"/>
                  </a:cubicBezTo>
                  <a:cubicBezTo>
                    <a:pt x="514" y="106"/>
                    <a:pt x="514" y="106"/>
                    <a:pt x="514" y="106"/>
                  </a:cubicBezTo>
                  <a:cubicBezTo>
                    <a:pt x="513" y="106"/>
                    <a:pt x="513" y="106"/>
                    <a:pt x="513" y="106"/>
                  </a:cubicBezTo>
                  <a:cubicBezTo>
                    <a:pt x="513" y="106"/>
                    <a:pt x="513" y="106"/>
                    <a:pt x="513" y="106"/>
                  </a:cubicBezTo>
                  <a:cubicBezTo>
                    <a:pt x="513" y="106"/>
                    <a:pt x="513" y="106"/>
                    <a:pt x="513" y="106"/>
                  </a:cubicBezTo>
                  <a:cubicBezTo>
                    <a:pt x="513" y="106"/>
                    <a:pt x="513" y="106"/>
                    <a:pt x="513" y="106"/>
                  </a:cubicBezTo>
                  <a:cubicBezTo>
                    <a:pt x="513" y="106"/>
                    <a:pt x="513" y="106"/>
                    <a:pt x="513" y="106"/>
                  </a:cubicBezTo>
                  <a:cubicBezTo>
                    <a:pt x="513" y="106"/>
                    <a:pt x="513" y="106"/>
                    <a:pt x="513" y="106"/>
                  </a:cubicBezTo>
                  <a:cubicBezTo>
                    <a:pt x="513" y="106"/>
                    <a:pt x="513" y="106"/>
                    <a:pt x="513" y="106"/>
                  </a:cubicBezTo>
                  <a:cubicBezTo>
                    <a:pt x="513" y="106"/>
                    <a:pt x="513" y="106"/>
                    <a:pt x="513" y="106"/>
                  </a:cubicBezTo>
                  <a:cubicBezTo>
                    <a:pt x="513" y="106"/>
                    <a:pt x="513" y="106"/>
                    <a:pt x="513" y="106"/>
                  </a:cubicBezTo>
                  <a:cubicBezTo>
                    <a:pt x="513" y="105"/>
                    <a:pt x="512" y="105"/>
                    <a:pt x="512" y="104"/>
                  </a:cubicBezTo>
                  <a:close/>
                  <a:moveTo>
                    <a:pt x="472" y="65"/>
                  </a:moveTo>
                  <a:cubicBezTo>
                    <a:pt x="441" y="103"/>
                    <a:pt x="441" y="103"/>
                    <a:pt x="441" y="103"/>
                  </a:cubicBezTo>
                  <a:cubicBezTo>
                    <a:pt x="442" y="104"/>
                    <a:pt x="442" y="104"/>
                    <a:pt x="443" y="105"/>
                  </a:cubicBezTo>
                  <a:cubicBezTo>
                    <a:pt x="474" y="67"/>
                    <a:pt x="474" y="67"/>
                    <a:pt x="474" y="67"/>
                  </a:cubicBezTo>
                  <a:cubicBezTo>
                    <a:pt x="473" y="66"/>
                    <a:pt x="473" y="66"/>
                    <a:pt x="473" y="66"/>
                  </a:cubicBezTo>
                  <a:cubicBezTo>
                    <a:pt x="473" y="66"/>
                    <a:pt x="473" y="66"/>
                    <a:pt x="473" y="66"/>
                  </a:cubicBezTo>
                  <a:cubicBezTo>
                    <a:pt x="473" y="66"/>
                    <a:pt x="473" y="66"/>
                    <a:pt x="473" y="66"/>
                  </a:cubicBezTo>
                  <a:cubicBezTo>
                    <a:pt x="473" y="66"/>
                    <a:pt x="473" y="66"/>
                    <a:pt x="473" y="66"/>
                  </a:cubicBezTo>
                  <a:cubicBezTo>
                    <a:pt x="473" y="66"/>
                    <a:pt x="473" y="66"/>
                    <a:pt x="473" y="66"/>
                  </a:cubicBezTo>
                  <a:cubicBezTo>
                    <a:pt x="473" y="66"/>
                    <a:pt x="473" y="66"/>
                    <a:pt x="473" y="66"/>
                  </a:cubicBezTo>
                  <a:cubicBezTo>
                    <a:pt x="473" y="66"/>
                    <a:pt x="473" y="66"/>
                    <a:pt x="473" y="66"/>
                  </a:cubicBezTo>
                  <a:cubicBezTo>
                    <a:pt x="473" y="66"/>
                    <a:pt x="473" y="66"/>
                    <a:pt x="473" y="66"/>
                  </a:cubicBezTo>
                  <a:cubicBezTo>
                    <a:pt x="473" y="65"/>
                    <a:pt x="473" y="65"/>
                    <a:pt x="473" y="65"/>
                  </a:cubicBezTo>
                  <a:cubicBezTo>
                    <a:pt x="473" y="65"/>
                    <a:pt x="473" y="65"/>
                    <a:pt x="473" y="65"/>
                  </a:cubicBezTo>
                  <a:lnTo>
                    <a:pt x="472" y="65"/>
                  </a:lnTo>
                  <a:close/>
                  <a:moveTo>
                    <a:pt x="426" y="34"/>
                  </a:moveTo>
                  <a:cubicBezTo>
                    <a:pt x="403" y="77"/>
                    <a:pt x="403" y="77"/>
                    <a:pt x="403" y="77"/>
                  </a:cubicBezTo>
                  <a:cubicBezTo>
                    <a:pt x="403" y="78"/>
                    <a:pt x="404" y="78"/>
                    <a:pt x="405" y="79"/>
                  </a:cubicBezTo>
                  <a:cubicBezTo>
                    <a:pt x="428" y="35"/>
                    <a:pt x="428" y="35"/>
                    <a:pt x="428" y="35"/>
                  </a:cubicBezTo>
                  <a:cubicBezTo>
                    <a:pt x="428" y="35"/>
                    <a:pt x="428" y="35"/>
                    <a:pt x="428" y="35"/>
                  </a:cubicBezTo>
                  <a:cubicBezTo>
                    <a:pt x="428" y="35"/>
                    <a:pt x="428" y="35"/>
                    <a:pt x="428" y="35"/>
                  </a:cubicBezTo>
                  <a:cubicBezTo>
                    <a:pt x="428" y="35"/>
                    <a:pt x="428" y="35"/>
                    <a:pt x="428" y="35"/>
                  </a:cubicBezTo>
                  <a:cubicBezTo>
                    <a:pt x="427" y="35"/>
                    <a:pt x="426" y="35"/>
                    <a:pt x="426" y="34"/>
                  </a:cubicBezTo>
                  <a:close/>
                  <a:moveTo>
                    <a:pt x="374" y="13"/>
                  </a:moveTo>
                  <a:cubicBezTo>
                    <a:pt x="360" y="60"/>
                    <a:pt x="360" y="60"/>
                    <a:pt x="360" y="60"/>
                  </a:cubicBezTo>
                  <a:cubicBezTo>
                    <a:pt x="361" y="60"/>
                    <a:pt x="361" y="60"/>
                    <a:pt x="362" y="60"/>
                  </a:cubicBezTo>
                  <a:cubicBezTo>
                    <a:pt x="377" y="14"/>
                    <a:pt x="377" y="14"/>
                    <a:pt x="377" y="14"/>
                  </a:cubicBezTo>
                  <a:cubicBezTo>
                    <a:pt x="376" y="13"/>
                    <a:pt x="376" y="13"/>
                    <a:pt x="375" y="13"/>
                  </a:cubicBezTo>
                  <a:cubicBezTo>
                    <a:pt x="375" y="13"/>
                    <a:pt x="375" y="13"/>
                    <a:pt x="375" y="13"/>
                  </a:cubicBezTo>
                  <a:cubicBezTo>
                    <a:pt x="375" y="13"/>
                    <a:pt x="375" y="13"/>
                    <a:pt x="375" y="13"/>
                  </a:cubicBezTo>
                  <a:cubicBezTo>
                    <a:pt x="375" y="13"/>
                    <a:pt x="375" y="13"/>
                    <a:pt x="375" y="13"/>
                  </a:cubicBezTo>
                  <a:cubicBezTo>
                    <a:pt x="375" y="13"/>
                    <a:pt x="375" y="13"/>
                    <a:pt x="375" y="13"/>
                  </a:cubicBezTo>
                  <a:cubicBezTo>
                    <a:pt x="375" y="13"/>
                    <a:pt x="375" y="13"/>
                    <a:pt x="375" y="13"/>
                  </a:cubicBezTo>
                  <a:cubicBezTo>
                    <a:pt x="375" y="13"/>
                    <a:pt x="375" y="13"/>
                    <a:pt x="375" y="13"/>
                  </a:cubicBezTo>
                  <a:lnTo>
                    <a:pt x="374" y="13"/>
                  </a:lnTo>
                  <a:close/>
                  <a:moveTo>
                    <a:pt x="320" y="2"/>
                  </a:moveTo>
                  <a:cubicBezTo>
                    <a:pt x="315" y="51"/>
                    <a:pt x="315" y="51"/>
                    <a:pt x="315" y="51"/>
                  </a:cubicBezTo>
                  <a:cubicBezTo>
                    <a:pt x="315" y="51"/>
                    <a:pt x="316" y="51"/>
                    <a:pt x="317" y="51"/>
                  </a:cubicBezTo>
                  <a:cubicBezTo>
                    <a:pt x="322" y="2"/>
                    <a:pt x="322" y="2"/>
                    <a:pt x="322" y="2"/>
                  </a:cubicBezTo>
                  <a:cubicBezTo>
                    <a:pt x="322" y="2"/>
                    <a:pt x="321" y="2"/>
                    <a:pt x="320" y="2"/>
                  </a:cubicBezTo>
                  <a:cubicBezTo>
                    <a:pt x="320" y="2"/>
                    <a:pt x="320" y="2"/>
                    <a:pt x="320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5" name="Google Shape;1145;p28"/>
            <p:cNvSpPr/>
            <p:nvPr/>
          </p:nvSpPr>
          <p:spPr>
            <a:xfrm>
              <a:off x="5867400" y="4462463"/>
              <a:ext cx="720725" cy="722312"/>
            </a:xfrm>
            <a:custGeom>
              <a:avLst/>
              <a:gdLst/>
              <a:ahLst/>
              <a:cxnLst/>
              <a:rect l="l" t="t" r="r" b="b"/>
              <a:pathLst>
                <a:path w="428" h="428" extrusionOk="0">
                  <a:moveTo>
                    <a:pt x="214" y="422"/>
                  </a:moveTo>
                  <a:cubicBezTo>
                    <a:pt x="214" y="419"/>
                    <a:pt x="217" y="416"/>
                    <a:pt x="220" y="416"/>
                  </a:cubicBezTo>
                  <a:cubicBezTo>
                    <a:pt x="223" y="416"/>
                    <a:pt x="226" y="418"/>
                    <a:pt x="226" y="422"/>
                  </a:cubicBezTo>
                  <a:cubicBezTo>
                    <a:pt x="226" y="425"/>
                    <a:pt x="223" y="428"/>
                    <a:pt x="220" y="428"/>
                  </a:cubicBezTo>
                  <a:cubicBezTo>
                    <a:pt x="220" y="428"/>
                    <a:pt x="220" y="428"/>
                    <a:pt x="220" y="428"/>
                  </a:cubicBezTo>
                  <a:cubicBezTo>
                    <a:pt x="217" y="428"/>
                    <a:pt x="214" y="425"/>
                    <a:pt x="214" y="422"/>
                  </a:cubicBezTo>
                  <a:close/>
                  <a:moveTo>
                    <a:pt x="187" y="426"/>
                  </a:moveTo>
                  <a:cubicBezTo>
                    <a:pt x="187" y="426"/>
                    <a:pt x="187" y="426"/>
                    <a:pt x="187" y="426"/>
                  </a:cubicBezTo>
                  <a:cubicBezTo>
                    <a:pt x="184" y="426"/>
                    <a:pt x="182" y="423"/>
                    <a:pt x="182" y="420"/>
                  </a:cubicBezTo>
                  <a:cubicBezTo>
                    <a:pt x="182" y="416"/>
                    <a:pt x="185" y="414"/>
                    <a:pt x="189" y="415"/>
                  </a:cubicBezTo>
                  <a:cubicBezTo>
                    <a:pt x="189" y="415"/>
                    <a:pt x="189" y="415"/>
                    <a:pt x="189" y="415"/>
                  </a:cubicBezTo>
                  <a:cubicBezTo>
                    <a:pt x="192" y="415"/>
                    <a:pt x="194" y="418"/>
                    <a:pt x="194" y="421"/>
                  </a:cubicBezTo>
                  <a:cubicBezTo>
                    <a:pt x="193" y="424"/>
                    <a:pt x="191" y="426"/>
                    <a:pt x="188" y="426"/>
                  </a:cubicBezTo>
                  <a:lnTo>
                    <a:pt x="187" y="426"/>
                  </a:lnTo>
                  <a:close/>
                  <a:moveTo>
                    <a:pt x="246" y="419"/>
                  </a:moveTo>
                  <a:cubicBezTo>
                    <a:pt x="245" y="416"/>
                    <a:pt x="248" y="413"/>
                    <a:pt x="251" y="413"/>
                  </a:cubicBezTo>
                  <a:cubicBezTo>
                    <a:pt x="254" y="412"/>
                    <a:pt x="257" y="414"/>
                    <a:pt x="257" y="417"/>
                  </a:cubicBezTo>
                  <a:cubicBezTo>
                    <a:pt x="258" y="420"/>
                    <a:pt x="256" y="424"/>
                    <a:pt x="253" y="424"/>
                  </a:cubicBezTo>
                  <a:cubicBezTo>
                    <a:pt x="252" y="424"/>
                    <a:pt x="252" y="424"/>
                    <a:pt x="252" y="424"/>
                  </a:cubicBezTo>
                  <a:cubicBezTo>
                    <a:pt x="249" y="424"/>
                    <a:pt x="247" y="422"/>
                    <a:pt x="246" y="419"/>
                  </a:cubicBezTo>
                  <a:close/>
                  <a:moveTo>
                    <a:pt x="155" y="420"/>
                  </a:moveTo>
                  <a:cubicBezTo>
                    <a:pt x="152" y="419"/>
                    <a:pt x="150" y="415"/>
                    <a:pt x="151" y="412"/>
                  </a:cubicBezTo>
                  <a:cubicBezTo>
                    <a:pt x="152" y="409"/>
                    <a:pt x="155" y="407"/>
                    <a:pt x="158" y="408"/>
                  </a:cubicBezTo>
                  <a:cubicBezTo>
                    <a:pt x="158" y="408"/>
                    <a:pt x="158" y="408"/>
                    <a:pt x="158" y="408"/>
                  </a:cubicBezTo>
                  <a:cubicBezTo>
                    <a:pt x="161" y="409"/>
                    <a:pt x="163" y="412"/>
                    <a:pt x="162" y="416"/>
                  </a:cubicBezTo>
                  <a:cubicBezTo>
                    <a:pt x="161" y="418"/>
                    <a:pt x="159" y="420"/>
                    <a:pt x="157" y="420"/>
                  </a:cubicBezTo>
                  <a:cubicBezTo>
                    <a:pt x="156" y="420"/>
                    <a:pt x="155" y="420"/>
                    <a:pt x="155" y="420"/>
                  </a:cubicBezTo>
                  <a:close/>
                  <a:moveTo>
                    <a:pt x="277" y="412"/>
                  </a:moveTo>
                  <a:cubicBezTo>
                    <a:pt x="276" y="409"/>
                    <a:pt x="278" y="406"/>
                    <a:pt x="281" y="405"/>
                  </a:cubicBezTo>
                  <a:cubicBezTo>
                    <a:pt x="284" y="404"/>
                    <a:pt x="287" y="405"/>
                    <a:pt x="288" y="408"/>
                  </a:cubicBezTo>
                  <a:cubicBezTo>
                    <a:pt x="289" y="411"/>
                    <a:pt x="288" y="415"/>
                    <a:pt x="285" y="416"/>
                  </a:cubicBezTo>
                  <a:cubicBezTo>
                    <a:pt x="284" y="416"/>
                    <a:pt x="283" y="416"/>
                    <a:pt x="283" y="416"/>
                  </a:cubicBezTo>
                  <a:cubicBezTo>
                    <a:pt x="280" y="416"/>
                    <a:pt x="278" y="414"/>
                    <a:pt x="277" y="412"/>
                  </a:cubicBezTo>
                  <a:close/>
                  <a:moveTo>
                    <a:pt x="124" y="408"/>
                  </a:moveTo>
                  <a:cubicBezTo>
                    <a:pt x="121" y="407"/>
                    <a:pt x="120" y="403"/>
                    <a:pt x="121" y="400"/>
                  </a:cubicBezTo>
                  <a:cubicBezTo>
                    <a:pt x="122" y="397"/>
                    <a:pt x="126" y="396"/>
                    <a:pt x="129" y="398"/>
                  </a:cubicBezTo>
                  <a:cubicBezTo>
                    <a:pt x="132" y="399"/>
                    <a:pt x="133" y="402"/>
                    <a:pt x="132" y="405"/>
                  </a:cubicBezTo>
                  <a:cubicBezTo>
                    <a:pt x="131" y="407"/>
                    <a:pt x="129" y="409"/>
                    <a:pt x="126" y="409"/>
                  </a:cubicBezTo>
                  <a:cubicBezTo>
                    <a:pt x="126" y="409"/>
                    <a:pt x="125" y="409"/>
                    <a:pt x="124" y="408"/>
                  </a:cubicBezTo>
                  <a:close/>
                  <a:moveTo>
                    <a:pt x="307" y="400"/>
                  </a:moveTo>
                  <a:cubicBezTo>
                    <a:pt x="305" y="397"/>
                    <a:pt x="306" y="394"/>
                    <a:pt x="309" y="392"/>
                  </a:cubicBezTo>
                  <a:cubicBezTo>
                    <a:pt x="312" y="391"/>
                    <a:pt x="316" y="392"/>
                    <a:pt x="317" y="394"/>
                  </a:cubicBezTo>
                  <a:cubicBezTo>
                    <a:pt x="319" y="397"/>
                    <a:pt x="318" y="401"/>
                    <a:pt x="315" y="402"/>
                  </a:cubicBezTo>
                  <a:cubicBezTo>
                    <a:pt x="314" y="403"/>
                    <a:pt x="313" y="403"/>
                    <a:pt x="312" y="403"/>
                  </a:cubicBezTo>
                  <a:cubicBezTo>
                    <a:pt x="310" y="403"/>
                    <a:pt x="308" y="402"/>
                    <a:pt x="307" y="400"/>
                  </a:cubicBezTo>
                  <a:close/>
                  <a:moveTo>
                    <a:pt x="95" y="392"/>
                  </a:moveTo>
                  <a:cubicBezTo>
                    <a:pt x="93" y="390"/>
                    <a:pt x="92" y="387"/>
                    <a:pt x="94" y="384"/>
                  </a:cubicBezTo>
                  <a:cubicBezTo>
                    <a:pt x="95" y="381"/>
                    <a:pt x="99" y="381"/>
                    <a:pt x="102" y="382"/>
                  </a:cubicBezTo>
                  <a:cubicBezTo>
                    <a:pt x="104" y="384"/>
                    <a:pt x="105" y="388"/>
                    <a:pt x="103" y="390"/>
                  </a:cubicBezTo>
                  <a:cubicBezTo>
                    <a:pt x="102" y="392"/>
                    <a:pt x="100" y="393"/>
                    <a:pt x="98" y="393"/>
                  </a:cubicBezTo>
                  <a:cubicBezTo>
                    <a:pt x="97" y="393"/>
                    <a:pt x="96" y="393"/>
                    <a:pt x="95" y="392"/>
                  </a:cubicBezTo>
                  <a:close/>
                  <a:moveTo>
                    <a:pt x="334" y="383"/>
                  </a:moveTo>
                  <a:cubicBezTo>
                    <a:pt x="332" y="381"/>
                    <a:pt x="333" y="377"/>
                    <a:pt x="335" y="375"/>
                  </a:cubicBezTo>
                  <a:cubicBezTo>
                    <a:pt x="338" y="373"/>
                    <a:pt x="342" y="374"/>
                    <a:pt x="344" y="376"/>
                  </a:cubicBezTo>
                  <a:cubicBezTo>
                    <a:pt x="346" y="379"/>
                    <a:pt x="345" y="383"/>
                    <a:pt x="342" y="385"/>
                  </a:cubicBezTo>
                  <a:cubicBezTo>
                    <a:pt x="341" y="385"/>
                    <a:pt x="340" y="386"/>
                    <a:pt x="339" y="386"/>
                  </a:cubicBezTo>
                  <a:cubicBezTo>
                    <a:pt x="337" y="386"/>
                    <a:pt x="335" y="385"/>
                    <a:pt x="334" y="383"/>
                  </a:cubicBezTo>
                  <a:close/>
                  <a:moveTo>
                    <a:pt x="69" y="372"/>
                  </a:moveTo>
                  <a:cubicBezTo>
                    <a:pt x="69" y="372"/>
                    <a:pt x="69" y="372"/>
                    <a:pt x="69" y="372"/>
                  </a:cubicBezTo>
                  <a:cubicBezTo>
                    <a:pt x="67" y="370"/>
                    <a:pt x="67" y="366"/>
                    <a:pt x="69" y="364"/>
                  </a:cubicBezTo>
                  <a:cubicBezTo>
                    <a:pt x="71" y="361"/>
                    <a:pt x="75" y="361"/>
                    <a:pt x="77" y="363"/>
                  </a:cubicBezTo>
                  <a:cubicBezTo>
                    <a:pt x="79" y="365"/>
                    <a:pt x="80" y="369"/>
                    <a:pt x="77" y="371"/>
                  </a:cubicBezTo>
                  <a:cubicBezTo>
                    <a:pt x="76" y="373"/>
                    <a:pt x="75" y="373"/>
                    <a:pt x="73" y="373"/>
                  </a:cubicBezTo>
                  <a:cubicBezTo>
                    <a:pt x="72" y="373"/>
                    <a:pt x="70" y="373"/>
                    <a:pt x="69" y="372"/>
                  </a:cubicBezTo>
                  <a:close/>
                  <a:moveTo>
                    <a:pt x="359" y="363"/>
                  </a:moveTo>
                  <a:cubicBezTo>
                    <a:pt x="357" y="361"/>
                    <a:pt x="357" y="357"/>
                    <a:pt x="359" y="355"/>
                  </a:cubicBezTo>
                  <a:cubicBezTo>
                    <a:pt x="359" y="355"/>
                    <a:pt x="359" y="355"/>
                    <a:pt x="359" y="355"/>
                  </a:cubicBezTo>
                  <a:cubicBezTo>
                    <a:pt x="361" y="352"/>
                    <a:pt x="365" y="352"/>
                    <a:pt x="367" y="354"/>
                  </a:cubicBezTo>
                  <a:cubicBezTo>
                    <a:pt x="369" y="357"/>
                    <a:pt x="369" y="360"/>
                    <a:pt x="367" y="363"/>
                  </a:cubicBezTo>
                  <a:cubicBezTo>
                    <a:pt x="366" y="364"/>
                    <a:pt x="364" y="364"/>
                    <a:pt x="363" y="364"/>
                  </a:cubicBezTo>
                  <a:cubicBezTo>
                    <a:pt x="361" y="364"/>
                    <a:pt x="360" y="364"/>
                    <a:pt x="359" y="363"/>
                  </a:cubicBezTo>
                  <a:close/>
                  <a:moveTo>
                    <a:pt x="47" y="348"/>
                  </a:moveTo>
                  <a:cubicBezTo>
                    <a:pt x="45" y="345"/>
                    <a:pt x="45" y="342"/>
                    <a:pt x="48" y="340"/>
                  </a:cubicBezTo>
                  <a:cubicBezTo>
                    <a:pt x="50" y="338"/>
                    <a:pt x="54" y="338"/>
                    <a:pt x="56" y="340"/>
                  </a:cubicBezTo>
                  <a:cubicBezTo>
                    <a:pt x="58" y="343"/>
                    <a:pt x="57" y="347"/>
                    <a:pt x="55" y="349"/>
                  </a:cubicBezTo>
                  <a:cubicBezTo>
                    <a:pt x="54" y="350"/>
                    <a:pt x="53" y="350"/>
                    <a:pt x="51" y="350"/>
                  </a:cubicBezTo>
                  <a:cubicBezTo>
                    <a:pt x="50" y="350"/>
                    <a:pt x="48" y="349"/>
                    <a:pt x="47" y="348"/>
                  </a:cubicBezTo>
                  <a:close/>
                  <a:moveTo>
                    <a:pt x="380" y="339"/>
                  </a:moveTo>
                  <a:cubicBezTo>
                    <a:pt x="377" y="337"/>
                    <a:pt x="377" y="333"/>
                    <a:pt x="379" y="331"/>
                  </a:cubicBezTo>
                  <a:cubicBezTo>
                    <a:pt x="381" y="328"/>
                    <a:pt x="384" y="327"/>
                    <a:pt x="387" y="329"/>
                  </a:cubicBezTo>
                  <a:cubicBezTo>
                    <a:pt x="389" y="331"/>
                    <a:pt x="390" y="335"/>
                    <a:pt x="388" y="337"/>
                  </a:cubicBezTo>
                  <a:cubicBezTo>
                    <a:pt x="387" y="339"/>
                    <a:pt x="385" y="340"/>
                    <a:pt x="383" y="340"/>
                  </a:cubicBezTo>
                  <a:cubicBezTo>
                    <a:pt x="382" y="340"/>
                    <a:pt x="381" y="339"/>
                    <a:pt x="380" y="339"/>
                  </a:cubicBezTo>
                  <a:close/>
                  <a:moveTo>
                    <a:pt x="28" y="321"/>
                  </a:moveTo>
                  <a:cubicBezTo>
                    <a:pt x="26" y="318"/>
                    <a:pt x="27" y="314"/>
                    <a:pt x="30" y="313"/>
                  </a:cubicBezTo>
                  <a:cubicBezTo>
                    <a:pt x="33" y="311"/>
                    <a:pt x="37" y="312"/>
                    <a:pt x="38" y="315"/>
                  </a:cubicBezTo>
                  <a:cubicBezTo>
                    <a:pt x="40" y="318"/>
                    <a:pt x="39" y="321"/>
                    <a:pt x="36" y="323"/>
                  </a:cubicBezTo>
                  <a:cubicBezTo>
                    <a:pt x="35" y="323"/>
                    <a:pt x="34" y="324"/>
                    <a:pt x="33" y="324"/>
                  </a:cubicBezTo>
                  <a:cubicBezTo>
                    <a:pt x="31" y="324"/>
                    <a:pt x="29" y="323"/>
                    <a:pt x="28" y="321"/>
                  </a:cubicBezTo>
                  <a:close/>
                  <a:moveTo>
                    <a:pt x="397" y="312"/>
                  </a:moveTo>
                  <a:cubicBezTo>
                    <a:pt x="394" y="310"/>
                    <a:pt x="393" y="307"/>
                    <a:pt x="395" y="304"/>
                  </a:cubicBezTo>
                  <a:cubicBezTo>
                    <a:pt x="396" y="301"/>
                    <a:pt x="400" y="300"/>
                    <a:pt x="403" y="301"/>
                  </a:cubicBezTo>
                  <a:cubicBezTo>
                    <a:pt x="405" y="303"/>
                    <a:pt x="407" y="306"/>
                    <a:pt x="405" y="309"/>
                  </a:cubicBezTo>
                  <a:cubicBezTo>
                    <a:pt x="404" y="311"/>
                    <a:pt x="402" y="312"/>
                    <a:pt x="400" y="312"/>
                  </a:cubicBezTo>
                  <a:cubicBezTo>
                    <a:pt x="399" y="312"/>
                    <a:pt x="398" y="312"/>
                    <a:pt x="397" y="312"/>
                  </a:cubicBezTo>
                  <a:close/>
                  <a:moveTo>
                    <a:pt x="14" y="291"/>
                  </a:moveTo>
                  <a:cubicBezTo>
                    <a:pt x="13" y="288"/>
                    <a:pt x="14" y="285"/>
                    <a:pt x="17" y="283"/>
                  </a:cubicBezTo>
                  <a:cubicBezTo>
                    <a:pt x="20" y="282"/>
                    <a:pt x="24" y="284"/>
                    <a:pt x="25" y="287"/>
                  </a:cubicBezTo>
                  <a:cubicBezTo>
                    <a:pt x="26" y="290"/>
                    <a:pt x="24" y="293"/>
                    <a:pt x="21" y="294"/>
                  </a:cubicBezTo>
                  <a:cubicBezTo>
                    <a:pt x="21" y="295"/>
                    <a:pt x="20" y="295"/>
                    <a:pt x="19" y="295"/>
                  </a:cubicBezTo>
                  <a:cubicBezTo>
                    <a:pt x="17" y="295"/>
                    <a:pt x="15" y="293"/>
                    <a:pt x="14" y="291"/>
                  </a:cubicBezTo>
                  <a:close/>
                  <a:moveTo>
                    <a:pt x="410" y="282"/>
                  </a:moveTo>
                  <a:cubicBezTo>
                    <a:pt x="407" y="281"/>
                    <a:pt x="405" y="278"/>
                    <a:pt x="406" y="275"/>
                  </a:cubicBezTo>
                  <a:cubicBezTo>
                    <a:pt x="407" y="272"/>
                    <a:pt x="411" y="270"/>
                    <a:pt x="414" y="271"/>
                  </a:cubicBezTo>
                  <a:cubicBezTo>
                    <a:pt x="417" y="272"/>
                    <a:pt x="419" y="275"/>
                    <a:pt x="418" y="279"/>
                  </a:cubicBezTo>
                  <a:cubicBezTo>
                    <a:pt x="417" y="281"/>
                    <a:pt x="414" y="283"/>
                    <a:pt x="412" y="283"/>
                  </a:cubicBezTo>
                  <a:cubicBezTo>
                    <a:pt x="411" y="283"/>
                    <a:pt x="411" y="283"/>
                    <a:pt x="410" y="282"/>
                  </a:cubicBezTo>
                  <a:close/>
                  <a:moveTo>
                    <a:pt x="4" y="259"/>
                  </a:moveTo>
                  <a:cubicBezTo>
                    <a:pt x="4" y="256"/>
                    <a:pt x="6" y="253"/>
                    <a:pt x="9" y="252"/>
                  </a:cubicBezTo>
                  <a:cubicBezTo>
                    <a:pt x="12" y="252"/>
                    <a:pt x="15" y="254"/>
                    <a:pt x="16" y="257"/>
                  </a:cubicBezTo>
                  <a:cubicBezTo>
                    <a:pt x="16" y="260"/>
                    <a:pt x="14" y="263"/>
                    <a:pt x="11" y="264"/>
                  </a:cubicBezTo>
                  <a:cubicBezTo>
                    <a:pt x="11" y="264"/>
                    <a:pt x="10" y="264"/>
                    <a:pt x="10" y="264"/>
                  </a:cubicBezTo>
                  <a:cubicBezTo>
                    <a:pt x="7" y="264"/>
                    <a:pt x="5" y="262"/>
                    <a:pt x="4" y="259"/>
                  </a:cubicBezTo>
                  <a:close/>
                  <a:moveTo>
                    <a:pt x="418" y="251"/>
                  </a:moveTo>
                  <a:cubicBezTo>
                    <a:pt x="415" y="251"/>
                    <a:pt x="413" y="248"/>
                    <a:pt x="414" y="245"/>
                  </a:cubicBezTo>
                  <a:cubicBezTo>
                    <a:pt x="414" y="242"/>
                    <a:pt x="417" y="239"/>
                    <a:pt x="420" y="240"/>
                  </a:cubicBezTo>
                  <a:cubicBezTo>
                    <a:pt x="423" y="240"/>
                    <a:pt x="426" y="243"/>
                    <a:pt x="425" y="246"/>
                  </a:cubicBezTo>
                  <a:cubicBezTo>
                    <a:pt x="425" y="249"/>
                    <a:pt x="422" y="251"/>
                    <a:pt x="419" y="251"/>
                  </a:cubicBezTo>
                  <a:lnTo>
                    <a:pt x="418" y="251"/>
                  </a:lnTo>
                  <a:close/>
                  <a:moveTo>
                    <a:pt x="0" y="227"/>
                  </a:moveTo>
                  <a:cubicBezTo>
                    <a:pt x="0" y="227"/>
                    <a:pt x="0" y="227"/>
                    <a:pt x="0" y="227"/>
                  </a:cubicBezTo>
                  <a:cubicBezTo>
                    <a:pt x="0" y="224"/>
                    <a:pt x="2" y="221"/>
                    <a:pt x="5" y="221"/>
                  </a:cubicBezTo>
                  <a:cubicBezTo>
                    <a:pt x="9" y="220"/>
                    <a:pt x="11" y="223"/>
                    <a:pt x="11" y="226"/>
                  </a:cubicBezTo>
                  <a:cubicBezTo>
                    <a:pt x="11" y="226"/>
                    <a:pt x="11" y="226"/>
                    <a:pt x="11" y="226"/>
                  </a:cubicBezTo>
                  <a:cubicBezTo>
                    <a:pt x="12" y="229"/>
                    <a:pt x="9" y="232"/>
                    <a:pt x="6" y="232"/>
                  </a:cubicBezTo>
                  <a:cubicBezTo>
                    <a:pt x="6" y="232"/>
                    <a:pt x="6" y="232"/>
                    <a:pt x="6" y="232"/>
                  </a:cubicBezTo>
                  <a:cubicBezTo>
                    <a:pt x="3" y="232"/>
                    <a:pt x="0" y="230"/>
                    <a:pt x="0" y="227"/>
                  </a:cubicBezTo>
                  <a:close/>
                  <a:moveTo>
                    <a:pt x="416" y="214"/>
                  </a:moveTo>
                  <a:cubicBezTo>
                    <a:pt x="416" y="210"/>
                    <a:pt x="419" y="208"/>
                    <a:pt x="422" y="208"/>
                  </a:cubicBezTo>
                  <a:cubicBezTo>
                    <a:pt x="425" y="208"/>
                    <a:pt x="428" y="210"/>
                    <a:pt x="428" y="214"/>
                  </a:cubicBezTo>
                  <a:cubicBezTo>
                    <a:pt x="428" y="217"/>
                    <a:pt x="425" y="219"/>
                    <a:pt x="422" y="219"/>
                  </a:cubicBezTo>
                  <a:cubicBezTo>
                    <a:pt x="419" y="219"/>
                    <a:pt x="416" y="217"/>
                    <a:pt x="416" y="214"/>
                  </a:cubicBezTo>
                  <a:close/>
                  <a:moveTo>
                    <a:pt x="6" y="200"/>
                  </a:moveTo>
                  <a:cubicBezTo>
                    <a:pt x="2" y="200"/>
                    <a:pt x="0" y="197"/>
                    <a:pt x="0" y="194"/>
                  </a:cubicBezTo>
                  <a:cubicBezTo>
                    <a:pt x="1" y="191"/>
                    <a:pt x="3" y="188"/>
                    <a:pt x="7" y="189"/>
                  </a:cubicBezTo>
                  <a:cubicBezTo>
                    <a:pt x="10" y="189"/>
                    <a:pt x="12" y="192"/>
                    <a:pt x="12" y="195"/>
                  </a:cubicBezTo>
                  <a:cubicBezTo>
                    <a:pt x="12" y="198"/>
                    <a:pt x="9" y="200"/>
                    <a:pt x="6" y="200"/>
                  </a:cubicBezTo>
                  <a:close/>
                  <a:moveTo>
                    <a:pt x="414" y="189"/>
                  </a:moveTo>
                  <a:cubicBezTo>
                    <a:pt x="414" y="189"/>
                    <a:pt x="414" y="189"/>
                    <a:pt x="414" y="189"/>
                  </a:cubicBezTo>
                  <a:cubicBezTo>
                    <a:pt x="414" y="186"/>
                    <a:pt x="416" y="183"/>
                    <a:pt x="419" y="182"/>
                  </a:cubicBezTo>
                  <a:cubicBezTo>
                    <a:pt x="423" y="182"/>
                    <a:pt x="426" y="184"/>
                    <a:pt x="426" y="187"/>
                  </a:cubicBezTo>
                  <a:cubicBezTo>
                    <a:pt x="426" y="191"/>
                    <a:pt x="424" y="194"/>
                    <a:pt x="421" y="194"/>
                  </a:cubicBezTo>
                  <a:cubicBezTo>
                    <a:pt x="420" y="194"/>
                    <a:pt x="420" y="194"/>
                    <a:pt x="420" y="194"/>
                  </a:cubicBezTo>
                  <a:cubicBezTo>
                    <a:pt x="417" y="194"/>
                    <a:pt x="415" y="192"/>
                    <a:pt x="414" y="189"/>
                  </a:cubicBezTo>
                  <a:close/>
                  <a:moveTo>
                    <a:pt x="10" y="168"/>
                  </a:moveTo>
                  <a:cubicBezTo>
                    <a:pt x="7" y="168"/>
                    <a:pt x="5" y="165"/>
                    <a:pt x="6" y="161"/>
                  </a:cubicBezTo>
                  <a:cubicBezTo>
                    <a:pt x="7" y="158"/>
                    <a:pt x="10" y="156"/>
                    <a:pt x="13" y="157"/>
                  </a:cubicBezTo>
                  <a:cubicBezTo>
                    <a:pt x="16" y="158"/>
                    <a:pt x="18" y="161"/>
                    <a:pt x="17" y="164"/>
                  </a:cubicBezTo>
                  <a:cubicBezTo>
                    <a:pt x="17" y="167"/>
                    <a:pt x="14" y="169"/>
                    <a:pt x="12" y="169"/>
                  </a:cubicBezTo>
                  <a:cubicBezTo>
                    <a:pt x="11" y="169"/>
                    <a:pt x="11" y="169"/>
                    <a:pt x="10" y="168"/>
                  </a:cubicBezTo>
                  <a:close/>
                  <a:moveTo>
                    <a:pt x="408" y="158"/>
                  </a:moveTo>
                  <a:cubicBezTo>
                    <a:pt x="408" y="158"/>
                    <a:pt x="408" y="158"/>
                    <a:pt x="408" y="158"/>
                  </a:cubicBezTo>
                  <a:cubicBezTo>
                    <a:pt x="407" y="155"/>
                    <a:pt x="409" y="152"/>
                    <a:pt x="412" y="151"/>
                  </a:cubicBezTo>
                  <a:cubicBezTo>
                    <a:pt x="415" y="150"/>
                    <a:pt x="419" y="152"/>
                    <a:pt x="419" y="155"/>
                  </a:cubicBezTo>
                  <a:cubicBezTo>
                    <a:pt x="420" y="158"/>
                    <a:pt x="419" y="162"/>
                    <a:pt x="415" y="162"/>
                  </a:cubicBezTo>
                  <a:cubicBezTo>
                    <a:pt x="415" y="163"/>
                    <a:pt x="414" y="163"/>
                    <a:pt x="414" y="163"/>
                  </a:cubicBezTo>
                  <a:cubicBezTo>
                    <a:pt x="411" y="163"/>
                    <a:pt x="409" y="161"/>
                    <a:pt x="408" y="158"/>
                  </a:cubicBezTo>
                  <a:close/>
                  <a:moveTo>
                    <a:pt x="19" y="138"/>
                  </a:moveTo>
                  <a:cubicBezTo>
                    <a:pt x="16" y="137"/>
                    <a:pt x="15" y="133"/>
                    <a:pt x="16" y="130"/>
                  </a:cubicBezTo>
                  <a:cubicBezTo>
                    <a:pt x="18" y="127"/>
                    <a:pt x="21" y="126"/>
                    <a:pt x="24" y="127"/>
                  </a:cubicBezTo>
                  <a:cubicBezTo>
                    <a:pt x="27" y="128"/>
                    <a:pt x="28" y="132"/>
                    <a:pt x="27" y="135"/>
                  </a:cubicBezTo>
                  <a:cubicBezTo>
                    <a:pt x="26" y="137"/>
                    <a:pt x="24" y="138"/>
                    <a:pt x="22" y="138"/>
                  </a:cubicBezTo>
                  <a:cubicBezTo>
                    <a:pt x="21" y="138"/>
                    <a:pt x="20" y="138"/>
                    <a:pt x="19" y="138"/>
                  </a:cubicBezTo>
                  <a:close/>
                  <a:moveTo>
                    <a:pt x="397" y="129"/>
                  </a:moveTo>
                  <a:cubicBezTo>
                    <a:pt x="396" y="126"/>
                    <a:pt x="397" y="123"/>
                    <a:pt x="400" y="121"/>
                  </a:cubicBezTo>
                  <a:cubicBezTo>
                    <a:pt x="403" y="120"/>
                    <a:pt x="407" y="121"/>
                    <a:pt x="408" y="124"/>
                  </a:cubicBezTo>
                  <a:cubicBezTo>
                    <a:pt x="408" y="124"/>
                    <a:pt x="408" y="124"/>
                    <a:pt x="408" y="124"/>
                  </a:cubicBezTo>
                  <a:cubicBezTo>
                    <a:pt x="409" y="127"/>
                    <a:pt x="408" y="131"/>
                    <a:pt x="405" y="132"/>
                  </a:cubicBezTo>
                  <a:cubicBezTo>
                    <a:pt x="404" y="132"/>
                    <a:pt x="404" y="133"/>
                    <a:pt x="403" y="133"/>
                  </a:cubicBezTo>
                  <a:cubicBezTo>
                    <a:pt x="401" y="133"/>
                    <a:pt x="398" y="131"/>
                    <a:pt x="397" y="129"/>
                  </a:cubicBezTo>
                  <a:close/>
                  <a:moveTo>
                    <a:pt x="33" y="109"/>
                  </a:moveTo>
                  <a:cubicBezTo>
                    <a:pt x="31" y="107"/>
                    <a:pt x="30" y="104"/>
                    <a:pt x="32" y="101"/>
                  </a:cubicBezTo>
                  <a:cubicBezTo>
                    <a:pt x="33" y="98"/>
                    <a:pt x="37" y="97"/>
                    <a:pt x="40" y="99"/>
                  </a:cubicBezTo>
                  <a:cubicBezTo>
                    <a:pt x="42" y="101"/>
                    <a:pt x="43" y="104"/>
                    <a:pt x="41" y="107"/>
                  </a:cubicBezTo>
                  <a:cubicBezTo>
                    <a:pt x="40" y="109"/>
                    <a:pt x="38" y="110"/>
                    <a:pt x="36" y="110"/>
                  </a:cubicBezTo>
                  <a:cubicBezTo>
                    <a:pt x="35" y="110"/>
                    <a:pt x="34" y="110"/>
                    <a:pt x="33" y="109"/>
                  </a:cubicBezTo>
                  <a:close/>
                  <a:moveTo>
                    <a:pt x="382" y="102"/>
                  </a:moveTo>
                  <a:cubicBezTo>
                    <a:pt x="381" y="99"/>
                    <a:pt x="381" y="96"/>
                    <a:pt x="384" y="94"/>
                  </a:cubicBezTo>
                  <a:cubicBezTo>
                    <a:pt x="387" y="92"/>
                    <a:pt x="390" y="93"/>
                    <a:pt x="392" y="96"/>
                  </a:cubicBezTo>
                  <a:cubicBezTo>
                    <a:pt x="394" y="98"/>
                    <a:pt x="393" y="102"/>
                    <a:pt x="390" y="104"/>
                  </a:cubicBezTo>
                  <a:cubicBezTo>
                    <a:pt x="389" y="104"/>
                    <a:pt x="388" y="105"/>
                    <a:pt x="387" y="105"/>
                  </a:cubicBezTo>
                  <a:cubicBezTo>
                    <a:pt x="385" y="105"/>
                    <a:pt x="383" y="104"/>
                    <a:pt x="382" y="102"/>
                  </a:cubicBezTo>
                  <a:close/>
                  <a:moveTo>
                    <a:pt x="52" y="83"/>
                  </a:moveTo>
                  <a:cubicBezTo>
                    <a:pt x="49" y="80"/>
                    <a:pt x="49" y="77"/>
                    <a:pt x="51" y="74"/>
                  </a:cubicBezTo>
                  <a:cubicBezTo>
                    <a:pt x="53" y="72"/>
                    <a:pt x="57" y="72"/>
                    <a:pt x="59" y="74"/>
                  </a:cubicBezTo>
                  <a:cubicBezTo>
                    <a:pt x="62" y="76"/>
                    <a:pt x="62" y="79"/>
                    <a:pt x="60" y="82"/>
                  </a:cubicBezTo>
                  <a:cubicBezTo>
                    <a:pt x="59" y="83"/>
                    <a:pt x="57" y="84"/>
                    <a:pt x="55" y="84"/>
                  </a:cubicBezTo>
                  <a:cubicBezTo>
                    <a:pt x="54" y="84"/>
                    <a:pt x="53" y="83"/>
                    <a:pt x="52" y="83"/>
                  </a:cubicBezTo>
                  <a:close/>
                  <a:moveTo>
                    <a:pt x="363" y="77"/>
                  </a:moveTo>
                  <a:cubicBezTo>
                    <a:pt x="363" y="77"/>
                    <a:pt x="363" y="77"/>
                    <a:pt x="363" y="77"/>
                  </a:cubicBezTo>
                  <a:cubicBezTo>
                    <a:pt x="361" y="75"/>
                    <a:pt x="361" y="71"/>
                    <a:pt x="364" y="69"/>
                  </a:cubicBezTo>
                  <a:cubicBezTo>
                    <a:pt x="366" y="67"/>
                    <a:pt x="370" y="67"/>
                    <a:pt x="372" y="70"/>
                  </a:cubicBezTo>
                  <a:cubicBezTo>
                    <a:pt x="374" y="72"/>
                    <a:pt x="374" y="76"/>
                    <a:pt x="371" y="78"/>
                  </a:cubicBezTo>
                  <a:cubicBezTo>
                    <a:pt x="370" y="79"/>
                    <a:pt x="369" y="79"/>
                    <a:pt x="367" y="79"/>
                  </a:cubicBezTo>
                  <a:cubicBezTo>
                    <a:pt x="366" y="79"/>
                    <a:pt x="364" y="79"/>
                    <a:pt x="363" y="77"/>
                  </a:cubicBezTo>
                  <a:close/>
                  <a:moveTo>
                    <a:pt x="74" y="59"/>
                  </a:moveTo>
                  <a:cubicBezTo>
                    <a:pt x="72" y="57"/>
                    <a:pt x="72" y="53"/>
                    <a:pt x="74" y="51"/>
                  </a:cubicBezTo>
                  <a:cubicBezTo>
                    <a:pt x="74" y="51"/>
                    <a:pt x="74" y="51"/>
                    <a:pt x="74" y="51"/>
                  </a:cubicBezTo>
                  <a:cubicBezTo>
                    <a:pt x="77" y="49"/>
                    <a:pt x="80" y="49"/>
                    <a:pt x="83" y="52"/>
                  </a:cubicBezTo>
                  <a:cubicBezTo>
                    <a:pt x="85" y="54"/>
                    <a:pt x="84" y="58"/>
                    <a:pt x="82" y="60"/>
                  </a:cubicBezTo>
                  <a:cubicBezTo>
                    <a:pt x="81" y="61"/>
                    <a:pt x="79" y="61"/>
                    <a:pt x="78" y="61"/>
                  </a:cubicBezTo>
                  <a:cubicBezTo>
                    <a:pt x="76" y="61"/>
                    <a:pt x="75" y="61"/>
                    <a:pt x="74" y="59"/>
                  </a:cubicBezTo>
                  <a:close/>
                  <a:moveTo>
                    <a:pt x="340" y="56"/>
                  </a:moveTo>
                  <a:cubicBezTo>
                    <a:pt x="338" y="54"/>
                    <a:pt x="338" y="50"/>
                    <a:pt x="340" y="48"/>
                  </a:cubicBezTo>
                  <a:cubicBezTo>
                    <a:pt x="342" y="45"/>
                    <a:pt x="345" y="45"/>
                    <a:pt x="348" y="47"/>
                  </a:cubicBezTo>
                  <a:cubicBezTo>
                    <a:pt x="350" y="49"/>
                    <a:pt x="351" y="53"/>
                    <a:pt x="349" y="55"/>
                  </a:cubicBezTo>
                  <a:cubicBezTo>
                    <a:pt x="348" y="57"/>
                    <a:pt x="346" y="57"/>
                    <a:pt x="344" y="57"/>
                  </a:cubicBezTo>
                  <a:cubicBezTo>
                    <a:pt x="343" y="57"/>
                    <a:pt x="342" y="57"/>
                    <a:pt x="340" y="56"/>
                  </a:cubicBezTo>
                  <a:close/>
                  <a:moveTo>
                    <a:pt x="99" y="40"/>
                  </a:moveTo>
                  <a:cubicBezTo>
                    <a:pt x="97" y="37"/>
                    <a:pt x="98" y="33"/>
                    <a:pt x="101" y="32"/>
                  </a:cubicBezTo>
                  <a:cubicBezTo>
                    <a:pt x="104" y="30"/>
                    <a:pt x="107" y="31"/>
                    <a:pt x="109" y="33"/>
                  </a:cubicBezTo>
                  <a:cubicBezTo>
                    <a:pt x="111" y="36"/>
                    <a:pt x="110" y="40"/>
                    <a:pt x="107" y="42"/>
                  </a:cubicBezTo>
                  <a:cubicBezTo>
                    <a:pt x="106" y="42"/>
                    <a:pt x="105" y="42"/>
                    <a:pt x="104" y="42"/>
                  </a:cubicBezTo>
                  <a:cubicBezTo>
                    <a:pt x="102" y="42"/>
                    <a:pt x="100" y="41"/>
                    <a:pt x="99" y="40"/>
                  </a:cubicBezTo>
                  <a:close/>
                  <a:moveTo>
                    <a:pt x="315" y="38"/>
                  </a:moveTo>
                  <a:cubicBezTo>
                    <a:pt x="312" y="37"/>
                    <a:pt x="311" y="33"/>
                    <a:pt x="313" y="30"/>
                  </a:cubicBezTo>
                  <a:cubicBezTo>
                    <a:pt x="314" y="28"/>
                    <a:pt x="318" y="27"/>
                    <a:pt x="321" y="28"/>
                  </a:cubicBezTo>
                  <a:cubicBezTo>
                    <a:pt x="323" y="30"/>
                    <a:pt x="324" y="33"/>
                    <a:pt x="323" y="36"/>
                  </a:cubicBezTo>
                  <a:cubicBezTo>
                    <a:pt x="322" y="38"/>
                    <a:pt x="320" y="39"/>
                    <a:pt x="318" y="39"/>
                  </a:cubicBezTo>
                  <a:cubicBezTo>
                    <a:pt x="317" y="39"/>
                    <a:pt x="316" y="39"/>
                    <a:pt x="315" y="38"/>
                  </a:cubicBezTo>
                  <a:close/>
                  <a:moveTo>
                    <a:pt x="127" y="24"/>
                  </a:moveTo>
                  <a:cubicBezTo>
                    <a:pt x="126" y="21"/>
                    <a:pt x="127" y="18"/>
                    <a:pt x="130" y="16"/>
                  </a:cubicBezTo>
                  <a:cubicBezTo>
                    <a:pt x="133" y="15"/>
                    <a:pt x="136" y="17"/>
                    <a:pt x="138" y="20"/>
                  </a:cubicBezTo>
                  <a:cubicBezTo>
                    <a:pt x="139" y="23"/>
                    <a:pt x="138" y="26"/>
                    <a:pt x="135" y="27"/>
                  </a:cubicBezTo>
                  <a:cubicBezTo>
                    <a:pt x="134" y="28"/>
                    <a:pt x="133" y="28"/>
                    <a:pt x="132" y="28"/>
                  </a:cubicBezTo>
                  <a:cubicBezTo>
                    <a:pt x="130" y="28"/>
                    <a:pt x="128" y="26"/>
                    <a:pt x="127" y="24"/>
                  </a:cubicBezTo>
                  <a:close/>
                  <a:moveTo>
                    <a:pt x="287" y="25"/>
                  </a:moveTo>
                  <a:cubicBezTo>
                    <a:pt x="284" y="24"/>
                    <a:pt x="282" y="20"/>
                    <a:pt x="283" y="17"/>
                  </a:cubicBezTo>
                  <a:cubicBezTo>
                    <a:pt x="285" y="14"/>
                    <a:pt x="288" y="13"/>
                    <a:pt x="291" y="14"/>
                  </a:cubicBezTo>
                  <a:cubicBezTo>
                    <a:pt x="294" y="15"/>
                    <a:pt x="295" y="19"/>
                    <a:pt x="294" y="22"/>
                  </a:cubicBezTo>
                  <a:cubicBezTo>
                    <a:pt x="293" y="24"/>
                    <a:pt x="291" y="25"/>
                    <a:pt x="289" y="25"/>
                  </a:cubicBezTo>
                  <a:cubicBezTo>
                    <a:pt x="288" y="25"/>
                    <a:pt x="287" y="25"/>
                    <a:pt x="287" y="25"/>
                  </a:cubicBezTo>
                  <a:close/>
                  <a:moveTo>
                    <a:pt x="157" y="13"/>
                  </a:moveTo>
                  <a:cubicBezTo>
                    <a:pt x="156" y="10"/>
                    <a:pt x="158" y="7"/>
                    <a:pt x="161" y="6"/>
                  </a:cubicBezTo>
                  <a:cubicBezTo>
                    <a:pt x="164" y="5"/>
                    <a:pt x="168" y="7"/>
                    <a:pt x="168" y="10"/>
                  </a:cubicBezTo>
                  <a:cubicBezTo>
                    <a:pt x="169" y="13"/>
                    <a:pt x="167" y="17"/>
                    <a:pt x="164" y="17"/>
                  </a:cubicBezTo>
                  <a:cubicBezTo>
                    <a:pt x="164" y="17"/>
                    <a:pt x="163" y="17"/>
                    <a:pt x="163" y="17"/>
                  </a:cubicBezTo>
                  <a:cubicBezTo>
                    <a:pt x="160" y="17"/>
                    <a:pt x="158" y="16"/>
                    <a:pt x="157" y="13"/>
                  </a:cubicBezTo>
                  <a:close/>
                  <a:moveTo>
                    <a:pt x="257" y="16"/>
                  </a:moveTo>
                  <a:cubicBezTo>
                    <a:pt x="254" y="15"/>
                    <a:pt x="252" y="12"/>
                    <a:pt x="252" y="9"/>
                  </a:cubicBezTo>
                  <a:cubicBezTo>
                    <a:pt x="253" y="6"/>
                    <a:pt x="256" y="4"/>
                    <a:pt x="259" y="5"/>
                  </a:cubicBezTo>
                  <a:cubicBezTo>
                    <a:pt x="263" y="5"/>
                    <a:pt x="265" y="8"/>
                    <a:pt x="264" y="11"/>
                  </a:cubicBezTo>
                  <a:cubicBezTo>
                    <a:pt x="263" y="14"/>
                    <a:pt x="261" y="16"/>
                    <a:pt x="258" y="16"/>
                  </a:cubicBezTo>
                  <a:cubicBezTo>
                    <a:pt x="258" y="16"/>
                    <a:pt x="257" y="16"/>
                    <a:pt x="257" y="16"/>
                  </a:cubicBezTo>
                  <a:close/>
                  <a:moveTo>
                    <a:pt x="189" y="7"/>
                  </a:moveTo>
                  <a:cubicBezTo>
                    <a:pt x="188" y="4"/>
                    <a:pt x="191" y="1"/>
                    <a:pt x="194" y="0"/>
                  </a:cubicBezTo>
                  <a:cubicBezTo>
                    <a:pt x="197" y="0"/>
                    <a:pt x="200" y="3"/>
                    <a:pt x="200" y="6"/>
                  </a:cubicBezTo>
                  <a:cubicBezTo>
                    <a:pt x="200" y="9"/>
                    <a:pt x="198" y="12"/>
                    <a:pt x="195" y="12"/>
                  </a:cubicBezTo>
                  <a:cubicBezTo>
                    <a:pt x="194" y="12"/>
                    <a:pt x="194" y="12"/>
                    <a:pt x="194" y="12"/>
                  </a:cubicBezTo>
                  <a:cubicBezTo>
                    <a:pt x="191" y="12"/>
                    <a:pt x="189" y="10"/>
                    <a:pt x="189" y="7"/>
                  </a:cubicBezTo>
                  <a:close/>
                  <a:moveTo>
                    <a:pt x="226" y="12"/>
                  </a:moveTo>
                  <a:cubicBezTo>
                    <a:pt x="223" y="11"/>
                    <a:pt x="220" y="9"/>
                    <a:pt x="221" y="5"/>
                  </a:cubicBezTo>
                  <a:cubicBezTo>
                    <a:pt x="221" y="2"/>
                    <a:pt x="224" y="0"/>
                    <a:pt x="227" y="0"/>
                  </a:cubicBezTo>
                  <a:cubicBezTo>
                    <a:pt x="230" y="0"/>
                    <a:pt x="232" y="3"/>
                    <a:pt x="232" y="6"/>
                  </a:cubicBezTo>
                  <a:cubicBezTo>
                    <a:pt x="232" y="9"/>
                    <a:pt x="229" y="12"/>
                    <a:pt x="226" y="1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6" name="Google Shape;1146;p28"/>
            <p:cNvSpPr/>
            <p:nvPr/>
          </p:nvSpPr>
          <p:spPr>
            <a:xfrm>
              <a:off x="5913438" y="4510088"/>
              <a:ext cx="625475" cy="625475"/>
            </a:xfrm>
            <a:custGeom>
              <a:avLst/>
              <a:gdLst/>
              <a:ahLst/>
              <a:cxnLst/>
              <a:rect l="l" t="t" r="r" b="b"/>
              <a:pathLst>
                <a:path w="371" h="371" extrusionOk="0">
                  <a:moveTo>
                    <a:pt x="186" y="371"/>
                  </a:moveTo>
                  <a:cubicBezTo>
                    <a:pt x="83" y="371"/>
                    <a:pt x="0" y="288"/>
                    <a:pt x="0" y="186"/>
                  </a:cubicBezTo>
                  <a:cubicBezTo>
                    <a:pt x="0" y="83"/>
                    <a:pt x="83" y="0"/>
                    <a:pt x="186" y="0"/>
                  </a:cubicBezTo>
                  <a:cubicBezTo>
                    <a:pt x="288" y="0"/>
                    <a:pt x="371" y="83"/>
                    <a:pt x="371" y="186"/>
                  </a:cubicBezTo>
                  <a:cubicBezTo>
                    <a:pt x="371" y="288"/>
                    <a:pt x="288" y="371"/>
                    <a:pt x="186" y="371"/>
                  </a:cubicBezTo>
                  <a:close/>
                  <a:moveTo>
                    <a:pt x="186" y="8"/>
                  </a:moveTo>
                  <a:cubicBezTo>
                    <a:pt x="88" y="8"/>
                    <a:pt x="8" y="88"/>
                    <a:pt x="8" y="186"/>
                  </a:cubicBezTo>
                  <a:cubicBezTo>
                    <a:pt x="8" y="283"/>
                    <a:pt x="88" y="363"/>
                    <a:pt x="186" y="363"/>
                  </a:cubicBezTo>
                  <a:cubicBezTo>
                    <a:pt x="283" y="363"/>
                    <a:pt x="363" y="283"/>
                    <a:pt x="363" y="186"/>
                  </a:cubicBezTo>
                  <a:cubicBezTo>
                    <a:pt x="363" y="88"/>
                    <a:pt x="283" y="8"/>
                    <a:pt x="186" y="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7" name="Google Shape;1147;p28"/>
            <p:cNvSpPr/>
            <p:nvPr/>
          </p:nvSpPr>
          <p:spPr>
            <a:xfrm>
              <a:off x="5978525" y="4573588"/>
              <a:ext cx="496888" cy="498475"/>
            </a:xfrm>
            <a:custGeom>
              <a:avLst/>
              <a:gdLst/>
              <a:ahLst/>
              <a:cxnLst/>
              <a:rect l="l" t="t" r="r" b="b"/>
              <a:pathLst>
                <a:path w="295" h="295" extrusionOk="0">
                  <a:moveTo>
                    <a:pt x="148" y="295"/>
                  </a:moveTo>
                  <a:cubicBezTo>
                    <a:pt x="66" y="295"/>
                    <a:pt x="0" y="229"/>
                    <a:pt x="0" y="148"/>
                  </a:cubicBezTo>
                  <a:cubicBezTo>
                    <a:pt x="0" y="66"/>
                    <a:pt x="66" y="0"/>
                    <a:pt x="148" y="0"/>
                  </a:cubicBezTo>
                  <a:cubicBezTo>
                    <a:pt x="229" y="0"/>
                    <a:pt x="295" y="66"/>
                    <a:pt x="295" y="148"/>
                  </a:cubicBezTo>
                  <a:cubicBezTo>
                    <a:pt x="295" y="229"/>
                    <a:pt x="229" y="295"/>
                    <a:pt x="148" y="295"/>
                  </a:cubicBezTo>
                  <a:close/>
                  <a:moveTo>
                    <a:pt x="148" y="31"/>
                  </a:moveTo>
                  <a:cubicBezTo>
                    <a:pt x="83" y="31"/>
                    <a:pt x="31" y="83"/>
                    <a:pt x="31" y="148"/>
                  </a:cubicBezTo>
                  <a:cubicBezTo>
                    <a:pt x="31" y="212"/>
                    <a:pt x="83" y="264"/>
                    <a:pt x="148" y="264"/>
                  </a:cubicBezTo>
                  <a:cubicBezTo>
                    <a:pt x="212" y="264"/>
                    <a:pt x="264" y="212"/>
                    <a:pt x="264" y="148"/>
                  </a:cubicBezTo>
                  <a:cubicBezTo>
                    <a:pt x="264" y="83"/>
                    <a:pt x="212" y="31"/>
                    <a:pt x="148" y="3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0" name="Picture 2">
            <a:extLst>
              <a:ext uri="{FF2B5EF4-FFF2-40B4-BE49-F238E27FC236}">
                <a16:creationId xmlns:a16="http://schemas.microsoft.com/office/drawing/2014/main" id="{3665D0DE-4FA8-4915-A6CB-BE19177655AE}"/>
              </a:ext>
            </a:extLst>
          </p:cNvPr>
          <p:cNvPicPr>
            <a:picLocks noGrp="1"/>
          </p:cNvPicPr>
          <p:nvPr>
            <p:ph type="pic" idx="2"/>
          </p:nvPr>
        </p:nvPicPr>
        <p:blipFill>
          <a:blip r:embed="rId3"/>
          <a:srcRect t="11509" b="11509"/>
          <a:stretch/>
        </p:blipFill>
        <p:spPr>
          <a:xfrm>
            <a:off x="5183188" y="539750"/>
            <a:ext cx="3960812" cy="4064000"/>
          </a:xfrm>
          <a:prstGeom prst="parallelogram">
            <a:avLst>
              <a:gd name="adj" fmla="val 11590"/>
            </a:avLst>
          </a:prstGeom>
          <a:noFill/>
          <a:ln w="0"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D1F8245-3B6B-4AC1-8BEC-385F010E2A2D}"/>
              </a:ext>
            </a:extLst>
          </p:cNvPr>
          <p:cNvSpPr txBox="1"/>
          <p:nvPr/>
        </p:nvSpPr>
        <p:spPr>
          <a:xfrm>
            <a:off x="4000500" y="774849"/>
            <a:ext cx="5143500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0" strike="noStrike" spc="-1" dirty="0">
                <a:solidFill>
                  <a:srgbClr val="000000"/>
                </a:solidFill>
                <a:latin typeface="ALS Sector Regular" panose="02000000000000000000" pitchFamily="50" charset="0"/>
                <a:cs typeface="ALS Sector Regular" panose="02000000000000000000" pitchFamily="50" charset="0"/>
              </a:rPr>
              <a:t>Существуют отрасли, которые </a:t>
            </a:r>
            <a:r>
              <a:rPr lang="ru-RU" sz="2000" b="0" strike="noStrike" spc="-1" dirty="0">
                <a:latin typeface="ALS Sector Regular" panose="02000000000000000000" pitchFamily="50" charset="0"/>
                <a:cs typeface="ALS Sector Regular" panose="02000000000000000000" pitchFamily="50" charset="0"/>
              </a:rPr>
              <a:t>автоматизация</a:t>
            </a:r>
            <a:r>
              <a:rPr lang="ru-RU" sz="2000" b="0" strike="noStrike" spc="-1" dirty="0">
                <a:solidFill>
                  <a:srgbClr val="000000"/>
                </a:solidFill>
                <a:latin typeface="ALS Sector Regular" panose="02000000000000000000" pitchFamily="50" charset="0"/>
                <a:cs typeface="ALS Sector Regular" panose="02000000000000000000" pitchFamily="50" charset="0"/>
              </a:rPr>
              <a:t> обошла стороной, такие, как: патрулирование трубопроводов на предмет обнаружения утечек, проведение геодезических и метеорологических исследований</a:t>
            </a:r>
            <a:r>
              <a:rPr lang="en-US" sz="2000" b="0" strike="noStrike" spc="-1" dirty="0">
                <a:solidFill>
                  <a:srgbClr val="000000"/>
                </a:solidFill>
                <a:latin typeface="ALS Sector Regular" panose="02000000000000000000" pitchFamily="50" charset="0"/>
                <a:cs typeface="ALS Sector Regular" panose="02000000000000000000" pitchFamily="50" charset="0"/>
              </a:rPr>
              <a:t> </a:t>
            </a:r>
            <a:r>
              <a:rPr lang="ru-RU" sz="2000" b="0" strike="noStrike" spc="-1" dirty="0">
                <a:solidFill>
                  <a:srgbClr val="000000"/>
                </a:solidFill>
                <a:latin typeface="ALS Sector Regular" panose="02000000000000000000" pitchFamily="50" charset="0"/>
                <a:cs typeface="ALS Sector Regular" panose="02000000000000000000" pitchFamily="50" charset="0"/>
              </a:rPr>
              <a:t>на удаленных территориях. Мы подумали, и поняли, что все эти задачи смог бы выполнять один и тот же робот. Его пришлось бы лишь немного модифицировать, установив на него нужные датчики.</a:t>
            </a:r>
          </a:p>
          <a:p>
            <a:endParaRPr lang="ru-RU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F89119-BDE0-451D-8FB6-FD25B9010C23}"/>
              </a:ext>
            </a:extLst>
          </p:cNvPr>
          <p:cNvSpPr txBox="1"/>
          <p:nvPr/>
        </p:nvSpPr>
        <p:spPr>
          <a:xfrm>
            <a:off x="3112995" y="100853"/>
            <a:ext cx="43770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latin typeface="ALS Sector Bold" panose="02000000000000000000" pitchFamily="50" charset="0"/>
              </a:rPr>
              <a:t>Актуальность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4A0E23F-87CD-4407-BDE3-AA94F1002E9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4282"/>
          <a:stretch/>
        </p:blipFill>
        <p:spPr>
          <a:xfrm>
            <a:off x="479036" y="656358"/>
            <a:ext cx="2207943" cy="1836427"/>
          </a:xfrm>
          <a:prstGeom prst="rect">
            <a:avLst/>
          </a:prstGeom>
        </p:spPr>
      </p:pic>
      <p:sp>
        <p:nvSpPr>
          <p:cNvPr id="14" name="AutoShape 14">
            <a:extLst>
              <a:ext uri="{FF2B5EF4-FFF2-40B4-BE49-F238E27FC236}">
                <a16:creationId xmlns:a16="http://schemas.microsoft.com/office/drawing/2014/main" id="{A2E6383B-2F15-4382-8495-5281220CE07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FA870AC2-9322-473F-8F92-37E805B81F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7" y="2724150"/>
            <a:ext cx="3073340" cy="202777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75" name="Google Shape;1175;p30"/>
          <p:cNvGrpSpPr/>
          <p:nvPr/>
        </p:nvGrpSpPr>
        <p:grpSpPr>
          <a:xfrm>
            <a:off x="7980606" y="4154888"/>
            <a:ext cx="900146" cy="898301"/>
            <a:chOff x="1120775" y="368300"/>
            <a:chExt cx="744538" cy="742950"/>
          </a:xfrm>
        </p:grpSpPr>
        <p:sp>
          <p:nvSpPr>
            <p:cNvPr id="1176" name="Google Shape;1176;p30"/>
            <p:cNvSpPr/>
            <p:nvPr/>
          </p:nvSpPr>
          <p:spPr>
            <a:xfrm>
              <a:off x="1120775" y="739775"/>
              <a:ext cx="60325" cy="157163"/>
            </a:xfrm>
            <a:custGeom>
              <a:avLst/>
              <a:gdLst/>
              <a:ahLst/>
              <a:cxnLst/>
              <a:rect l="l" t="t" r="r" b="b"/>
              <a:pathLst>
                <a:path w="36" h="94" extrusionOk="0">
                  <a:moveTo>
                    <a:pt x="21" y="94"/>
                  </a:moveTo>
                  <a:cubicBezTo>
                    <a:pt x="7" y="64"/>
                    <a:pt x="0" y="33"/>
                    <a:pt x="0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17" y="30"/>
                    <a:pt x="23" y="59"/>
                    <a:pt x="36" y="87"/>
                  </a:cubicBezTo>
                  <a:lnTo>
                    <a:pt x="21" y="9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7" name="Google Shape;1177;p30"/>
            <p:cNvSpPr/>
            <p:nvPr/>
          </p:nvSpPr>
          <p:spPr>
            <a:xfrm>
              <a:off x="1184275" y="930275"/>
              <a:ext cx="127000" cy="125413"/>
            </a:xfrm>
            <a:custGeom>
              <a:avLst/>
              <a:gdLst/>
              <a:ahLst/>
              <a:cxnLst/>
              <a:rect l="l" t="t" r="r" b="b"/>
              <a:pathLst>
                <a:path w="76" h="75" extrusionOk="0">
                  <a:moveTo>
                    <a:pt x="67" y="75"/>
                  </a:moveTo>
                  <a:cubicBezTo>
                    <a:pt x="41" y="58"/>
                    <a:pt x="17" y="35"/>
                    <a:pt x="0" y="9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30" y="24"/>
                    <a:pt x="51" y="45"/>
                    <a:pt x="76" y="61"/>
                  </a:cubicBezTo>
                  <a:lnTo>
                    <a:pt x="67" y="75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8" name="Google Shape;1178;p30"/>
            <p:cNvSpPr/>
            <p:nvPr/>
          </p:nvSpPr>
          <p:spPr>
            <a:xfrm>
              <a:off x="1341438" y="1054100"/>
              <a:ext cx="69850" cy="46037"/>
            </a:xfrm>
            <a:custGeom>
              <a:avLst/>
              <a:gdLst/>
              <a:ahLst/>
              <a:cxnLst/>
              <a:rect l="l" t="t" r="r" b="b"/>
              <a:pathLst>
                <a:path w="41" h="27" extrusionOk="0">
                  <a:moveTo>
                    <a:pt x="37" y="27"/>
                  </a:moveTo>
                  <a:cubicBezTo>
                    <a:pt x="25" y="24"/>
                    <a:pt x="12" y="20"/>
                    <a:pt x="0" y="15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8" y="5"/>
                    <a:pt x="30" y="9"/>
                    <a:pt x="41" y="11"/>
                  </a:cubicBezTo>
                  <a:lnTo>
                    <a:pt x="37" y="27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9" name="Google Shape;1179;p30"/>
            <p:cNvSpPr/>
            <p:nvPr/>
          </p:nvSpPr>
          <p:spPr>
            <a:xfrm>
              <a:off x="1447800" y="1057275"/>
              <a:ext cx="187325" cy="53975"/>
            </a:xfrm>
            <a:custGeom>
              <a:avLst/>
              <a:gdLst/>
              <a:ahLst/>
              <a:cxnLst/>
              <a:rect l="l" t="t" r="r" b="b"/>
              <a:pathLst>
                <a:path w="111" h="32" extrusionOk="0">
                  <a:moveTo>
                    <a:pt x="27" y="32"/>
                  </a:moveTo>
                  <a:cubicBezTo>
                    <a:pt x="18" y="32"/>
                    <a:pt x="9" y="31"/>
                    <a:pt x="0" y="30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10" y="15"/>
                    <a:pt x="18" y="15"/>
                    <a:pt x="27" y="15"/>
                  </a:cubicBezTo>
                  <a:cubicBezTo>
                    <a:pt x="54" y="15"/>
                    <a:pt x="80" y="10"/>
                    <a:pt x="104" y="0"/>
                  </a:cubicBezTo>
                  <a:cubicBezTo>
                    <a:pt x="111" y="15"/>
                    <a:pt x="111" y="15"/>
                    <a:pt x="111" y="15"/>
                  </a:cubicBezTo>
                  <a:cubicBezTo>
                    <a:pt x="84" y="26"/>
                    <a:pt x="56" y="32"/>
                    <a:pt x="27" y="3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0" name="Google Shape;1180;p30"/>
            <p:cNvSpPr/>
            <p:nvPr/>
          </p:nvSpPr>
          <p:spPr>
            <a:xfrm>
              <a:off x="1681163" y="923925"/>
              <a:ext cx="127000" cy="127000"/>
            </a:xfrm>
            <a:custGeom>
              <a:avLst/>
              <a:gdLst/>
              <a:ahLst/>
              <a:cxnLst/>
              <a:rect l="l" t="t" r="r" b="b"/>
              <a:pathLst>
                <a:path w="75" h="75" extrusionOk="0">
                  <a:moveTo>
                    <a:pt x="9" y="75"/>
                  </a:moveTo>
                  <a:cubicBezTo>
                    <a:pt x="0" y="61"/>
                    <a:pt x="0" y="61"/>
                    <a:pt x="0" y="61"/>
                  </a:cubicBezTo>
                  <a:cubicBezTo>
                    <a:pt x="24" y="46"/>
                    <a:pt x="45" y="24"/>
                    <a:pt x="61" y="0"/>
                  </a:cubicBezTo>
                  <a:cubicBezTo>
                    <a:pt x="75" y="9"/>
                    <a:pt x="75" y="9"/>
                    <a:pt x="75" y="9"/>
                  </a:cubicBezTo>
                  <a:cubicBezTo>
                    <a:pt x="58" y="35"/>
                    <a:pt x="35" y="58"/>
                    <a:pt x="9" y="7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1" name="Google Shape;1181;p30"/>
            <p:cNvSpPr/>
            <p:nvPr/>
          </p:nvSpPr>
          <p:spPr>
            <a:xfrm>
              <a:off x="1830388" y="668338"/>
              <a:ext cx="34925" cy="142875"/>
            </a:xfrm>
            <a:custGeom>
              <a:avLst/>
              <a:gdLst/>
              <a:ahLst/>
              <a:cxnLst/>
              <a:rect l="l" t="t" r="r" b="b"/>
              <a:pathLst>
                <a:path w="20" h="85" extrusionOk="0">
                  <a:moveTo>
                    <a:pt x="16" y="85"/>
                  </a:moveTo>
                  <a:cubicBezTo>
                    <a:pt x="0" y="82"/>
                    <a:pt x="0" y="82"/>
                    <a:pt x="0" y="82"/>
                  </a:cubicBezTo>
                  <a:cubicBezTo>
                    <a:pt x="2" y="69"/>
                    <a:pt x="4" y="56"/>
                    <a:pt x="4" y="42"/>
                  </a:cubicBezTo>
                  <a:cubicBezTo>
                    <a:pt x="4" y="29"/>
                    <a:pt x="2" y="16"/>
                    <a:pt x="0" y="3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9" y="14"/>
                    <a:pt x="20" y="28"/>
                    <a:pt x="20" y="42"/>
                  </a:cubicBezTo>
                  <a:cubicBezTo>
                    <a:pt x="20" y="57"/>
                    <a:pt x="19" y="71"/>
                    <a:pt x="16" y="8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2" name="Google Shape;1182;p30"/>
            <p:cNvSpPr/>
            <p:nvPr/>
          </p:nvSpPr>
          <p:spPr>
            <a:xfrm>
              <a:off x="1695450" y="438150"/>
              <a:ext cx="144463" cy="174625"/>
            </a:xfrm>
            <a:custGeom>
              <a:avLst/>
              <a:gdLst/>
              <a:ahLst/>
              <a:cxnLst/>
              <a:rect l="l" t="t" r="r" b="b"/>
              <a:pathLst>
                <a:path w="85" h="103" extrusionOk="0">
                  <a:moveTo>
                    <a:pt x="70" y="103"/>
                  </a:moveTo>
                  <a:cubicBezTo>
                    <a:pt x="55" y="67"/>
                    <a:pt x="31" y="36"/>
                    <a:pt x="0" y="13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44" y="25"/>
                    <a:pt x="70" y="58"/>
                    <a:pt x="85" y="97"/>
                  </a:cubicBezTo>
                  <a:lnTo>
                    <a:pt x="70" y="10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3" name="Google Shape;1183;p30"/>
            <p:cNvSpPr/>
            <p:nvPr/>
          </p:nvSpPr>
          <p:spPr>
            <a:xfrm>
              <a:off x="1449388" y="368300"/>
              <a:ext cx="228600" cy="71438"/>
            </a:xfrm>
            <a:custGeom>
              <a:avLst/>
              <a:gdLst/>
              <a:ahLst/>
              <a:cxnLst/>
              <a:rect l="l" t="t" r="r" b="b"/>
              <a:pathLst>
                <a:path w="135" h="43" extrusionOk="0">
                  <a:moveTo>
                    <a:pt x="127" y="43"/>
                  </a:moveTo>
                  <a:cubicBezTo>
                    <a:pt x="96" y="26"/>
                    <a:pt x="61" y="16"/>
                    <a:pt x="26" y="16"/>
                  </a:cubicBezTo>
                  <a:cubicBezTo>
                    <a:pt x="18" y="16"/>
                    <a:pt x="10" y="17"/>
                    <a:pt x="2" y="18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9" y="0"/>
                    <a:pt x="17" y="0"/>
                    <a:pt x="26" y="0"/>
                  </a:cubicBezTo>
                  <a:cubicBezTo>
                    <a:pt x="64" y="0"/>
                    <a:pt x="102" y="10"/>
                    <a:pt x="135" y="29"/>
                  </a:cubicBezTo>
                  <a:lnTo>
                    <a:pt x="127" y="4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4" name="Google Shape;1184;p30"/>
            <p:cNvSpPr/>
            <p:nvPr/>
          </p:nvSpPr>
          <p:spPr>
            <a:xfrm>
              <a:off x="1296988" y="377825"/>
              <a:ext cx="114300" cy="69850"/>
            </a:xfrm>
            <a:custGeom>
              <a:avLst/>
              <a:gdLst/>
              <a:ahLst/>
              <a:cxnLst/>
              <a:rect l="l" t="t" r="r" b="b"/>
              <a:pathLst>
                <a:path w="68" h="41" extrusionOk="0">
                  <a:moveTo>
                    <a:pt x="9" y="41"/>
                  </a:moveTo>
                  <a:cubicBezTo>
                    <a:pt x="0" y="27"/>
                    <a:pt x="0" y="27"/>
                    <a:pt x="0" y="27"/>
                  </a:cubicBezTo>
                  <a:cubicBezTo>
                    <a:pt x="20" y="15"/>
                    <a:pt x="42" y="6"/>
                    <a:pt x="64" y="0"/>
                  </a:cubicBezTo>
                  <a:cubicBezTo>
                    <a:pt x="68" y="16"/>
                    <a:pt x="68" y="16"/>
                    <a:pt x="68" y="16"/>
                  </a:cubicBezTo>
                  <a:cubicBezTo>
                    <a:pt x="47" y="21"/>
                    <a:pt x="28" y="30"/>
                    <a:pt x="9" y="4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5" name="Google Shape;1185;p30"/>
            <p:cNvSpPr/>
            <p:nvPr/>
          </p:nvSpPr>
          <p:spPr>
            <a:xfrm>
              <a:off x="1127125" y="468313"/>
              <a:ext cx="130175" cy="206375"/>
            </a:xfrm>
            <a:custGeom>
              <a:avLst/>
              <a:gdLst/>
              <a:ahLst/>
              <a:cxnLst/>
              <a:rect l="l" t="t" r="r" b="b"/>
              <a:pathLst>
                <a:path w="77" h="122" extrusionOk="0">
                  <a:moveTo>
                    <a:pt x="16" y="122"/>
                  </a:moveTo>
                  <a:cubicBezTo>
                    <a:pt x="0" y="119"/>
                    <a:pt x="0" y="119"/>
                    <a:pt x="0" y="119"/>
                  </a:cubicBezTo>
                  <a:cubicBezTo>
                    <a:pt x="9" y="73"/>
                    <a:pt x="31" y="32"/>
                    <a:pt x="65" y="0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45" y="42"/>
                    <a:pt x="24" y="80"/>
                    <a:pt x="16" y="12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6" name="Google Shape;1186;p30"/>
            <p:cNvSpPr/>
            <p:nvPr/>
          </p:nvSpPr>
          <p:spPr>
            <a:xfrm>
              <a:off x="1192213" y="847725"/>
              <a:ext cx="80963" cy="109538"/>
            </a:xfrm>
            <a:custGeom>
              <a:avLst/>
              <a:gdLst/>
              <a:ahLst/>
              <a:cxnLst/>
              <a:rect l="l" t="t" r="r" b="b"/>
              <a:pathLst>
                <a:path w="48" h="65" extrusionOk="0">
                  <a:moveTo>
                    <a:pt x="38" y="65"/>
                  </a:moveTo>
                  <a:cubicBezTo>
                    <a:pt x="21" y="47"/>
                    <a:pt x="9" y="27"/>
                    <a:pt x="0" y="5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21" y="21"/>
                    <a:pt x="33" y="39"/>
                    <a:pt x="48" y="56"/>
                  </a:cubicBezTo>
                  <a:lnTo>
                    <a:pt x="38" y="6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7" name="Google Shape;1187;p30"/>
            <p:cNvSpPr/>
            <p:nvPr/>
          </p:nvSpPr>
          <p:spPr>
            <a:xfrm>
              <a:off x="1284288" y="966788"/>
              <a:ext cx="209550" cy="93663"/>
            </a:xfrm>
            <a:custGeom>
              <a:avLst/>
              <a:gdLst/>
              <a:ahLst/>
              <a:cxnLst/>
              <a:rect l="l" t="t" r="r" b="b"/>
              <a:pathLst>
                <a:path w="124" h="56" extrusionOk="0">
                  <a:moveTo>
                    <a:pt x="124" y="56"/>
                  </a:moveTo>
                  <a:cubicBezTo>
                    <a:pt x="78" y="56"/>
                    <a:pt x="34" y="40"/>
                    <a:pt x="0" y="11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41" y="28"/>
                    <a:pt x="82" y="43"/>
                    <a:pt x="124" y="43"/>
                  </a:cubicBezTo>
                  <a:lnTo>
                    <a:pt x="124" y="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8" name="Google Shape;1188;p30"/>
            <p:cNvSpPr/>
            <p:nvPr/>
          </p:nvSpPr>
          <p:spPr>
            <a:xfrm>
              <a:off x="1555750" y="963613"/>
              <a:ext cx="150813" cy="90488"/>
            </a:xfrm>
            <a:custGeom>
              <a:avLst/>
              <a:gdLst/>
              <a:ahLst/>
              <a:cxnLst/>
              <a:rect l="l" t="t" r="r" b="b"/>
              <a:pathLst>
                <a:path w="89" h="54" extrusionOk="0">
                  <a:moveTo>
                    <a:pt x="3" y="54"/>
                  </a:moveTo>
                  <a:cubicBezTo>
                    <a:pt x="0" y="41"/>
                    <a:pt x="0" y="41"/>
                    <a:pt x="0" y="41"/>
                  </a:cubicBezTo>
                  <a:cubicBezTo>
                    <a:pt x="30" y="34"/>
                    <a:pt x="57" y="20"/>
                    <a:pt x="80" y="0"/>
                  </a:cubicBezTo>
                  <a:cubicBezTo>
                    <a:pt x="89" y="10"/>
                    <a:pt x="89" y="10"/>
                    <a:pt x="89" y="10"/>
                  </a:cubicBezTo>
                  <a:cubicBezTo>
                    <a:pt x="65" y="32"/>
                    <a:pt x="35" y="47"/>
                    <a:pt x="3" y="5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9" name="Google Shape;1189;p30"/>
            <p:cNvSpPr/>
            <p:nvPr/>
          </p:nvSpPr>
          <p:spPr>
            <a:xfrm>
              <a:off x="1714500" y="839788"/>
              <a:ext cx="82550" cy="117475"/>
            </a:xfrm>
            <a:custGeom>
              <a:avLst/>
              <a:gdLst/>
              <a:ahLst/>
              <a:cxnLst/>
              <a:rect l="l" t="t" r="r" b="b"/>
              <a:pathLst>
                <a:path w="49" h="69" extrusionOk="0">
                  <a:moveTo>
                    <a:pt x="10" y="69"/>
                  </a:moveTo>
                  <a:cubicBezTo>
                    <a:pt x="0" y="60"/>
                    <a:pt x="0" y="60"/>
                    <a:pt x="0" y="60"/>
                  </a:cubicBezTo>
                  <a:cubicBezTo>
                    <a:pt x="16" y="42"/>
                    <a:pt x="28" y="22"/>
                    <a:pt x="36" y="0"/>
                  </a:cubicBezTo>
                  <a:cubicBezTo>
                    <a:pt x="49" y="5"/>
                    <a:pt x="49" y="5"/>
                    <a:pt x="49" y="5"/>
                  </a:cubicBezTo>
                  <a:cubicBezTo>
                    <a:pt x="40" y="29"/>
                    <a:pt x="27" y="50"/>
                    <a:pt x="10" y="6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0" name="Google Shape;1190;p30"/>
            <p:cNvSpPr/>
            <p:nvPr/>
          </p:nvSpPr>
          <p:spPr>
            <a:xfrm>
              <a:off x="1784350" y="663575"/>
              <a:ext cx="31750" cy="133350"/>
            </a:xfrm>
            <a:custGeom>
              <a:avLst/>
              <a:gdLst/>
              <a:ahLst/>
              <a:cxnLst/>
              <a:rect l="l" t="t" r="r" b="b"/>
              <a:pathLst>
                <a:path w="19" h="79" extrusionOk="0">
                  <a:moveTo>
                    <a:pt x="16" y="79"/>
                  </a:moveTo>
                  <a:cubicBezTo>
                    <a:pt x="2" y="77"/>
                    <a:pt x="2" y="77"/>
                    <a:pt x="2" y="77"/>
                  </a:cubicBezTo>
                  <a:cubicBezTo>
                    <a:pt x="4" y="66"/>
                    <a:pt x="5" y="56"/>
                    <a:pt x="5" y="45"/>
                  </a:cubicBezTo>
                  <a:cubicBezTo>
                    <a:pt x="5" y="31"/>
                    <a:pt x="4" y="17"/>
                    <a:pt x="0" y="3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7" y="15"/>
                    <a:pt x="19" y="30"/>
                    <a:pt x="19" y="45"/>
                  </a:cubicBezTo>
                  <a:cubicBezTo>
                    <a:pt x="19" y="57"/>
                    <a:pt x="18" y="68"/>
                    <a:pt x="16" y="7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1" name="Google Shape;1191;p30"/>
            <p:cNvSpPr/>
            <p:nvPr/>
          </p:nvSpPr>
          <p:spPr>
            <a:xfrm>
              <a:off x="1714500" y="520700"/>
              <a:ext cx="80963" cy="112712"/>
            </a:xfrm>
            <a:custGeom>
              <a:avLst/>
              <a:gdLst/>
              <a:ahLst/>
              <a:cxnLst/>
              <a:rect l="l" t="t" r="r" b="b"/>
              <a:pathLst>
                <a:path w="48" h="66" extrusionOk="0">
                  <a:moveTo>
                    <a:pt x="35" y="66"/>
                  </a:moveTo>
                  <a:cubicBezTo>
                    <a:pt x="27" y="45"/>
                    <a:pt x="15" y="26"/>
                    <a:pt x="0" y="9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26" y="18"/>
                    <a:pt x="39" y="39"/>
                    <a:pt x="48" y="61"/>
                  </a:cubicBezTo>
                  <a:lnTo>
                    <a:pt x="35" y="6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2" name="Google Shape;1192;p30"/>
            <p:cNvSpPr/>
            <p:nvPr/>
          </p:nvSpPr>
          <p:spPr>
            <a:xfrm>
              <a:off x="1558925" y="425450"/>
              <a:ext cx="139700" cy="82550"/>
            </a:xfrm>
            <a:custGeom>
              <a:avLst/>
              <a:gdLst/>
              <a:ahLst/>
              <a:cxnLst/>
              <a:rect l="l" t="t" r="r" b="b"/>
              <a:pathLst>
                <a:path w="82" h="49" extrusionOk="0">
                  <a:moveTo>
                    <a:pt x="73" y="49"/>
                  </a:moveTo>
                  <a:cubicBezTo>
                    <a:pt x="52" y="32"/>
                    <a:pt x="27" y="19"/>
                    <a:pt x="0" y="13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2" y="6"/>
                    <a:pt x="59" y="20"/>
                    <a:pt x="82" y="38"/>
                  </a:cubicBezTo>
                  <a:lnTo>
                    <a:pt x="73" y="4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3" name="Google Shape;1193;p30"/>
            <p:cNvSpPr/>
            <p:nvPr/>
          </p:nvSpPr>
          <p:spPr>
            <a:xfrm>
              <a:off x="1327150" y="417513"/>
              <a:ext cx="198437" cy="66675"/>
            </a:xfrm>
            <a:custGeom>
              <a:avLst/>
              <a:gdLst/>
              <a:ahLst/>
              <a:cxnLst/>
              <a:rect l="l" t="t" r="r" b="b"/>
              <a:pathLst>
                <a:path w="118" h="40" extrusionOk="0">
                  <a:moveTo>
                    <a:pt x="7" y="40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30" y="10"/>
                    <a:pt x="64" y="0"/>
                    <a:pt x="99" y="0"/>
                  </a:cubicBezTo>
                  <a:cubicBezTo>
                    <a:pt x="105" y="0"/>
                    <a:pt x="111" y="0"/>
                    <a:pt x="118" y="1"/>
                  </a:cubicBezTo>
                  <a:cubicBezTo>
                    <a:pt x="116" y="15"/>
                    <a:pt x="116" y="15"/>
                    <a:pt x="116" y="15"/>
                  </a:cubicBezTo>
                  <a:cubicBezTo>
                    <a:pt x="111" y="14"/>
                    <a:pt x="105" y="14"/>
                    <a:pt x="99" y="14"/>
                  </a:cubicBezTo>
                  <a:cubicBezTo>
                    <a:pt x="66" y="14"/>
                    <a:pt x="35" y="23"/>
                    <a:pt x="7" y="4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4" name="Google Shape;1194;p30"/>
            <p:cNvSpPr/>
            <p:nvPr/>
          </p:nvSpPr>
          <p:spPr>
            <a:xfrm>
              <a:off x="1195388" y="487363"/>
              <a:ext cx="111125" cy="138113"/>
            </a:xfrm>
            <a:custGeom>
              <a:avLst/>
              <a:gdLst/>
              <a:ahLst/>
              <a:cxnLst/>
              <a:rect l="l" t="t" r="r" b="b"/>
              <a:pathLst>
                <a:path w="66" h="82" extrusionOk="0">
                  <a:moveTo>
                    <a:pt x="12" y="82"/>
                  </a:moveTo>
                  <a:cubicBezTo>
                    <a:pt x="0" y="77"/>
                    <a:pt x="0" y="77"/>
                    <a:pt x="0" y="77"/>
                  </a:cubicBezTo>
                  <a:cubicBezTo>
                    <a:pt x="12" y="47"/>
                    <a:pt x="32" y="20"/>
                    <a:pt x="58" y="0"/>
                  </a:cubicBezTo>
                  <a:cubicBezTo>
                    <a:pt x="66" y="11"/>
                    <a:pt x="66" y="11"/>
                    <a:pt x="66" y="11"/>
                  </a:cubicBezTo>
                  <a:cubicBezTo>
                    <a:pt x="43" y="29"/>
                    <a:pt x="24" y="54"/>
                    <a:pt x="12" y="8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5" name="Google Shape;1195;p30"/>
            <p:cNvSpPr/>
            <p:nvPr/>
          </p:nvSpPr>
          <p:spPr>
            <a:xfrm>
              <a:off x="1171575" y="661988"/>
              <a:ext cx="31750" cy="152400"/>
            </a:xfrm>
            <a:custGeom>
              <a:avLst/>
              <a:gdLst/>
              <a:ahLst/>
              <a:cxnLst/>
              <a:rect l="l" t="t" r="r" b="b"/>
              <a:pathLst>
                <a:path w="19" h="91" extrusionOk="0">
                  <a:moveTo>
                    <a:pt x="5" y="91"/>
                  </a:moveTo>
                  <a:cubicBezTo>
                    <a:pt x="1" y="76"/>
                    <a:pt x="0" y="61"/>
                    <a:pt x="0" y="46"/>
                  </a:cubicBezTo>
                  <a:cubicBezTo>
                    <a:pt x="0" y="31"/>
                    <a:pt x="2" y="15"/>
                    <a:pt x="5" y="0"/>
                  </a:cubicBezTo>
                  <a:cubicBezTo>
                    <a:pt x="19" y="4"/>
                    <a:pt x="19" y="4"/>
                    <a:pt x="19" y="4"/>
                  </a:cubicBezTo>
                  <a:cubicBezTo>
                    <a:pt x="15" y="17"/>
                    <a:pt x="13" y="32"/>
                    <a:pt x="13" y="46"/>
                  </a:cubicBezTo>
                  <a:cubicBezTo>
                    <a:pt x="13" y="60"/>
                    <a:pt x="15" y="74"/>
                    <a:pt x="18" y="87"/>
                  </a:cubicBezTo>
                  <a:lnTo>
                    <a:pt x="5" y="9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6" name="Google Shape;1196;p30"/>
            <p:cNvSpPr/>
            <p:nvPr/>
          </p:nvSpPr>
          <p:spPr>
            <a:xfrm>
              <a:off x="1493838" y="806450"/>
              <a:ext cx="265113" cy="207963"/>
            </a:xfrm>
            <a:custGeom>
              <a:avLst/>
              <a:gdLst/>
              <a:ahLst/>
              <a:cxnLst/>
              <a:rect l="l" t="t" r="r" b="b"/>
              <a:pathLst>
                <a:path w="157" h="123" extrusionOk="0">
                  <a:moveTo>
                    <a:pt x="0" y="123"/>
                  </a:moveTo>
                  <a:cubicBezTo>
                    <a:pt x="0" y="116"/>
                    <a:pt x="0" y="116"/>
                    <a:pt x="0" y="116"/>
                  </a:cubicBezTo>
                  <a:cubicBezTo>
                    <a:pt x="70" y="116"/>
                    <a:pt x="132" y="68"/>
                    <a:pt x="150" y="0"/>
                  </a:cubicBezTo>
                  <a:cubicBezTo>
                    <a:pt x="157" y="2"/>
                    <a:pt x="157" y="2"/>
                    <a:pt x="157" y="2"/>
                  </a:cubicBezTo>
                  <a:cubicBezTo>
                    <a:pt x="138" y="73"/>
                    <a:pt x="73" y="123"/>
                    <a:pt x="0" y="12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7" name="Google Shape;1197;p30"/>
            <p:cNvSpPr/>
            <p:nvPr/>
          </p:nvSpPr>
          <p:spPr>
            <a:xfrm>
              <a:off x="1752600" y="693738"/>
              <a:ext cx="14288" cy="46037"/>
            </a:xfrm>
            <a:custGeom>
              <a:avLst/>
              <a:gdLst/>
              <a:ahLst/>
              <a:cxnLst/>
              <a:rect l="l" t="t" r="r" b="b"/>
              <a:pathLst>
                <a:path w="9" h="27" extrusionOk="0">
                  <a:moveTo>
                    <a:pt x="9" y="27"/>
                  </a:moveTo>
                  <a:cubicBezTo>
                    <a:pt x="3" y="27"/>
                    <a:pt x="3" y="27"/>
                    <a:pt x="3" y="27"/>
                  </a:cubicBezTo>
                  <a:cubicBezTo>
                    <a:pt x="3" y="19"/>
                    <a:pt x="2" y="10"/>
                    <a:pt x="0" y="1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9" y="9"/>
                    <a:pt x="9" y="18"/>
                    <a:pt x="9" y="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8" name="Google Shape;1198;p30"/>
            <p:cNvSpPr/>
            <p:nvPr/>
          </p:nvSpPr>
          <p:spPr>
            <a:xfrm>
              <a:off x="1658938" y="527050"/>
              <a:ext cx="46037" cy="44450"/>
            </a:xfrm>
            <a:custGeom>
              <a:avLst/>
              <a:gdLst/>
              <a:ahLst/>
              <a:cxnLst/>
              <a:rect l="l" t="t" r="r" b="b"/>
              <a:pathLst>
                <a:path w="27" h="27" extrusionOk="0">
                  <a:moveTo>
                    <a:pt x="21" y="27"/>
                  </a:moveTo>
                  <a:cubicBezTo>
                    <a:pt x="15" y="19"/>
                    <a:pt x="8" y="12"/>
                    <a:pt x="0" y="6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13" y="7"/>
                    <a:pt x="20" y="14"/>
                    <a:pt x="27" y="22"/>
                  </a:cubicBezTo>
                  <a:lnTo>
                    <a:pt x="21" y="27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9" name="Google Shape;1199;p30"/>
            <p:cNvSpPr/>
            <p:nvPr/>
          </p:nvSpPr>
          <p:spPr>
            <a:xfrm>
              <a:off x="1524000" y="466725"/>
              <a:ext cx="123825" cy="55563"/>
            </a:xfrm>
            <a:custGeom>
              <a:avLst/>
              <a:gdLst/>
              <a:ahLst/>
              <a:cxnLst/>
              <a:rect l="l" t="t" r="r" b="b"/>
              <a:pathLst>
                <a:path w="73" h="33" extrusionOk="0">
                  <a:moveTo>
                    <a:pt x="70" y="33"/>
                  </a:moveTo>
                  <a:cubicBezTo>
                    <a:pt x="49" y="18"/>
                    <a:pt x="25" y="9"/>
                    <a:pt x="0" y="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" y="3"/>
                    <a:pt x="52" y="12"/>
                    <a:pt x="73" y="27"/>
                  </a:cubicBezTo>
                  <a:lnTo>
                    <a:pt x="70" y="33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0" name="Google Shape;1200;p30"/>
            <p:cNvSpPr/>
            <p:nvPr/>
          </p:nvSpPr>
          <p:spPr>
            <a:xfrm>
              <a:off x="1436688" y="465138"/>
              <a:ext cx="57150" cy="17463"/>
            </a:xfrm>
            <a:custGeom>
              <a:avLst/>
              <a:gdLst/>
              <a:ahLst/>
              <a:cxnLst/>
              <a:rect l="l" t="t" r="r" b="b"/>
              <a:pathLst>
                <a:path w="34" h="10" extrusionOk="0">
                  <a:moveTo>
                    <a:pt x="1" y="10"/>
                  </a:moveTo>
                  <a:cubicBezTo>
                    <a:pt x="0" y="3"/>
                    <a:pt x="0" y="3"/>
                    <a:pt x="0" y="3"/>
                  </a:cubicBezTo>
                  <a:cubicBezTo>
                    <a:pt x="11" y="1"/>
                    <a:pt x="22" y="0"/>
                    <a:pt x="34" y="0"/>
                  </a:cubicBezTo>
                  <a:cubicBezTo>
                    <a:pt x="34" y="7"/>
                    <a:pt x="34" y="7"/>
                    <a:pt x="34" y="7"/>
                  </a:cubicBezTo>
                  <a:cubicBezTo>
                    <a:pt x="23" y="7"/>
                    <a:pt x="12" y="8"/>
                    <a:pt x="1" y="1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1" name="Google Shape;1201;p30"/>
            <p:cNvSpPr/>
            <p:nvPr/>
          </p:nvSpPr>
          <p:spPr>
            <a:xfrm>
              <a:off x="1231900" y="487363"/>
              <a:ext cx="158750" cy="173037"/>
            </a:xfrm>
            <a:custGeom>
              <a:avLst/>
              <a:gdLst/>
              <a:ahLst/>
              <a:cxnLst/>
              <a:rect l="l" t="t" r="r" b="b"/>
              <a:pathLst>
                <a:path w="94" h="102" extrusionOk="0">
                  <a:moveTo>
                    <a:pt x="6" y="102"/>
                  </a:moveTo>
                  <a:cubicBezTo>
                    <a:pt x="0" y="100"/>
                    <a:pt x="0" y="100"/>
                    <a:pt x="0" y="100"/>
                  </a:cubicBezTo>
                  <a:cubicBezTo>
                    <a:pt x="14" y="55"/>
                    <a:pt x="47" y="18"/>
                    <a:pt x="91" y="0"/>
                  </a:cubicBezTo>
                  <a:cubicBezTo>
                    <a:pt x="94" y="6"/>
                    <a:pt x="94" y="6"/>
                    <a:pt x="94" y="6"/>
                  </a:cubicBezTo>
                  <a:cubicBezTo>
                    <a:pt x="52" y="24"/>
                    <a:pt x="20" y="59"/>
                    <a:pt x="6" y="10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2" name="Google Shape;1202;p30"/>
            <p:cNvSpPr/>
            <p:nvPr/>
          </p:nvSpPr>
          <p:spPr>
            <a:xfrm>
              <a:off x="1219200" y="685800"/>
              <a:ext cx="15875" cy="53975"/>
            </a:xfrm>
            <a:custGeom>
              <a:avLst/>
              <a:gdLst/>
              <a:ahLst/>
              <a:cxnLst/>
              <a:rect l="l" t="t" r="r" b="b"/>
              <a:pathLst>
                <a:path w="10" h="32" extrusionOk="0">
                  <a:moveTo>
                    <a:pt x="7" y="32"/>
                  </a:moveTo>
                  <a:cubicBezTo>
                    <a:pt x="0" y="32"/>
                    <a:pt x="0" y="32"/>
                    <a:pt x="0" y="32"/>
                  </a:cubicBezTo>
                  <a:cubicBezTo>
                    <a:pt x="0" y="21"/>
                    <a:pt x="1" y="10"/>
                    <a:pt x="4" y="0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8" y="11"/>
                    <a:pt x="7" y="22"/>
                    <a:pt x="7" y="3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3" name="Google Shape;1203;p30"/>
            <p:cNvSpPr/>
            <p:nvPr/>
          </p:nvSpPr>
          <p:spPr>
            <a:xfrm>
              <a:off x="1231900" y="820738"/>
              <a:ext cx="111125" cy="144463"/>
            </a:xfrm>
            <a:custGeom>
              <a:avLst/>
              <a:gdLst/>
              <a:ahLst/>
              <a:cxnLst/>
              <a:rect l="l" t="t" r="r" b="b"/>
              <a:pathLst>
                <a:path w="66" h="86" extrusionOk="0">
                  <a:moveTo>
                    <a:pt x="62" y="86"/>
                  </a:moveTo>
                  <a:cubicBezTo>
                    <a:pt x="33" y="66"/>
                    <a:pt x="11" y="36"/>
                    <a:pt x="0" y="2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17" y="32"/>
                    <a:pt x="38" y="61"/>
                    <a:pt x="66" y="80"/>
                  </a:cubicBezTo>
                  <a:lnTo>
                    <a:pt x="62" y="8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4" name="Google Shape;1204;p30"/>
            <p:cNvSpPr/>
            <p:nvPr/>
          </p:nvSpPr>
          <p:spPr>
            <a:xfrm>
              <a:off x="1377950" y="976313"/>
              <a:ext cx="38100" cy="25400"/>
            </a:xfrm>
            <a:custGeom>
              <a:avLst/>
              <a:gdLst/>
              <a:ahLst/>
              <a:cxnLst/>
              <a:rect l="l" t="t" r="r" b="b"/>
              <a:pathLst>
                <a:path w="23" h="15" extrusionOk="0">
                  <a:moveTo>
                    <a:pt x="21" y="15"/>
                  </a:moveTo>
                  <a:cubicBezTo>
                    <a:pt x="14" y="12"/>
                    <a:pt x="7" y="10"/>
                    <a:pt x="0" y="7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9" y="3"/>
                    <a:pt x="16" y="6"/>
                    <a:pt x="23" y="8"/>
                  </a:cubicBezTo>
                  <a:lnTo>
                    <a:pt x="21" y="1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5" name="Google Shape;1205;p30"/>
            <p:cNvSpPr/>
            <p:nvPr/>
          </p:nvSpPr>
          <p:spPr>
            <a:xfrm>
              <a:off x="1325563" y="739775"/>
              <a:ext cx="26988" cy="69850"/>
            </a:xfrm>
            <a:custGeom>
              <a:avLst/>
              <a:gdLst/>
              <a:ahLst/>
              <a:cxnLst/>
              <a:rect l="l" t="t" r="r" b="b"/>
              <a:pathLst>
                <a:path w="16" h="42" extrusionOk="0">
                  <a:moveTo>
                    <a:pt x="9" y="42"/>
                  </a:moveTo>
                  <a:cubicBezTo>
                    <a:pt x="3" y="29"/>
                    <a:pt x="0" y="15"/>
                    <a:pt x="0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14"/>
                    <a:pt x="11" y="27"/>
                    <a:pt x="16" y="39"/>
                  </a:cubicBezTo>
                  <a:lnTo>
                    <a:pt x="9" y="42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6" name="Google Shape;1206;p30"/>
            <p:cNvSpPr/>
            <p:nvPr/>
          </p:nvSpPr>
          <p:spPr>
            <a:xfrm>
              <a:off x="1354138" y="825500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34" h="34" extrusionOk="0">
                  <a:moveTo>
                    <a:pt x="30" y="34"/>
                  </a:moveTo>
                  <a:cubicBezTo>
                    <a:pt x="18" y="26"/>
                    <a:pt x="8" y="16"/>
                    <a:pt x="0" y="4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13" y="11"/>
                    <a:pt x="23" y="21"/>
                    <a:pt x="34" y="28"/>
                  </a:cubicBezTo>
                  <a:lnTo>
                    <a:pt x="30" y="3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7" name="Google Shape;1207;p30"/>
            <p:cNvSpPr/>
            <p:nvPr/>
          </p:nvSpPr>
          <p:spPr>
            <a:xfrm>
              <a:off x="1423988" y="882650"/>
              <a:ext cx="33337" cy="20638"/>
            </a:xfrm>
            <a:custGeom>
              <a:avLst/>
              <a:gdLst/>
              <a:ahLst/>
              <a:cxnLst/>
              <a:rect l="l" t="t" r="r" b="b"/>
              <a:pathLst>
                <a:path w="19" h="12" extrusionOk="0">
                  <a:moveTo>
                    <a:pt x="17" y="12"/>
                  </a:moveTo>
                  <a:cubicBezTo>
                    <a:pt x="11" y="11"/>
                    <a:pt x="6" y="9"/>
                    <a:pt x="0" y="6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8" y="2"/>
                    <a:pt x="14" y="4"/>
                    <a:pt x="19" y="5"/>
                  </a:cubicBezTo>
                  <a:lnTo>
                    <a:pt x="17" y="12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8" name="Google Shape;1208;p30"/>
            <p:cNvSpPr/>
            <p:nvPr/>
          </p:nvSpPr>
          <p:spPr>
            <a:xfrm>
              <a:off x="1473200" y="884238"/>
              <a:ext cx="84138" cy="23812"/>
            </a:xfrm>
            <a:custGeom>
              <a:avLst/>
              <a:gdLst/>
              <a:ahLst/>
              <a:cxnLst/>
              <a:rect l="l" t="t" r="r" b="b"/>
              <a:pathLst>
                <a:path w="50" h="14" extrusionOk="0">
                  <a:moveTo>
                    <a:pt x="12" y="14"/>
                  </a:moveTo>
                  <a:cubicBezTo>
                    <a:pt x="8" y="14"/>
                    <a:pt x="4" y="14"/>
                    <a:pt x="0" y="13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4" y="6"/>
                    <a:pt x="8" y="6"/>
                    <a:pt x="12" y="6"/>
                  </a:cubicBezTo>
                  <a:cubicBezTo>
                    <a:pt x="24" y="6"/>
                    <a:pt x="36" y="4"/>
                    <a:pt x="47" y="0"/>
                  </a:cubicBezTo>
                  <a:cubicBezTo>
                    <a:pt x="50" y="7"/>
                    <a:pt x="50" y="7"/>
                    <a:pt x="50" y="7"/>
                  </a:cubicBezTo>
                  <a:cubicBezTo>
                    <a:pt x="38" y="11"/>
                    <a:pt x="25" y="14"/>
                    <a:pt x="12" y="1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9" name="Google Shape;1209;p30"/>
            <p:cNvSpPr/>
            <p:nvPr/>
          </p:nvSpPr>
          <p:spPr>
            <a:xfrm>
              <a:off x="1577975" y="823913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34" h="34" extrusionOk="0">
                  <a:moveTo>
                    <a:pt x="4" y="34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11" y="21"/>
                    <a:pt x="20" y="11"/>
                    <a:pt x="28" y="0"/>
                  </a:cubicBezTo>
                  <a:cubicBezTo>
                    <a:pt x="34" y="4"/>
                    <a:pt x="34" y="4"/>
                    <a:pt x="34" y="4"/>
                  </a:cubicBezTo>
                  <a:cubicBezTo>
                    <a:pt x="26" y="16"/>
                    <a:pt x="16" y="26"/>
                    <a:pt x="4" y="3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0" name="Google Shape;1210;p30"/>
            <p:cNvSpPr/>
            <p:nvPr/>
          </p:nvSpPr>
          <p:spPr>
            <a:xfrm>
              <a:off x="1646238" y="706438"/>
              <a:ext cx="14288" cy="65088"/>
            </a:xfrm>
            <a:custGeom>
              <a:avLst/>
              <a:gdLst/>
              <a:ahLst/>
              <a:cxnLst/>
              <a:rect l="l" t="t" r="r" b="b"/>
              <a:pathLst>
                <a:path w="9" h="38" extrusionOk="0">
                  <a:moveTo>
                    <a:pt x="8" y="38"/>
                  </a:moveTo>
                  <a:cubicBezTo>
                    <a:pt x="0" y="37"/>
                    <a:pt x="0" y="37"/>
                    <a:pt x="0" y="37"/>
                  </a:cubicBezTo>
                  <a:cubicBezTo>
                    <a:pt x="1" y="31"/>
                    <a:pt x="2" y="25"/>
                    <a:pt x="2" y="19"/>
                  </a:cubicBezTo>
                  <a:cubicBezTo>
                    <a:pt x="2" y="13"/>
                    <a:pt x="1" y="7"/>
                    <a:pt x="0" y="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9" y="6"/>
                    <a:pt x="9" y="13"/>
                    <a:pt x="9" y="19"/>
                  </a:cubicBezTo>
                  <a:cubicBezTo>
                    <a:pt x="9" y="26"/>
                    <a:pt x="9" y="32"/>
                    <a:pt x="8" y="3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1" name="Google Shape;1211;p30"/>
            <p:cNvSpPr/>
            <p:nvPr/>
          </p:nvSpPr>
          <p:spPr>
            <a:xfrm>
              <a:off x="1584325" y="603250"/>
              <a:ext cx="66675" cy="77787"/>
            </a:xfrm>
            <a:custGeom>
              <a:avLst/>
              <a:gdLst/>
              <a:ahLst/>
              <a:cxnLst/>
              <a:rect l="l" t="t" r="r" b="b"/>
              <a:pathLst>
                <a:path w="39" h="46" extrusionOk="0">
                  <a:moveTo>
                    <a:pt x="32" y="46"/>
                  </a:moveTo>
                  <a:cubicBezTo>
                    <a:pt x="25" y="30"/>
                    <a:pt x="14" y="16"/>
                    <a:pt x="0" y="6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20" y="11"/>
                    <a:pt x="32" y="26"/>
                    <a:pt x="39" y="44"/>
                  </a:cubicBezTo>
                  <a:lnTo>
                    <a:pt x="32" y="4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2" name="Google Shape;1212;p30"/>
            <p:cNvSpPr/>
            <p:nvPr/>
          </p:nvSpPr>
          <p:spPr>
            <a:xfrm>
              <a:off x="1473200" y="571500"/>
              <a:ext cx="103187" cy="31750"/>
            </a:xfrm>
            <a:custGeom>
              <a:avLst/>
              <a:gdLst/>
              <a:ahLst/>
              <a:cxnLst/>
              <a:rect l="l" t="t" r="r" b="b"/>
              <a:pathLst>
                <a:path w="61" h="19" extrusionOk="0">
                  <a:moveTo>
                    <a:pt x="58" y="19"/>
                  </a:moveTo>
                  <a:cubicBezTo>
                    <a:pt x="44" y="11"/>
                    <a:pt x="28" y="7"/>
                    <a:pt x="12" y="7"/>
                  </a:cubicBezTo>
                  <a:cubicBezTo>
                    <a:pt x="8" y="7"/>
                    <a:pt x="5" y="7"/>
                    <a:pt x="1" y="8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" y="0"/>
                    <a:pt x="8" y="0"/>
                    <a:pt x="12" y="0"/>
                  </a:cubicBezTo>
                  <a:cubicBezTo>
                    <a:pt x="29" y="0"/>
                    <a:pt x="46" y="4"/>
                    <a:pt x="61" y="13"/>
                  </a:cubicBezTo>
                  <a:lnTo>
                    <a:pt x="58" y="1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3" name="Google Shape;1213;p30"/>
            <p:cNvSpPr/>
            <p:nvPr/>
          </p:nvSpPr>
          <p:spPr>
            <a:xfrm>
              <a:off x="1404938" y="574675"/>
              <a:ext cx="52388" cy="33337"/>
            </a:xfrm>
            <a:custGeom>
              <a:avLst/>
              <a:gdLst/>
              <a:ahLst/>
              <a:cxnLst/>
              <a:rect l="l" t="t" r="r" b="b"/>
              <a:pathLst>
                <a:path w="31" h="19" extrusionOk="0">
                  <a:moveTo>
                    <a:pt x="4" y="19"/>
                  </a:moveTo>
                  <a:cubicBezTo>
                    <a:pt x="0" y="13"/>
                    <a:pt x="0" y="13"/>
                    <a:pt x="0" y="13"/>
                  </a:cubicBezTo>
                  <a:cubicBezTo>
                    <a:pt x="9" y="7"/>
                    <a:pt x="19" y="3"/>
                    <a:pt x="29" y="0"/>
                  </a:cubicBezTo>
                  <a:cubicBezTo>
                    <a:pt x="31" y="8"/>
                    <a:pt x="31" y="8"/>
                    <a:pt x="31" y="8"/>
                  </a:cubicBezTo>
                  <a:cubicBezTo>
                    <a:pt x="21" y="10"/>
                    <a:pt x="12" y="14"/>
                    <a:pt x="4" y="1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4" name="Google Shape;1214;p30"/>
            <p:cNvSpPr/>
            <p:nvPr/>
          </p:nvSpPr>
          <p:spPr>
            <a:xfrm>
              <a:off x="1328738" y="617538"/>
              <a:ext cx="57150" cy="92075"/>
            </a:xfrm>
            <a:custGeom>
              <a:avLst/>
              <a:gdLst/>
              <a:ahLst/>
              <a:cxnLst/>
              <a:rect l="l" t="t" r="r" b="b"/>
              <a:pathLst>
                <a:path w="34" h="55" extrusionOk="0">
                  <a:moveTo>
                    <a:pt x="7" y="55"/>
                  </a:moveTo>
                  <a:cubicBezTo>
                    <a:pt x="0" y="54"/>
                    <a:pt x="0" y="54"/>
                    <a:pt x="0" y="54"/>
                  </a:cubicBezTo>
                  <a:cubicBezTo>
                    <a:pt x="4" y="33"/>
                    <a:pt x="14" y="14"/>
                    <a:pt x="29" y="0"/>
                  </a:cubicBezTo>
                  <a:cubicBezTo>
                    <a:pt x="34" y="5"/>
                    <a:pt x="34" y="5"/>
                    <a:pt x="34" y="5"/>
                  </a:cubicBezTo>
                  <a:cubicBezTo>
                    <a:pt x="20" y="19"/>
                    <a:pt x="11" y="36"/>
                    <a:pt x="7" y="5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5" name="Google Shape;1215;p30"/>
            <p:cNvSpPr/>
            <p:nvPr/>
          </p:nvSpPr>
          <p:spPr>
            <a:xfrm>
              <a:off x="1357313" y="787400"/>
              <a:ext cx="36513" cy="50800"/>
            </a:xfrm>
            <a:custGeom>
              <a:avLst/>
              <a:gdLst/>
              <a:ahLst/>
              <a:cxnLst/>
              <a:rect l="l" t="t" r="r" b="b"/>
              <a:pathLst>
                <a:path w="22" h="30" extrusionOk="0">
                  <a:moveTo>
                    <a:pt x="17" y="30"/>
                  </a:moveTo>
                  <a:cubicBezTo>
                    <a:pt x="10" y="21"/>
                    <a:pt x="4" y="12"/>
                    <a:pt x="0" y="2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10" y="9"/>
                    <a:pt x="15" y="18"/>
                    <a:pt x="22" y="25"/>
                  </a:cubicBezTo>
                  <a:lnTo>
                    <a:pt x="17" y="3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6" name="Google Shape;1216;p30"/>
            <p:cNvSpPr/>
            <p:nvPr/>
          </p:nvSpPr>
          <p:spPr>
            <a:xfrm>
              <a:off x="1400175" y="841375"/>
              <a:ext cx="93663" cy="44450"/>
            </a:xfrm>
            <a:custGeom>
              <a:avLst/>
              <a:gdLst/>
              <a:ahLst/>
              <a:cxnLst/>
              <a:rect l="l" t="t" r="r" b="b"/>
              <a:pathLst>
                <a:path w="56" h="26" extrusionOk="0">
                  <a:moveTo>
                    <a:pt x="56" y="26"/>
                  </a:moveTo>
                  <a:cubicBezTo>
                    <a:pt x="35" y="26"/>
                    <a:pt x="15" y="18"/>
                    <a:pt x="0" y="5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18" y="13"/>
                    <a:pt x="37" y="19"/>
                    <a:pt x="56" y="19"/>
                  </a:cubicBezTo>
                  <a:lnTo>
                    <a:pt x="56" y="2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7" name="Google Shape;1217;p30"/>
            <p:cNvSpPr/>
            <p:nvPr/>
          </p:nvSpPr>
          <p:spPr>
            <a:xfrm>
              <a:off x="1522413" y="839788"/>
              <a:ext cx="68263" cy="42863"/>
            </a:xfrm>
            <a:custGeom>
              <a:avLst/>
              <a:gdLst/>
              <a:ahLst/>
              <a:cxnLst/>
              <a:rect l="l" t="t" r="r" b="b"/>
              <a:pathLst>
                <a:path w="40" h="25" extrusionOk="0">
                  <a:moveTo>
                    <a:pt x="1" y="25"/>
                  </a:moveTo>
                  <a:cubicBezTo>
                    <a:pt x="0" y="19"/>
                    <a:pt x="0" y="19"/>
                    <a:pt x="0" y="19"/>
                  </a:cubicBezTo>
                  <a:cubicBezTo>
                    <a:pt x="13" y="16"/>
                    <a:pt x="26" y="10"/>
                    <a:pt x="36" y="0"/>
                  </a:cubicBezTo>
                  <a:cubicBezTo>
                    <a:pt x="40" y="5"/>
                    <a:pt x="40" y="5"/>
                    <a:pt x="40" y="5"/>
                  </a:cubicBezTo>
                  <a:cubicBezTo>
                    <a:pt x="29" y="15"/>
                    <a:pt x="15" y="22"/>
                    <a:pt x="1" y="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8" name="Google Shape;1218;p30"/>
            <p:cNvSpPr/>
            <p:nvPr/>
          </p:nvSpPr>
          <p:spPr>
            <a:xfrm>
              <a:off x="1593850" y="784225"/>
              <a:ext cx="36513" cy="53975"/>
            </a:xfrm>
            <a:custGeom>
              <a:avLst/>
              <a:gdLst/>
              <a:ahLst/>
              <a:cxnLst/>
              <a:rect l="l" t="t" r="r" b="b"/>
              <a:pathLst>
                <a:path w="22" h="32" extrusionOk="0">
                  <a:moveTo>
                    <a:pt x="5" y="32"/>
                  </a:moveTo>
                  <a:cubicBezTo>
                    <a:pt x="0" y="27"/>
                    <a:pt x="0" y="27"/>
                    <a:pt x="0" y="27"/>
                  </a:cubicBezTo>
                  <a:cubicBezTo>
                    <a:pt x="7" y="19"/>
                    <a:pt x="13" y="10"/>
                    <a:pt x="16" y="0"/>
                  </a:cubicBezTo>
                  <a:cubicBezTo>
                    <a:pt x="22" y="3"/>
                    <a:pt x="22" y="3"/>
                    <a:pt x="22" y="3"/>
                  </a:cubicBezTo>
                  <a:cubicBezTo>
                    <a:pt x="18" y="13"/>
                    <a:pt x="12" y="23"/>
                    <a:pt x="5" y="3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9" name="Google Shape;1219;p30"/>
            <p:cNvSpPr/>
            <p:nvPr/>
          </p:nvSpPr>
          <p:spPr>
            <a:xfrm>
              <a:off x="1625600" y="704850"/>
              <a:ext cx="12700" cy="61913"/>
            </a:xfrm>
            <a:custGeom>
              <a:avLst/>
              <a:gdLst/>
              <a:ahLst/>
              <a:cxnLst/>
              <a:rect l="l" t="t" r="r" b="b"/>
              <a:pathLst>
                <a:path w="8" h="36" extrusionOk="0">
                  <a:moveTo>
                    <a:pt x="7" y="36"/>
                  </a:moveTo>
                  <a:cubicBezTo>
                    <a:pt x="1" y="34"/>
                    <a:pt x="1" y="34"/>
                    <a:pt x="1" y="34"/>
                  </a:cubicBezTo>
                  <a:cubicBezTo>
                    <a:pt x="2" y="30"/>
                    <a:pt x="2" y="25"/>
                    <a:pt x="2" y="20"/>
                  </a:cubicBezTo>
                  <a:cubicBezTo>
                    <a:pt x="2" y="14"/>
                    <a:pt x="1" y="7"/>
                    <a:pt x="0" y="1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7" y="6"/>
                    <a:pt x="8" y="13"/>
                    <a:pt x="8" y="20"/>
                  </a:cubicBezTo>
                  <a:cubicBezTo>
                    <a:pt x="8" y="25"/>
                    <a:pt x="8" y="31"/>
                    <a:pt x="7" y="3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0" name="Google Shape;1220;p30"/>
            <p:cNvSpPr/>
            <p:nvPr/>
          </p:nvSpPr>
          <p:spPr>
            <a:xfrm>
              <a:off x="1593850" y="641350"/>
              <a:ext cx="36513" cy="50800"/>
            </a:xfrm>
            <a:custGeom>
              <a:avLst/>
              <a:gdLst/>
              <a:ahLst/>
              <a:cxnLst/>
              <a:rect l="l" t="t" r="r" b="b"/>
              <a:pathLst>
                <a:path w="22" h="30" extrusionOk="0">
                  <a:moveTo>
                    <a:pt x="16" y="30"/>
                  </a:moveTo>
                  <a:cubicBezTo>
                    <a:pt x="12" y="20"/>
                    <a:pt x="7" y="12"/>
                    <a:pt x="0" y="4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12" y="8"/>
                    <a:pt x="18" y="17"/>
                    <a:pt x="22" y="28"/>
                  </a:cubicBezTo>
                  <a:lnTo>
                    <a:pt x="16" y="3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1" name="Google Shape;1221;p30"/>
            <p:cNvSpPr/>
            <p:nvPr/>
          </p:nvSpPr>
          <p:spPr>
            <a:xfrm>
              <a:off x="1524000" y="596900"/>
              <a:ext cx="61912" cy="38100"/>
            </a:xfrm>
            <a:custGeom>
              <a:avLst/>
              <a:gdLst/>
              <a:ahLst/>
              <a:cxnLst/>
              <a:rect l="l" t="t" r="r" b="b"/>
              <a:pathLst>
                <a:path w="37" h="22" extrusionOk="0">
                  <a:moveTo>
                    <a:pt x="33" y="22"/>
                  </a:moveTo>
                  <a:cubicBezTo>
                    <a:pt x="23" y="14"/>
                    <a:pt x="12" y="9"/>
                    <a:pt x="0" y="6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4" y="3"/>
                    <a:pt x="26" y="9"/>
                    <a:pt x="37" y="17"/>
                  </a:cubicBezTo>
                  <a:lnTo>
                    <a:pt x="33" y="2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2" name="Google Shape;1222;p30"/>
            <p:cNvSpPr/>
            <p:nvPr/>
          </p:nvSpPr>
          <p:spPr>
            <a:xfrm>
              <a:off x="1417638" y="593725"/>
              <a:ext cx="90488" cy="30163"/>
            </a:xfrm>
            <a:custGeom>
              <a:avLst/>
              <a:gdLst/>
              <a:ahLst/>
              <a:cxnLst/>
              <a:rect l="l" t="t" r="r" b="b"/>
              <a:pathLst>
                <a:path w="53" h="18" extrusionOk="0">
                  <a:moveTo>
                    <a:pt x="3" y="18"/>
                  </a:moveTo>
                  <a:cubicBezTo>
                    <a:pt x="0" y="12"/>
                    <a:pt x="0" y="12"/>
                    <a:pt x="0" y="12"/>
                  </a:cubicBezTo>
                  <a:cubicBezTo>
                    <a:pt x="14" y="4"/>
                    <a:pt x="29" y="0"/>
                    <a:pt x="45" y="0"/>
                  </a:cubicBezTo>
                  <a:cubicBezTo>
                    <a:pt x="48" y="0"/>
                    <a:pt x="51" y="0"/>
                    <a:pt x="53" y="0"/>
                  </a:cubicBezTo>
                  <a:cubicBezTo>
                    <a:pt x="53" y="6"/>
                    <a:pt x="53" y="6"/>
                    <a:pt x="53" y="6"/>
                  </a:cubicBezTo>
                  <a:cubicBezTo>
                    <a:pt x="50" y="6"/>
                    <a:pt x="47" y="6"/>
                    <a:pt x="45" y="6"/>
                  </a:cubicBezTo>
                  <a:cubicBezTo>
                    <a:pt x="30" y="6"/>
                    <a:pt x="16" y="10"/>
                    <a:pt x="3" y="1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3" name="Google Shape;1223;p30"/>
            <p:cNvSpPr/>
            <p:nvPr/>
          </p:nvSpPr>
          <p:spPr>
            <a:xfrm>
              <a:off x="1358900" y="625475"/>
              <a:ext cx="50800" cy="63500"/>
            </a:xfrm>
            <a:custGeom>
              <a:avLst/>
              <a:gdLst/>
              <a:ahLst/>
              <a:cxnLst/>
              <a:rect l="l" t="t" r="r" b="b"/>
              <a:pathLst>
                <a:path w="30" h="37" extrusionOk="0">
                  <a:moveTo>
                    <a:pt x="6" y="37"/>
                  </a:moveTo>
                  <a:cubicBezTo>
                    <a:pt x="0" y="35"/>
                    <a:pt x="0" y="35"/>
                    <a:pt x="0" y="35"/>
                  </a:cubicBezTo>
                  <a:cubicBezTo>
                    <a:pt x="5" y="21"/>
                    <a:pt x="14" y="9"/>
                    <a:pt x="26" y="0"/>
                  </a:cubicBezTo>
                  <a:cubicBezTo>
                    <a:pt x="30" y="5"/>
                    <a:pt x="30" y="5"/>
                    <a:pt x="30" y="5"/>
                  </a:cubicBezTo>
                  <a:cubicBezTo>
                    <a:pt x="19" y="13"/>
                    <a:pt x="11" y="24"/>
                    <a:pt x="6" y="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4" name="Google Shape;1224;p30"/>
            <p:cNvSpPr/>
            <p:nvPr/>
          </p:nvSpPr>
          <p:spPr>
            <a:xfrm>
              <a:off x="1347788" y="703263"/>
              <a:ext cx="14288" cy="69850"/>
            </a:xfrm>
            <a:custGeom>
              <a:avLst/>
              <a:gdLst/>
              <a:ahLst/>
              <a:cxnLst/>
              <a:rect l="l" t="t" r="r" b="b"/>
              <a:pathLst>
                <a:path w="9" h="41" extrusionOk="0">
                  <a:moveTo>
                    <a:pt x="3" y="41"/>
                  </a:moveTo>
                  <a:cubicBezTo>
                    <a:pt x="1" y="35"/>
                    <a:pt x="0" y="28"/>
                    <a:pt x="0" y="21"/>
                  </a:cubicBezTo>
                  <a:cubicBezTo>
                    <a:pt x="0" y="14"/>
                    <a:pt x="1" y="7"/>
                    <a:pt x="3" y="0"/>
                  </a:cubicBezTo>
                  <a:cubicBezTo>
                    <a:pt x="9" y="2"/>
                    <a:pt x="9" y="2"/>
                    <a:pt x="9" y="2"/>
                  </a:cubicBezTo>
                  <a:cubicBezTo>
                    <a:pt x="7" y="8"/>
                    <a:pt x="7" y="15"/>
                    <a:pt x="7" y="21"/>
                  </a:cubicBezTo>
                  <a:cubicBezTo>
                    <a:pt x="7" y="28"/>
                    <a:pt x="7" y="34"/>
                    <a:pt x="9" y="40"/>
                  </a:cubicBezTo>
                  <a:lnTo>
                    <a:pt x="3" y="4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5" name="Google Shape;1225;p30"/>
            <p:cNvSpPr/>
            <p:nvPr/>
          </p:nvSpPr>
          <p:spPr>
            <a:xfrm>
              <a:off x="1493838" y="769938"/>
              <a:ext cx="119063" cy="93663"/>
            </a:xfrm>
            <a:custGeom>
              <a:avLst/>
              <a:gdLst/>
              <a:ahLst/>
              <a:cxnLst/>
              <a:rect l="l" t="t" r="r" b="b"/>
              <a:pathLst>
                <a:path w="71" h="56" extrusionOk="0">
                  <a:moveTo>
                    <a:pt x="0" y="56"/>
                  </a:moveTo>
                  <a:cubicBezTo>
                    <a:pt x="0" y="53"/>
                    <a:pt x="0" y="53"/>
                    <a:pt x="0" y="53"/>
                  </a:cubicBezTo>
                  <a:cubicBezTo>
                    <a:pt x="32" y="53"/>
                    <a:pt x="60" y="31"/>
                    <a:pt x="68" y="0"/>
                  </a:cubicBezTo>
                  <a:cubicBezTo>
                    <a:pt x="71" y="1"/>
                    <a:pt x="71" y="1"/>
                    <a:pt x="71" y="1"/>
                  </a:cubicBezTo>
                  <a:cubicBezTo>
                    <a:pt x="62" y="33"/>
                    <a:pt x="33" y="56"/>
                    <a:pt x="0" y="5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6" name="Google Shape;1226;p30"/>
            <p:cNvSpPr/>
            <p:nvPr/>
          </p:nvSpPr>
          <p:spPr>
            <a:xfrm>
              <a:off x="1609725" y="719138"/>
              <a:ext cx="7938" cy="20638"/>
            </a:xfrm>
            <a:custGeom>
              <a:avLst/>
              <a:gdLst/>
              <a:ahLst/>
              <a:cxnLst/>
              <a:rect l="l" t="t" r="r" b="b"/>
              <a:pathLst>
                <a:path w="4" h="12" extrusionOk="0">
                  <a:moveTo>
                    <a:pt x="4" y="12"/>
                  </a:moveTo>
                  <a:cubicBezTo>
                    <a:pt x="1" y="12"/>
                    <a:pt x="1" y="12"/>
                    <a:pt x="1" y="12"/>
                  </a:cubicBezTo>
                  <a:cubicBezTo>
                    <a:pt x="1" y="8"/>
                    <a:pt x="1" y="4"/>
                    <a:pt x="0" y="1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4" y="4"/>
                    <a:pt x="4" y="8"/>
                    <a:pt x="4" y="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7" name="Google Shape;1227;p30"/>
            <p:cNvSpPr/>
            <p:nvPr/>
          </p:nvSpPr>
          <p:spPr>
            <a:xfrm>
              <a:off x="1568450" y="642938"/>
              <a:ext cx="20638" cy="20638"/>
            </a:xfrm>
            <a:custGeom>
              <a:avLst/>
              <a:gdLst/>
              <a:ahLst/>
              <a:cxnLst/>
              <a:rect l="l" t="t" r="r" b="b"/>
              <a:pathLst>
                <a:path w="12" h="12" extrusionOk="0">
                  <a:moveTo>
                    <a:pt x="10" y="12"/>
                  </a:moveTo>
                  <a:cubicBezTo>
                    <a:pt x="7" y="9"/>
                    <a:pt x="4" y="6"/>
                    <a:pt x="0" y="3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6" y="3"/>
                    <a:pt x="9" y="7"/>
                    <a:pt x="12" y="10"/>
                  </a:cubicBezTo>
                  <a:lnTo>
                    <a:pt x="10" y="1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8" name="Google Shape;1228;p30"/>
            <p:cNvSpPr/>
            <p:nvPr/>
          </p:nvSpPr>
          <p:spPr>
            <a:xfrm>
              <a:off x="1508125" y="615950"/>
              <a:ext cx="55563" cy="25400"/>
            </a:xfrm>
            <a:custGeom>
              <a:avLst/>
              <a:gdLst/>
              <a:ahLst/>
              <a:cxnLst/>
              <a:rect l="l" t="t" r="r" b="b"/>
              <a:pathLst>
                <a:path w="33" h="15" extrusionOk="0">
                  <a:moveTo>
                    <a:pt x="31" y="15"/>
                  </a:moveTo>
                  <a:cubicBezTo>
                    <a:pt x="22" y="9"/>
                    <a:pt x="11" y="5"/>
                    <a:pt x="0" y="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2" y="2"/>
                    <a:pt x="23" y="6"/>
                    <a:pt x="33" y="13"/>
                  </a:cubicBezTo>
                  <a:lnTo>
                    <a:pt x="31" y="1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9" name="Google Shape;1229;p30"/>
            <p:cNvSpPr/>
            <p:nvPr/>
          </p:nvSpPr>
          <p:spPr>
            <a:xfrm>
              <a:off x="1466850" y="615950"/>
              <a:ext cx="26988" cy="6350"/>
            </a:xfrm>
            <a:custGeom>
              <a:avLst/>
              <a:gdLst/>
              <a:ahLst/>
              <a:cxnLst/>
              <a:rect l="l" t="t" r="r" b="b"/>
              <a:pathLst>
                <a:path w="16" h="4" extrusionOk="0">
                  <a:moveTo>
                    <a:pt x="1" y="4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5" y="0"/>
                    <a:pt x="11" y="0"/>
                    <a:pt x="16" y="0"/>
                  </a:cubicBezTo>
                  <a:cubicBezTo>
                    <a:pt x="16" y="3"/>
                    <a:pt x="16" y="3"/>
                    <a:pt x="16" y="3"/>
                  </a:cubicBezTo>
                  <a:cubicBezTo>
                    <a:pt x="11" y="3"/>
                    <a:pt x="6" y="3"/>
                    <a:pt x="1" y="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0" name="Google Shape;1230;p30"/>
            <p:cNvSpPr/>
            <p:nvPr/>
          </p:nvSpPr>
          <p:spPr>
            <a:xfrm>
              <a:off x="1376363" y="625475"/>
              <a:ext cx="69850" cy="77787"/>
            </a:xfrm>
            <a:custGeom>
              <a:avLst/>
              <a:gdLst/>
              <a:ahLst/>
              <a:cxnLst/>
              <a:rect l="l" t="t" r="r" b="b"/>
              <a:pathLst>
                <a:path w="42" h="46" extrusionOk="0">
                  <a:moveTo>
                    <a:pt x="3" y="46"/>
                  </a:moveTo>
                  <a:cubicBezTo>
                    <a:pt x="0" y="45"/>
                    <a:pt x="0" y="45"/>
                    <a:pt x="0" y="45"/>
                  </a:cubicBezTo>
                  <a:cubicBezTo>
                    <a:pt x="6" y="25"/>
                    <a:pt x="21" y="8"/>
                    <a:pt x="41" y="0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23" y="11"/>
                    <a:pt x="9" y="26"/>
                    <a:pt x="3" y="4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1" name="Google Shape;1231;p30"/>
            <p:cNvSpPr/>
            <p:nvPr/>
          </p:nvSpPr>
          <p:spPr>
            <a:xfrm>
              <a:off x="1368425" y="714375"/>
              <a:ext cx="9525" cy="25400"/>
            </a:xfrm>
            <a:custGeom>
              <a:avLst/>
              <a:gdLst/>
              <a:ahLst/>
              <a:cxnLst/>
              <a:rect l="l" t="t" r="r" b="b"/>
              <a:pathLst>
                <a:path w="5" h="15" extrusionOk="0">
                  <a:moveTo>
                    <a:pt x="3" y="15"/>
                  </a:moveTo>
                  <a:cubicBezTo>
                    <a:pt x="0" y="15"/>
                    <a:pt x="0" y="15"/>
                    <a:pt x="0" y="15"/>
                  </a:cubicBezTo>
                  <a:cubicBezTo>
                    <a:pt x="0" y="10"/>
                    <a:pt x="1" y="5"/>
                    <a:pt x="2" y="0"/>
                  </a:cubicBezTo>
                  <a:cubicBezTo>
                    <a:pt x="5" y="1"/>
                    <a:pt x="5" y="1"/>
                    <a:pt x="5" y="1"/>
                  </a:cubicBezTo>
                  <a:cubicBezTo>
                    <a:pt x="4" y="6"/>
                    <a:pt x="3" y="11"/>
                    <a:pt x="3" y="1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2" name="Google Shape;1232;p30"/>
            <p:cNvSpPr/>
            <p:nvPr/>
          </p:nvSpPr>
          <p:spPr>
            <a:xfrm>
              <a:off x="1376363" y="776288"/>
              <a:ext cx="50800" cy="65087"/>
            </a:xfrm>
            <a:custGeom>
              <a:avLst/>
              <a:gdLst/>
              <a:ahLst/>
              <a:cxnLst/>
              <a:rect l="l" t="t" r="r" b="b"/>
              <a:pathLst>
                <a:path w="30" h="39" extrusionOk="0">
                  <a:moveTo>
                    <a:pt x="28" y="39"/>
                  </a:moveTo>
                  <a:cubicBezTo>
                    <a:pt x="15" y="30"/>
                    <a:pt x="5" y="16"/>
                    <a:pt x="0" y="1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7" y="14"/>
                    <a:pt x="17" y="27"/>
                    <a:pt x="30" y="36"/>
                  </a:cubicBezTo>
                  <a:lnTo>
                    <a:pt x="28" y="39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3" name="Google Shape;1233;p30"/>
            <p:cNvSpPr/>
            <p:nvPr/>
          </p:nvSpPr>
          <p:spPr>
            <a:xfrm>
              <a:off x="1441450" y="847725"/>
              <a:ext cx="17463" cy="11113"/>
            </a:xfrm>
            <a:custGeom>
              <a:avLst/>
              <a:gdLst/>
              <a:ahLst/>
              <a:cxnLst/>
              <a:rect l="l" t="t" r="r" b="b"/>
              <a:pathLst>
                <a:path w="10" h="7" extrusionOk="0">
                  <a:moveTo>
                    <a:pt x="9" y="7"/>
                  </a:moveTo>
                  <a:cubicBezTo>
                    <a:pt x="6" y="6"/>
                    <a:pt x="3" y="4"/>
                    <a:pt x="0" y="3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4" y="1"/>
                    <a:pt x="7" y="3"/>
                    <a:pt x="10" y="4"/>
                  </a:cubicBezTo>
                  <a:lnTo>
                    <a:pt x="9" y="7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502ECF5B-4D53-42FB-B2A0-082665D1B326}"/>
              </a:ext>
            </a:extLst>
          </p:cNvPr>
          <p:cNvSpPr txBox="1"/>
          <p:nvPr/>
        </p:nvSpPr>
        <p:spPr>
          <a:xfrm>
            <a:off x="2888872" y="16241"/>
            <a:ext cx="4882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latin typeface="ALS Sector Bold" panose="02000000000000000000" pitchFamily="50" charset="0"/>
              </a:rPr>
              <a:t>Цель и Задачи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B99F05E-E37D-4DAF-8F8F-20719F2E55DF}"/>
              </a:ext>
            </a:extLst>
          </p:cNvPr>
          <p:cNvSpPr txBox="1"/>
          <p:nvPr/>
        </p:nvSpPr>
        <p:spPr>
          <a:xfrm>
            <a:off x="291693" y="555024"/>
            <a:ext cx="5301877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800" dirty="0">
                <a:latin typeface="ALS Sector Stencil" panose="02000000000000000000" pitchFamily="50" charset="0"/>
                <a:cs typeface="ALS Sector Regular" panose="02000000000000000000" pitchFamily="50" charset="0"/>
              </a:rPr>
              <a:t>Цель проекта:</a:t>
            </a:r>
          </a:p>
          <a:p>
            <a:r>
              <a:rPr lang="ru-RU" sz="1800" dirty="0">
                <a:latin typeface="ALS Sector Regular" panose="02000000000000000000" pitchFamily="50" charset="0"/>
                <a:cs typeface="ALS Sector Regular" panose="02000000000000000000" pitchFamily="50" charset="0"/>
              </a:rPr>
              <a:t>Создать колесного робота, которого легко можно было бы модифицировать для выполнения разных задач</a:t>
            </a:r>
          </a:p>
          <a:p>
            <a:endParaRPr lang="ru-RU" sz="1800" dirty="0">
              <a:latin typeface="ALS Sector Regular" panose="02000000000000000000" pitchFamily="50" charset="0"/>
              <a:cs typeface="ALS Sector Regular" panose="02000000000000000000" pitchFamily="50" charset="0"/>
            </a:endParaRPr>
          </a:p>
          <a:p>
            <a:r>
              <a:rPr lang="ru-RU" sz="1800" dirty="0">
                <a:latin typeface="ALS Sector Stencil" panose="02000000000000000000" pitchFamily="50" charset="0"/>
                <a:cs typeface="ALS Sector Regular" panose="02000000000000000000" pitchFamily="50" charset="0"/>
              </a:rPr>
              <a:t>Задачи: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ru-RU" sz="1800" dirty="0">
                <a:latin typeface="ALS Sector Regular" panose="02000000000000000000" pitchFamily="50" charset="0"/>
                <a:cs typeface="ALS Sector Regular" panose="02000000000000000000" pitchFamily="50" charset="0"/>
              </a:rPr>
              <a:t>Определиться, какими характеристиками должен будет обладать робот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ru-RU" sz="1800" dirty="0">
                <a:latin typeface="ALS Sector Regular" panose="02000000000000000000" pitchFamily="50" charset="0"/>
                <a:cs typeface="ALS Sector Regular" panose="02000000000000000000" pitchFamily="50" charset="0"/>
              </a:rPr>
              <a:t>Подобрать компоненты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ru-RU" sz="1800" dirty="0">
                <a:latin typeface="ALS Sector Regular" panose="02000000000000000000" pitchFamily="50" charset="0"/>
                <a:cs typeface="ALS Sector Regular" panose="02000000000000000000" pitchFamily="50" charset="0"/>
              </a:rPr>
              <a:t>Разработать схему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ru-RU" sz="1800" dirty="0">
                <a:latin typeface="ALS Sector Regular" panose="02000000000000000000" pitchFamily="50" charset="0"/>
                <a:cs typeface="ALS Sector Regular" panose="02000000000000000000" pitchFamily="50" charset="0"/>
              </a:rPr>
              <a:t>Разработать модель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ru-RU" sz="1800" dirty="0">
                <a:latin typeface="ALS Sector Regular" panose="02000000000000000000" pitchFamily="50" charset="0"/>
                <a:cs typeface="ALS Sector Regular" panose="02000000000000000000" pitchFamily="50" charset="0"/>
              </a:rPr>
              <a:t>Написать программное обеспечение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ru-RU" sz="1800" dirty="0">
                <a:latin typeface="ALS Sector Regular" panose="02000000000000000000" pitchFamily="50" charset="0"/>
                <a:cs typeface="ALS Sector Regular" panose="02000000000000000000" pitchFamily="50" charset="0"/>
              </a:rPr>
              <a:t>Провести испытания робота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ru-RU" sz="1800" dirty="0">
                <a:latin typeface="ALS Sector Regular" panose="02000000000000000000" pitchFamily="50" charset="0"/>
                <a:cs typeface="ALS Sector Regular" panose="02000000000000000000" pitchFamily="50" charset="0"/>
              </a:rPr>
              <a:t>Подвести итоги и оценить перспективы</a:t>
            </a:r>
          </a:p>
        </p:txBody>
      </p:sp>
      <p:pic>
        <p:nvPicPr>
          <p:cNvPr id="1153" name="Picture 1152">
            <a:extLst>
              <a:ext uri="{FF2B5EF4-FFF2-40B4-BE49-F238E27FC236}">
                <a16:creationId xmlns:a16="http://schemas.microsoft.com/office/drawing/2014/main" id="{F65FF2B5-83DB-4047-8C27-E8CF31AF52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5987" y="848492"/>
            <a:ext cx="2974765" cy="299809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41" name="Google Shape;1241;p31"/>
          <p:cNvGrpSpPr/>
          <p:nvPr/>
        </p:nvGrpSpPr>
        <p:grpSpPr>
          <a:xfrm>
            <a:off x="237431" y="64537"/>
            <a:ext cx="951612" cy="950150"/>
            <a:chOff x="422275" y="2508250"/>
            <a:chExt cx="1033462" cy="1031875"/>
          </a:xfrm>
        </p:grpSpPr>
        <p:sp>
          <p:nvSpPr>
            <p:cNvPr id="1242" name="Google Shape;1242;p31"/>
            <p:cNvSpPr/>
            <p:nvPr/>
          </p:nvSpPr>
          <p:spPr>
            <a:xfrm>
              <a:off x="422275" y="3025775"/>
              <a:ext cx="84138" cy="217488"/>
            </a:xfrm>
            <a:custGeom>
              <a:avLst/>
              <a:gdLst/>
              <a:ahLst/>
              <a:cxnLst/>
              <a:rect l="l" t="t" r="r" b="b"/>
              <a:pathLst>
                <a:path w="49" h="129" extrusionOk="0">
                  <a:moveTo>
                    <a:pt x="29" y="129"/>
                  </a:moveTo>
                  <a:cubicBezTo>
                    <a:pt x="10" y="88"/>
                    <a:pt x="0" y="45"/>
                    <a:pt x="0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23" y="41"/>
                    <a:pt x="32" y="82"/>
                    <a:pt x="49" y="119"/>
                  </a:cubicBezTo>
                  <a:lnTo>
                    <a:pt x="29" y="129"/>
                  </a:lnTo>
                  <a:close/>
                </a:path>
              </a:pathLst>
            </a:custGeom>
            <a:solidFill>
              <a:srgbClr val="746C69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3" name="Google Shape;1243;p31"/>
            <p:cNvSpPr/>
            <p:nvPr/>
          </p:nvSpPr>
          <p:spPr>
            <a:xfrm>
              <a:off x="509588" y="3287713"/>
              <a:ext cx="176213" cy="174625"/>
            </a:xfrm>
            <a:custGeom>
              <a:avLst/>
              <a:gdLst/>
              <a:ahLst/>
              <a:cxnLst/>
              <a:rect l="l" t="t" r="r" b="b"/>
              <a:pathLst>
                <a:path w="105" h="103" extrusionOk="0">
                  <a:moveTo>
                    <a:pt x="93" y="103"/>
                  </a:moveTo>
                  <a:cubicBezTo>
                    <a:pt x="56" y="80"/>
                    <a:pt x="24" y="49"/>
                    <a:pt x="0" y="13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41" y="34"/>
                    <a:pt x="71" y="63"/>
                    <a:pt x="105" y="84"/>
                  </a:cubicBezTo>
                  <a:lnTo>
                    <a:pt x="93" y="103"/>
                  </a:lnTo>
                  <a:close/>
                </a:path>
              </a:pathLst>
            </a:custGeom>
            <a:solidFill>
              <a:srgbClr val="746C69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4" name="Google Shape;1244;p31"/>
            <p:cNvSpPr/>
            <p:nvPr/>
          </p:nvSpPr>
          <p:spPr>
            <a:xfrm>
              <a:off x="728663" y="3460750"/>
              <a:ext cx="96838" cy="65087"/>
            </a:xfrm>
            <a:custGeom>
              <a:avLst/>
              <a:gdLst/>
              <a:ahLst/>
              <a:cxnLst/>
              <a:rect l="l" t="t" r="r" b="b"/>
              <a:pathLst>
                <a:path w="58" h="39" extrusionOk="0">
                  <a:moveTo>
                    <a:pt x="52" y="39"/>
                  </a:moveTo>
                  <a:cubicBezTo>
                    <a:pt x="34" y="34"/>
                    <a:pt x="17" y="28"/>
                    <a:pt x="0" y="21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25" y="7"/>
                    <a:pt x="41" y="12"/>
                    <a:pt x="58" y="16"/>
                  </a:cubicBezTo>
                  <a:lnTo>
                    <a:pt x="52" y="39"/>
                  </a:lnTo>
                  <a:close/>
                </a:path>
              </a:pathLst>
            </a:custGeom>
            <a:solidFill>
              <a:srgbClr val="746C69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5" name="Google Shape;1245;p31"/>
            <p:cNvSpPr/>
            <p:nvPr/>
          </p:nvSpPr>
          <p:spPr>
            <a:xfrm>
              <a:off x="874713" y="3465513"/>
              <a:ext cx="260350" cy="74612"/>
            </a:xfrm>
            <a:custGeom>
              <a:avLst/>
              <a:gdLst/>
              <a:ahLst/>
              <a:cxnLst/>
              <a:rect l="l" t="t" r="r" b="b"/>
              <a:pathLst>
                <a:path w="154" h="44" extrusionOk="0">
                  <a:moveTo>
                    <a:pt x="38" y="44"/>
                  </a:moveTo>
                  <a:cubicBezTo>
                    <a:pt x="25" y="44"/>
                    <a:pt x="13" y="44"/>
                    <a:pt x="0" y="42"/>
                  </a:cubicBezTo>
                  <a:cubicBezTo>
                    <a:pt x="3" y="19"/>
                    <a:pt x="3" y="19"/>
                    <a:pt x="3" y="19"/>
                  </a:cubicBezTo>
                  <a:cubicBezTo>
                    <a:pt x="15" y="21"/>
                    <a:pt x="26" y="22"/>
                    <a:pt x="38" y="22"/>
                  </a:cubicBezTo>
                  <a:cubicBezTo>
                    <a:pt x="75" y="22"/>
                    <a:pt x="111" y="14"/>
                    <a:pt x="145" y="0"/>
                  </a:cubicBezTo>
                  <a:cubicBezTo>
                    <a:pt x="154" y="22"/>
                    <a:pt x="154" y="22"/>
                    <a:pt x="154" y="22"/>
                  </a:cubicBezTo>
                  <a:cubicBezTo>
                    <a:pt x="117" y="37"/>
                    <a:pt x="78" y="44"/>
                    <a:pt x="38" y="44"/>
                  </a:cubicBezTo>
                  <a:close/>
                </a:path>
              </a:pathLst>
            </a:custGeom>
            <a:solidFill>
              <a:srgbClr val="746C69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6" name="Google Shape;1246;p31"/>
            <p:cNvSpPr/>
            <p:nvPr/>
          </p:nvSpPr>
          <p:spPr>
            <a:xfrm>
              <a:off x="1198563" y="3281363"/>
              <a:ext cx="174625" cy="176212"/>
            </a:xfrm>
            <a:custGeom>
              <a:avLst/>
              <a:gdLst/>
              <a:ahLst/>
              <a:cxnLst/>
              <a:rect l="l" t="t" r="r" b="b"/>
              <a:pathLst>
                <a:path w="103" h="104" extrusionOk="0">
                  <a:moveTo>
                    <a:pt x="12" y="104"/>
                  </a:moveTo>
                  <a:cubicBezTo>
                    <a:pt x="0" y="85"/>
                    <a:pt x="0" y="85"/>
                    <a:pt x="0" y="85"/>
                  </a:cubicBezTo>
                  <a:cubicBezTo>
                    <a:pt x="33" y="63"/>
                    <a:pt x="63" y="34"/>
                    <a:pt x="84" y="0"/>
                  </a:cubicBezTo>
                  <a:cubicBezTo>
                    <a:pt x="103" y="12"/>
                    <a:pt x="103" y="12"/>
                    <a:pt x="103" y="12"/>
                  </a:cubicBezTo>
                  <a:cubicBezTo>
                    <a:pt x="80" y="49"/>
                    <a:pt x="49" y="81"/>
                    <a:pt x="12" y="104"/>
                  </a:cubicBezTo>
                  <a:close/>
                </a:path>
              </a:pathLst>
            </a:custGeom>
            <a:solidFill>
              <a:srgbClr val="746C69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7" name="Google Shape;1247;p31"/>
            <p:cNvSpPr/>
            <p:nvPr/>
          </p:nvSpPr>
          <p:spPr>
            <a:xfrm>
              <a:off x="1406525" y="2925763"/>
              <a:ext cx="49212" cy="198437"/>
            </a:xfrm>
            <a:custGeom>
              <a:avLst/>
              <a:gdLst/>
              <a:ahLst/>
              <a:cxnLst/>
              <a:rect l="l" t="t" r="r" b="b"/>
              <a:pathLst>
                <a:path w="29" h="118" extrusionOk="0">
                  <a:moveTo>
                    <a:pt x="23" y="118"/>
                  </a:moveTo>
                  <a:cubicBezTo>
                    <a:pt x="0" y="113"/>
                    <a:pt x="0" y="113"/>
                    <a:pt x="0" y="113"/>
                  </a:cubicBezTo>
                  <a:cubicBezTo>
                    <a:pt x="4" y="95"/>
                    <a:pt x="6" y="77"/>
                    <a:pt x="6" y="59"/>
                  </a:cubicBezTo>
                  <a:cubicBezTo>
                    <a:pt x="6" y="40"/>
                    <a:pt x="4" y="22"/>
                    <a:pt x="0" y="4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27" y="19"/>
                    <a:pt x="29" y="39"/>
                    <a:pt x="29" y="59"/>
                  </a:cubicBezTo>
                  <a:cubicBezTo>
                    <a:pt x="29" y="78"/>
                    <a:pt x="27" y="98"/>
                    <a:pt x="23" y="118"/>
                  </a:cubicBezTo>
                  <a:close/>
                </a:path>
              </a:pathLst>
            </a:custGeom>
            <a:solidFill>
              <a:srgbClr val="746C69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8" name="Google Shape;1248;p31"/>
            <p:cNvSpPr/>
            <p:nvPr/>
          </p:nvSpPr>
          <p:spPr>
            <a:xfrm>
              <a:off x="1219200" y="2606675"/>
              <a:ext cx="198437" cy="242888"/>
            </a:xfrm>
            <a:custGeom>
              <a:avLst/>
              <a:gdLst/>
              <a:ahLst/>
              <a:cxnLst/>
              <a:rect l="l" t="t" r="r" b="b"/>
              <a:pathLst>
                <a:path w="118" h="144" extrusionOk="0">
                  <a:moveTo>
                    <a:pt x="97" y="144"/>
                  </a:moveTo>
                  <a:cubicBezTo>
                    <a:pt x="77" y="94"/>
                    <a:pt x="44" y="51"/>
                    <a:pt x="0" y="19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61" y="35"/>
                    <a:pt x="97" y="81"/>
                    <a:pt x="118" y="135"/>
                  </a:cubicBezTo>
                  <a:lnTo>
                    <a:pt x="97" y="144"/>
                  </a:lnTo>
                  <a:close/>
                </a:path>
              </a:pathLst>
            </a:custGeom>
            <a:solidFill>
              <a:srgbClr val="746C69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9" name="Google Shape;1249;p31"/>
            <p:cNvSpPr/>
            <p:nvPr/>
          </p:nvSpPr>
          <p:spPr>
            <a:xfrm>
              <a:off x="877888" y="2508250"/>
              <a:ext cx="315913" cy="101600"/>
            </a:xfrm>
            <a:custGeom>
              <a:avLst/>
              <a:gdLst/>
              <a:ahLst/>
              <a:cxnLst/>
              <a:rect l="l" t="t" r="r" b="b"/>
              <a:pathLst>
                <a:path w="187" h="60" extrusionOk="0">
                  <a:moveTo>
                    <a:pt x="176" y="60"/>
                  </a:moveTo>
                  <a:cubicBezTo>
                    <a:pt x="134" y="36"/>
                    <a:pt x="85" y="23"/>
                    <a:pt x="36" y="23"/>
                  </a:cubicBezTo>
                  <a:cubicBezTo>
                    <a:pt x="25" y="23"/>
                    <a:pt x="14" y="23"/>
                    <a:pt x="3" y="25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2" y="0"/>
                    <a:pt x="24" y="0"/>
                    <a:pt x="36" y="0"/>
                  </a:cubicBezTo>
                  <a:cubicBezTo>
                    <a:pt x="89" y="0"/>
                    <a:pt x="142" y="14"/>
                    <a:pt x="187" y="40"/>
                  </a:cubicBezTo>
                  <a:lnTo>
                    <a:pt x="176" y="60"/>
                  </a:lnTo>
                  <a:close/>
                </a:path>
              </a:pathLst>
            </a:custGeom>
            <a:solidFill>
              <a:srgbClr val="746C69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0" name="Google Shape;1250;p31"/>
            <p:cNvSpPr/>
            <p:nvPr/>
          </p:nvSpPr>
          <p:spPr>
            <a:xfrm>
              <a:off x="665163" y="2522538"/>
              <a:ext cx="160337" cy="95250"/>
            </a:xfrm>
            <a:custGeom>
              <a:avLst/>
              <a:gdLst/>
              <a:ahLst/>
              <a:cxnLst/>
              <a:rect l="l" t="t" r="r" b="b"/>
              <a:pathLst>
                <a:path w="95" h="57" extrusionOk="0">
                  <a:moveTo>
                    <a:pt x="12" y="57"/>
                  </a:moveTo>
                  <a:cubicBezTo>
                    <a:pt x="0" y="38"/>
                    <a:pt x="0" y="38"/>
                    <a:pt x="0" y="38"/>
                  </a:cubicBezTo>
                  <a:cubicBezTo>
                    <a:pt x="28" y="21"/>
                    <a:pt x="58" y="8"/>
                    <a:pt x="89" y="0"/>
                  </a:cubicBezTo>
                  <a:cubicBezTo>
                    <a:pt x="95" y="23"/>
                    <a:pt x="95" y="23"/>
                    <a:pt x="95" y="23"/>
                  </a:cubicBezTo>
                  <a:cubicBezTo>
                    <a:pt x="65" y="30"/>
                    <a:pt x="38" y="41"/>
                    <a:pt x="12" y="57"/>
                  </a:cubicBezTo>
                  <a:close/>
                </a:path>
              </a:pathLst>
            </a:custGeom>
            <a:solidFill>
              <a:srgbClr val="746C69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1" name="Google Shape;1251;p31"/>
            <p:cNvSpPr/>
            <p:nvPr/>
          </p:nvSpPr>
          <p:spPr>
            <a:xfrm>
              <a:off x="431800" y="2651125"/>
              <a:ext cx="177800" cy="284163"/>
            </a:xfrm>
            <a:custGeom>
              <a:avLst/>
              <a:gdLst/>
              <a:ahLst/>
              <a:cxnLst/>
              <a:rect l="l" t="t" r="r" b="b"/>
              <a:pathLst>
                <a:path w="106" h="169" extrusionOk="0">
                  <a:moveTo>
                    <a:pt x="23" y="169"/>
                  </a:moveTo>
                  <a:cubicBezTo>
                    <a:pt x="0" y="165"/>
                    <a:pt x="0" y="165"/>
                    <a:pt x="0" y="165"/>
                  </a:cubicBezTo>
                  <a:cubicBezTo>
                    <a:pt x="12" y="101"/>
                    <a:pt x="43" y="44"/>
                    <a:pt x="90" y="0"/>
                  </a:cubicBezTo>
                  <a:cubicBezTo>
                    <a:pt x="106" y="16"/>
                    <a:pt x="106" y="16"/>
                    <a:pt x="106" y="16"/>
                  </a:cubicBezTo>
                  <a:cubicBezTo>
                    <a:pt x="63" y="57"/>
                    <a:pt x="34" y="110"/>
                    <a:pt x="23" y="169"/>
                  </a:cubicBezTo>
                  <a:close/>
                </a:path>
              </a:pathLst>
            </a:custGeom>
            <a:solidFill>
              <a:srgbClr val="746C69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2" name="Google Shape;1252;p31"/>
            <p:cNvSpPr/>
            <p:nvPr/>
          </p:nvSpPr>
          <p:spPr>
            <a:xfrm>
              <a:off x="520700" y="3173413"/>
              <a:ext cx="111125" cy="152400"/>
            </a:xfrm>
            <a:custGeom>
              <a:avLst/>
              <a:gdLst/>
              <a:ahLst/>
              <a:cxnLst/>
              <a:rect l="l" t="t" r="r" b="b"/>
              <a:pathLst>
                <a:path w="66" h="90" extrusionOk="0">
                  <a:moveTo>
                    <a:pt x="52" y="90"/>
                  </a:moveTo>
                  <a:cubicBezTo>
                    <a:pt x="29" y="66"/>
                    <a:pt x="12" y="38"/>
                    <a:pt x="0" y="7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29" y="28"/>
                    <a:pt x="45" y="55"/>
                    <a:pt x="66" y="77"/>
                  </a:cubicBezTo>
                  <a:lnTo>
                    <a:pt x="52" y="90"/>
                  </a:lnTo>
                  <a:close/>
                </a:path>
              </a:pathLst>
            </a:custGeom>
            <a:solidFill>
              <a:srgbClr val="324E7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3" name="Google Shape;1253;p31"/>
            <p:cNvSpPr/>
            <p:nvPr/>
          </p:nvSpPr>
          <p:spPr>
            <a:xfrm>
              <a:off x="649288" y="3340100"/>
              <a:ext cx="290512" cy="131762"/>
            </a:xfrm>
            <a:custGeom>
              <a:avLst/>
              <a:gdLst/>
              <a:ahLst/>
              <a:cxnLst/>
              <a:rect l="l" t="t" r="r" b="b"/>
              <a:pathLst>
                <a:path w="172" h="78" extrusionOk="0">
                  <a:moveTo>
                    <a:pt x="172" y="78"/>
                  </a:moveTo>
                  <a:cubicBezTo>
                    <a:pt x="109" y="78"/>
                    <a:pt x="48" y="55"/>
                    <a:pt x="0" y="15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7" y="38"/>
                    <a:pt x="113" y="59"/>
                    <a:pt x="172" y="59"/>
                  </a:cubicBezTo>
                  <a:lnTo>
                    <a:pt x="172" y="78"/>
                  </a:lnTo>
                  <a:close/>
                </a:path>
              </a:pathLst>
            </a:custGeom>
            <a:solidFill>
              <a:srgbClr val="324E7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4" name="Google Shape;1254;p31"/>
            <p:cNvSpPr/>
            <p:nvPr/>
          </p:nvSpPr>
          <p:spPr>
            <a:xfrm>
              <a:off x="1025525" y="3335338"/>
              <a:ext cx="207963" cy="127000"/>
            </a:xfrm>
            <a:custGeom>
              <a:avLst/>
              <a:gdLst/>
              <a:ahLst/>
              <a:cxnLst/>
              <a:rect l="l" t="t" r="r" b="b"/>
              <a:pathLst>
                <a:path w="124" h="75" extrusionOk="0">
                  <a:moveTo>
                    <a:pt x="4" y="75"/>
                  </a:moveTo>
                  <a:cubicBezTo>
                    <a:pt x="0" y="56"/>
                    <a:pt x="0" y="56"/>
                    <a:pt x="0" y="56"/>
                  </a:cubicBezTo>
                  <a:cubicBezTo>
                    <a:pt x="41" y="48"/>
                    <a:pt x="80" y="28"/>
                    <a:pt x="112" y="0"/>
                  </a:cubicBezTo>
                  <a:cubicBezTo>
                    <a:pt x="124" y="14"/>
                    <a:pt x="124" y="14"/>
                    <a:pt x="124" y="14"/>
                  </a:cubicBezTo>
                  <a:cubicBezTo>
                    <a:pt x="90" y="45"/>
                    <a:pt x="49" y="66"/>
                    <a:pt x="4" y="75"/>
                  </a:cubicBezTo>
                  <a:close/>
                </a:path>
              </a:pathLst>
            </a:custGeom>
            <a:solidFill>
              <a:srgbClr val="324E7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5" name="Google Shape;1255;p31"/>
            <p:cNvSpPr/>
            <p:nvPr/>
          </p:nvSpPr>
          <p:spPr>
            <a:xfrm>
              <a:off x="1246188" y="3165475"/>
              <a:ext cx="112712" cy="160337"/>
            </a:xfrm>
            <a:custGeom>
              <a:avLst/>
              <a:gdLst/>
              <a:ahLst/>
              <a:cxnLst/>
              <a:rect l="l" t="t" r="r" b="b"/>
              <a:pathLst>
                <a:path w="67" h="95" extrusionOk="0">
                  <a:moveTo>
                    <a:pt x="14" y="95"/>
                  </a:moveTo>
                  <a:cubicBezTo>
                    <a:pt x="0" y="82"/>
                    <a:pt x="0" y="82"/>
                    <a:pt x="0" y="82"/>
                  </a:cubicBezTo>
                  <a:cubicBezTo>
                    <a:pt x="22" y="58"/>
                    <a:pt x="38" y="30"/>
                    <a:pt x="49" y="0"/>
                  </a:cubicBezTo>
                  <a:cubicBezTo>
                    <a:pt x="67" y="6"/>
                    <a:pt x="67" y="6"/>
                    <a:pt x="67" y="6"/>
                  </a:cubicBezTo>
                  <a:cubicBezTo>
                    <a:pt x="56" y="39"/>
                    <a:pt x="37" y="69"/>
                    <a:pt x="14" y="95"/>
                  </a:cubicBezTo>
                  <a:close/>
                </a:path>
              </a:pathLst>
            </a:custGeom>
            <a:solidFill>
              <a:srgbClr val="324E7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6" name="Google Shape;1256;p31"/>
            <p:cNvSpPr/>
            <p:nvPr/>
          </p:nvSpPr>
          <p:spPr>
            <a:xfrm>
              <a:off x="1341438" y="2919413"/>
              <a:ext cx="44450" cy="182562"/>
            </a:xfrm>
            <a:custGeom>
              <a:avLst/>
              <a:gdLst/>
              <a:ahLst/>
              <a:cxnLst/>
              <a:rect l="l" t="t" r="r" b="b"/>
              <a:pathLst>
                <a:path w="26" h="109" extrusionOk="0">
                  <a:moveTo>
                    <a:pt x="22" y="109"/>
                  </a:moveTo>
                  <a:cubicBezTo>
                    <a:pt x="3" y="106"/>
                    <a:pt x="3" y="106"/>
                    <a:pt x="3" y="106"/>
                  </a:cubicBezTo>
                  <a:cubicBezTo>
                    <a:pt x="6" y="92"/>
                    <a:pt x="7" y="77"/>
                    <a:pt x="7" y="63"/>
                  </a:cubicBezTo>
                  <a:cubicBezTo>
                    <a:pt x="7" y="43"/>
                    <a:pt x="5" y="23"/>
                    <a:pt x="0" y="4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23" y="20"/>
                    <a:pt x="26" y="41"/>
                    <a:pt x="26" y="63"/>
                  </a:cubicBezTo>
                  <a:cubicBezTo>
                    <a:pt x="26" y="78"/>
                    <a:pt x="25" y="94"/>
                    <a:pt x="22" y="109"/>
                  </a:cubicBezTo>
                  <a:close/>
                </a:path>
              </a:pathLst>
            </a:custGeom>
            <a:solidFill>
              <a:srgbClr val="324E7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7" name="Google Shape;1257;p31"/>
            <p:cNvSpPr/>
            <p:nvPr/>
          </p:nvSpPr>
          <p:spPr>
            <a:xfrm>
              <a:off x="1244600" y="2720975"/>
              <a:ext cx="112712" cy="155575"/>
            </a:xfrm>
            <a:custGeom>
              <a:avLst/>
              <a:gdLst/>
              <a:ahLst/>
              <a:cxnLst/>
              <a:rect l="l" t="t" r="r" b="b"/>
              <a:pathLst>
                <a:path w="67" h="92" extrusionOk="0">
                  <a:moveTo>
                    <a:pt x="49" y="92"/>
                  </a:moveTo>
                  <a:cubicBezTo>
                    <a:pt x="38" y="63"/>
                    <a:pt x="21" y="36"/>
                    <a:pt x="0" y="13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37" y="25"/>
                    <a:pt x="55" y="54"/>
                    <a:pt x="67" y="85"/>
                  </a:cubicBezTo>
                  <a:lnTo>
                    <a:pt x="49" y="92"/>
                  </a:lnTo>
                  <a:close/>
                </a:path>
              </a:pathLst>
            </a:custGeom>
            <a:solidFill>
              <a:srgbClr val="324E7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8" name="Google Shape;1258;p31"/>
            <p:cNvSpPr/>
            <p:nvPr/>
          </p:nvSpPr>
          <p:spPr>
            <a:xfrm>
              <a:off x="1030288" y="2587625"/>
              <a:ext cx="192087" cy="115887"/>
            </a:xfrm>
            <a:custGeom>
              <a:avLst/>
              <a:gdLst/>
              <a:ahLst/>
              <a:cxnLst/>
              <a:rect l="l" t="t" r="r" b="b"/>
              <a:pathLst>
                <a:path w="114" h="68" extrusionOk="0">
                  <a:moveTo>
                    <a:pt x="102" y="68"/>
                  </a:moveTo>
                  <a:cubicBezTo>
                    <a:pt x="72" y="44"/>
                    <a:pt x="37" y="27"/>
                    <a:pt x="0" y="19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44" y="9"/>
                    <a:pt x="82" y="27"/>
                    <a:pt x="114" y="53"/>
                  </a:cubicBezTo>
                  <a:lnTo>
                    <a:pt x="102" y="68"/>
                  </a:lnTo>
                  <a:close/>
                </a:path>
              </a:pathLst>
            </a:custGeom>
            <a:solidFill>
              <a:srgbClr val="324E7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9" name="Google Shape;1259;p31"/>
            <p:cNvSpPr/>
            <p:nvPr/>
          </p:nvSpPr>
          <p:spPr>
            <a:xfrm>
              <a:off x="706438" y="2576513"/>
              <a:ext cx="276225" cy="92075"/>
            </a:xfrm>
            <a:custGeom>
              <a:avLst/>
              <a:gdLst/>
              <a:ahLst/>
              <a:cxnLst/>
              <a:rect l="l" t="t" r="r" b="b"/>
              <a:pathLst>
                <a:path w="164" h="55" extrusionOk="0">
                  <a:moveTo>
                    <a:pt x="10" y="55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42" y="14"/>
                    <a:pt x="89" y="0"/>
                    <a:pt x="138" y="0"/>
                  </a:cubicBezTo>
                  <a:cubicBezTo>
                    <a:pt x="146" y="0"/>
                    <a:pt x="155" y="1"/>
                    <a:pt x="164" y="2"/>
                  </a:cubicBezTo>
                  <a:cubicBezTo>
                    <a:pt x="162" y="21"/>
                    <a:pt x="162" y="21"/>
                    <a:pt x="162" y="21"/>
                  </a:cubicBezTo>
                  <a:cubicBezTo>
                    <a:pt x="154" y="20"/>
                    <a:pt x="146" y="20"/>
                    <a:pt x="138" y="20"/>
                  </a:cubicBezTo>
                  <a:cubicBezTo>
                    <a:pt x="93" y="20"/>
                    <a:pt x="49" y="32"/>
                    <a:pt x="10" y="55"/>
                  </a:cubicBezTo>
                  <a:close/>
                </a:path>
              </a:pathLst>
            </a:custGeom>
            <a:solidFill>
              <a:srgbClr val="324E7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0" name="Google Shape;1260;p31"/>
            <p:cNvSpPr/>
            <p:nvPr/>
          </p:nvSpPr>
          <p:spPr>
            <a:xfrm>
              <a:off x="523875" y="2673350"/>
              <a:ext cx="155575" cy="195263"/>
            </a:xfrm>
            <a:custGeom>
              <a:avLst/>
              <a:gdLst/>
              <a:ahLst/>
              <a:cxnLst/>
              <a:rect l="l" t="t" r="r" b="b"/>
              <a:pathLst>
                <a:path w="92" h="115" extrusionOk="0">
                  <a:moveTo>
                    <a:pt x="18" y="115"/>
                  </a:moveTo>
                  <a:cubicBezTo>
                    <a:pt x="0" y="108"/>
                    <a:pt x="0" y="108"/>
                    <a:pt x="0" y="108"/>
                  </a:cubicBezTo>
                  <a:cubicBezTo>
                    <a:pt x="17" y="66"/>
                    <a:pt x="45" y="29"/>
                    <a:pt x="81" y="0"/>
                  </a:cubicBezTo>
                  <a:cubicBezTo>
                    <a:pt x="92" y="15"/>
                    <a:pt x="92" y="15"/>
                    <a:pt x="92" y="15"/>
                  </a:cubicBezTo>
                  <a:cubicBezTo>
                    <a:pt x="59" y="41"/>
                    <a:pt x="34" y="76"/>
                    <a:pt x="18" y="115"/>
                  </a:cubicBezTo>
                  <a:close/>
                </a:path>
              </a:pathLst>
            </a:custGeom>
            <a:solidFill>
              <a:srgbClr val="324E7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1" name="Google Shape;1261;p31"/>
            <p:cNvSpPr/>
            <p:nvPr/>
          </p:nvSpPr>
          <p:spPr>
            <a:xfrm>
              <a:off x="492125" y="2916238"/>
              <a:ext cx="44450" cy="211138"/>
            </a:xfrm>
            <a:custGeom>
              <a:avLst/>
              <a:gdLst/>
              <a:ahLst/>
              <a:cxnLst/>
              <a:rect l="l" t="t" r="r" b="b"/>
              <a:pathLst>
                <a:path w="26" h="125" extrusionOk="0">
                  <a:moveTo>
                    <a:pt x="7" y="125"/>
                  </a:moveTo>
                  <a:cubicBezTo>
                    <a:pt x="2" y="105"/>
                    <a:pt x="0" y="84"/>
                    <a:pt x="0" y="64"/>
                  </a:cubicBezTo>
                  <a:cubicBezTo>
                    <a:pt x="0" y="42"/>
                    <a:pt x="2" y="21"/>
                    <a:pt x="7" y="0"/>
                  </a:cubicBezTo>
                  <a:cubicBezTo>
                    <a:pt x="26" y="4"/>
                    <a:pt x="26" y="4"/>
                    <a:pt x="26" y="4"/>
                  </a:cubicBezTo>
                  <a:cubicBezTo>
                    <a:pt x="21" y="24"/>
                    <a:pt x="19" y="44"/>
                    <a:pt x="19" y="64"/>
                  </a:cubicBezTo>
                  <a:cubicBezTo>
                    <a:pt x="19" y="83"/>
                    <a:pt x="21" y="102"/>
                    <a:pt x="25" y="121"/>
                  </a:cubicBezTo>
                  <a:lnTo>
                    <a:pt x="7" y="125"/>
                  </a:lnTo>
                  <a:close/>
                </a:path>
              </a:pathLst>
            </a:custGeom>
            <a:solidFill>
              <a:srgbClr val="324E7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2" name="Google Shape;1262;p31"/>
            <p:cNvSpPr/>
            <p:nvPr/>
          </p:nvSpPr>
          <p:spPr>
            <a:xfrm>
              <a:off x="939800" y="3117850"/>
              <a:ext cx="366713" cy="287337"/>
            </a:xfrm>
            <a:custGeom>
              <a:avLst/>
              <a:gdLst/>
              <a:ahLst/>
              <a:cxnLst/>
              <a:rect l="l" t="t" r="r" b="b"/>
              <a:pathLst>
                <a:path w="218" h="170" extrusionOk="0">
                  <a:moveTo>
                    <a:pt x="0" y="170"/>
                  </a:moveTo>
                  <a:cubicBezTo>
                    <a:pt x="0" y="161"/>
                    <a:pt x="0" y="161"/>
                    <a:pt x="0" y="161"/>
                  </a:cubicBezTo>
                  <a:cubicBezTo>
                    <a:pt x="98" y="161"/>
                    <a:pt x="183" y="95"/>
                    <a:pt x="209" y="0"/>
                  </a:cubicBezTo>
                  <a:cubicBezTo>
                    <a:pt x="218" y="3"/>
                    <a:pt x="218" y="3"/>
                    <a:pt x="218" y="3"/>
                  </a:cubicBezTo>
                  <a:cubicBezTo>
                    <a:pt x="192" y="101"/>
                    <a:pt x="102" y="170"/>
                    <a:pt x="0" y="17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3" name="Google Shape;1263;p31"/>
            <p:cNvSpPr/>
            <p:nvPr/>
          </p:nvSpPr>
          <p:spPr>
            <a:xfrm>
              <a:off x="1298575" y="2960688"/>
              <a:ext cx="20638" cy="65088"/>
            </a:xfrm>
            <a:custGeom>
              <a:avLst/>
              <a:gdLst/>
              <a:ahLst/>
              <a:cxnLst/>
              <a:rect l="l" t="t" r="r" b="b"/>
              <a:pathLst>
                <a:path w="12" h="38" extrusionOk="0">
                  <a:moveTo>
                    <a:pt x="12" y="38"/>
                  </a:moveTo>
                  <a:cubicBezTo>
                    <a:pt x="3" y="38"/>
                    <a:pt x="3" y="38"/>
                    <a:pt x="3" y="38"/>
                  </a:cubicBezTo>
                  <a:cubicBezTo>
                    <a:pt x="3" y="26"/>
                    <a:pt x="2" y="13"/>
                    <a:pt x="0" y="2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11" y="12"/>
                    <a:pt x="12" y="25"/>
                    <a:pt x="12" y="3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4" name="Google Shape;1264;p31"/>
            <p:cNvSpPr/>
            <p:nvPr/>
          </p:nvSpPr>
          <p:spPr>
            <a:xfrm>
              <a:off x="1169988" y="2730500"/>
              <a:ext cx="60325" cy="60325"/>
            </a:xfrm>
            <a:custGeom>
              <a:avLst/>
              <a:gdLst/>
              <a:ahLst/>
              <a:cxnLst/>
              <a:rect l="l" t="t" r="r" b="b"/>
              <a:pathLst>
                <a:path w="36" h="36" extrusionOk="0">
                  <a:moveTo>
                    <a:pt x="29" y="36"/>
                  </a:moveTo>
                  <a:cubicBezTo>
                    <a:pt x="20" y="26"/>
                    <a:pt x="10" y="16"/>
                    <a:pt x="0" y="7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17" y="9"/>
                    <a:pt x="27" y="19"/>
                    <a:pt x="36" y="30"/>
                  </a:cubicBezTo>
                  <a:lnTo>
                    <a:pt x="29" y="3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5" name="Google Shape;1265;p31"/>
            <p:cNvSpPr/>
            <p:nvPr/>
          </p:nvSpPr>
          <p:spPr>
            <a:xfrm>
              <a:off x="979488" y="2646363"/>
              <a:ext cx="173037" cy="76200"/>
            </a:xfrm>
            <a:custGeom>
              <a:avLst/>
              <a:gdLst/>
              <a:ahLst/>
              <a:cxnLst/>
              <a:rect l="l" t="t" r="r" b="b"/>
              <a:pathLst>
                <a:path w="103" h="45" extrusionOk="0">
                  <a:moveTo>
                    <a:pt x="97" y="45"/>
                  </a:moveTo>
                  <a:cubicBezTo>
                    <a:pt x="69" y="25"/>
                    <a:pt x="35" y="13"/>
                    <a:pt x="0" y="9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38" y="4"/>
                    <a:pt x="73" y="17"/>
                    <a:pt x="103" y="37"/>
                  </a:cubicBezTo>
                  <a:lnTo>
                    <a:pt x="97" y="45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6" name="Google Shape;1266;p31"/>
            <p:cNvSpPr/>
            <p:nvPr/>
          </p:nvSpPr>
          <p:spPr>
            <a:xfrm>
              <a:off x="860425" y="2643188"/>
              <a:ext cx="79375" cy="23812"/>
            </a:xfrm>
            <a:custGeom>
              <a:avLst/>
              <a:gdLst/>
              <a:ahLst/>
              <a:cxnLst/>
              <a:rect l="l" t="t" r="r" b="b"/>
              <a:pathLst>
                <a:path w="47" h="14" extrusionOk="0">
                  <a:moveTo>
                    <a:pt x="2" y="14"/>
                  </a:moveTo>
                  <a:cubicBezTo>
                    <a:pt x="0" y="5"/>
                    <a:pt x="0" y="5"/>
                    <a:pt x="0" y="5"/>
                  </a:cubicBezTo>
                  <a:cubicBezTo>
                    <a:pt x="15" y="2"/>
                    <a:pt x="31" y="0"/>
                    <a:pt x="47" y="0"/>
                  </a:cubicBezTo>
                  <a:cubicBezTo>
                    <a:pt x="47" y="10"/>
                    <a:pt x="47" y="10"/>
                    <a:pt x="47" y="10"/>
                  </a:cubicBezTo>
                  <a:cubicBezTo>
                    <a:pt x="32" y="10"/>
                    <a:pt x="16" y="11"/>
                    <a:pt x="2" y="1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7" name="Google Shape;1267;p31"/>
            <p:cNvSpPr/>
            <p:nvPr/>
          </p:nvSpPr>
          <p:spPr>
            <a:xfrm>
              <a:off x="576263" y="2673350"/>
              <a:ext cx="219075" cy="239712"/>
            </a:xfrm>
            <a:custGeom>
              <a:avLst/>
              <a:gdLst/>
              <a:ahLst/>
              <a:cxnLst/>
              <a:rect l="l" t="t" r="r" b="b"/>
              <a:pathLst>
                <a:path w="130" h="142" extrusionOk="0">
                  <a:moveTo>
                    <a:pt x="9" y="142"/>
                  </a:moveTo>
                  <a:cubicBezTo>
                    <a:pt x="0" y="139"/>
                    <a:pt x="0" y="139"/>
                    <a:pt x="0" y="139"/>
                  </a:cubicBezTo>
                  <a:cubicBezTo>
                    <a:pt x="20" y="77"/>
                    <a:pt x="66" y="26"/>
                    <a:pt x="126" y="0"/>
                  </a:cubicBezTo>
                  <a:cubicBezTo>
                    <a:pt x="130" y="9"/>
                    <a:pt x="130" y="9"/>
                    <a:pt x="130" y="9"/>
                  </a:cubicBezTo>
                  <a:cubicBezTo>
                    <a:pt x="72" y="34"/>
                    <a:pt x="28" y="82"/>
                    <a:pt x="9" y="14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8" name="Google Shape;1268;p31"/>
            <p:cNvSpPr/>
            <p:nvPr/>
          </p:nvSpPr>
          <p:spPr>
            <a:xfrm>
              <a:off x="557213" y="2947988"/>
              <a:ext cx="23812" cy="77787"/>
            </a:xfrm>
            <a:custGeom>
              <a:avLst/>
              <a:gdLst/>
              <a:ahLst/>
              <a:cxnLst/>
              <a:rect l="l" t="t" r="r" b="b"/>
              <a:pathLst>
                <a:path w="14" h="46" extrusionOk="0">
                  <a:moveTo>
                    <a:pt x="10" y="46"/>
                  </a:moveTo>
                  <a:cubicBezTo>
                    <a:pt x="0" y="46"/>
                    <a:pt x="0" y="46"/>
                    <a:pt x="0" y="46"/>
                  </a:cubicBezTo>
                  <a:cubicBezTo>
                    <a:pt x="0" y="30"/>
                    <a:pt x="2" y="15"/>
                    <a:pt x="5" y="0"/>
                  </a:cubicBezTo>
                  <a:cubicBezTo>
                    <a:pt x="14" y="2"/>
                    <a:pt x="14" y="2"/>
                    <a:pt x="14" y="2"/>
                  </a:cubicBezTo>
                  <a:cubicBezTo>
                    <a:pt x="11" y="16"/>
                    <a:pt x="10" y="31"/>
                    <a:pt x="10" y="4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9" name="Google Shape;1269;p31"/>
            <p:cNvSpPr/>
            <p:nvPr/>
          </p:nvSpPr>
          <p:spPr>
            <a:xfrm>
              <a:off x="576263" y="3135313"/>
              <a:ext cx="155575" cy="201613"/>
            </a:xfrm>
            <a:custGeom>
              <a:avLst/>
              <a:gdLst/>
              <a:ahLst/>
              <a:cxnLst/>
              <a:rect l="l" t="t" r="r" b="b"/>
              <a:pathLst>
                <a:path w="92" h="120" extrusionOk="0">
                  <a:moveTo>
                    <a:pt x="87" y="120"/>
                  </a:moveTo>
                  <a:cubicBezTo>
                    <a:pt x="46" y="92"/>
                    <a:pt x="15" y="50"/>
                    <a:pt x="0" y="3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23" y="46"/>
                    <a:pt x="53" y="85"/>
                    <a:pt x="92" y="112"/>
                  </a:cubicBezTo>
                  <a:lnTo>
                    <a:pt x="87" y="12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0" name="Google Shape;1270;p31"/>
            <p:cNvSpPr/>
            <p:nvPr/>
          </p:nvSpPr>
          <p:spPr>
            <a:xfrm>
              <a:off x="777875" y="3354388"/>
              <a:ext cx="53975" cy="33338"/>
            </a:xfrm>
            <a:custGeom>
              <a:avLst/>
              <a:gdLst/>
              <a:ahLst/>
              <a:cxnLst/>
              <a:rect l="l" t="t" r="r" b="b"/>
              <a:pathLst>
                <a:path w="32" h="20" extrusionOk="0">
                  <a:moveTo>
                    <a:pt x="29" y="20"/>
                  </a:moveTo>
                  <a:cubicBezTo>
                    <a:pt x="19" y="17"/>
                    <a:pt x="9" y="13"/>
                    <a:pt x="0" y="9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13" y="4"/>
                    <a:pt x="22" y="8"/>
                    <a:pt x="32" y="11"/>
                  </a:cubicBezTo>
                  <a:lnTo>
                    <a:pt x="29" y="2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" name="Subtitle 6">
            <a:extLst>
              <a:ext uri="{FF2B5EF4-FFF2-40B4-BE49-F238E27FC236}">
                <a16:creationId xmlns:a16="http://schemas.microsoft.com/office/drawing/2014/main" id="{AECC02C4-4493-46B2-8751-88497BF684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92647" y="1136575"/>
            <a:ext cx="4294800" cy="2298300"/>
          </a:xfrm>
        </p:spPr>
        <p:txBody>
          <a:bodyPr/>
          <a:lstStyle/>
          <a:p>
            <a:pPr marL="438150" indent="-285750">
              <a:buFont typeface="Arial" panose="020B0604020202020204" pitchFamily="34" charset="0"/>
              <a:buChar char="•"/>
            </a:pPr>
            <a:r>
              <a:rPr lang="ru-RU" sz="2000" dirty="0">
                <a:latin typeface="ALS Sector Regular" panose="02000000000000000000" pitchFamily="50" charset="0"/>
                <a:cs typeface="ALS Sector Regular" panose="02000000000000000000" pitchFamily="50" charset="0"/>
              </a:rPr>
              <a:t>Высокая проходимость</a:t>
            </a:r>
          </a:p>
          <a:p>
            <a:pPr marL="438150" indent="-285750">
              <a:buFont typeface="Arial" panose="020B0604020202020204" pitchFamily="34" charset="0"/>
              <a:buChar char="•"/>
            </a:pPr>
            <a:r>
              <a:rPr lang="ru-RU" sz="2000" dirty="0">
                <a:latin typeface="ALS Sector Regular" panose="02000000000000000000" pitchFamily="50" charset="0"/>
                <a:cs typeface="ALS Sector Regular" panose="02000000000000000000" pitchFamily="50" charset="0"/>
              </a:rPr>
              <a:t>Возможность связываться с роботом и управлять им удаленно</a:t>
            </a:r>
          </a:p>
          <a:p>
            <a:pPr marL="438150" indent="-285750">
              <a:buFont typeface="Arial" panose="020B0604020202020204" pitchFamily="34" charset="0"/>
              <a:buChar char="•"/>
            </a:pPr>
            <a:r>
              <a:rPr lang="ru-RU" sz="2000" dirty="0">
                <a:latin typeface="ALS Sector Regular" panose="02000000000000000000" pitchFamily="50" charset="0"/>
                <a:cs typeface="ALS Sector Regular" panose="02000000000000000000" pitchFamily="50" charset="0"/>
              </a:rPr>
              <a:t>Возможность робота избегать столкновения с препядствиями</a:t>
            </a:r>
          </a:p>
          <a:p>
            <a:pPr marL="438150" indent="-285750">
              <a:buFont typeface="Arial" panose="020B0604020202020204" pitchFamily="34" charset="0"/>
              <a:buChar char="•"/>
            </a:pPr>
            <a:r>
              <a:rPr lang="ru-RU" sz="2000" dirty="0">
                <a:latin typeface="ALS Sector Regular" panose="02000000000000000000" pitchFamily="50" charset="0"/>
                <a:cs typeface="ALS Sector Regular" panose="02000000000000000000" pitchFamily="50" charset="0"/>
              </a:rPr>
              <a:t>Возможность воспроизводить аудиоряд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F018ECD-9648-48F5-8B3B-CC932A2C1AC1}"/>
              </a:ext>
            </a:extLst>
          </p:cNvPr>
          <p:cNvSpPr txBox="1"/>
          <p:nvPr/>
        </p:nvSpPr>
        <p:spPr>
          <a:xfrm>
            <a:off x="2888872" y="16241"/>
            <a:ext cx="4882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latin typeface="ALS Sector Bold" panose="02000000000000000000" pitchFamily="50" charset="0"/>
              </a:rPr>
              <a:t>Характеристики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9F8A895-B9DA-41E0-9A08-DD85E30DE8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082" y="928443"/>
            <a:ext cx="3863601" cy="286865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78" name="Google Shape;1278;p32"/>
          <p:cNvGrpSpPr/>
          <p:nvPr/>
        </p:nvGrpSpPr>
        <p:grpSpPr>
          <a:xfrm>
            <a:off x="237431" y="4128937"/>
            <a:ext cx="951612" cy="950150"/>
            <a:chOff x="422275" y="2508250"/>
            <a:chExt cx="1033462" cy="1031875"/>
          </a:xfrm>
        </p:grpSpPr>
        <p:sp>
          <p:nvSpPr>
            <p:cNvPr id="1279" name="Google Shape;1279;p32"/>
            <p:cNvSpPr/>
            <p:nvPr/>
          </p:nvSpPr>
          <p:spPr>
            <a:xfrm>
              <a:off x="422275" y="3025775"/>
              <a:ext cx="84138" cy="217488"/>
            </a:xfrm>
            <a:custGeom>
              <a:avLst/>
              <a:gdLst/>
              <a:ahLst/>
              <a:cxnLst/>
              <a:rect l="l" t="t" r="r" b="b"/>
              <a:pathLst>
                <a:path w="49" h="129" extrusionOk="0">
                  <a:moveTo>
                    <a:pt x="29" y="129"/>
                  </a:moveTo>
                  <a:cubicBezTo>
                    <a:pt x="10" y="88"/>
                    <a:pt x="0" y="45"/>
                    <a:pt x="0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23" y="41"/>
                    <a:pt x="32" y="82"/>
                    <a:pt x="49" y="119"/>
                  </a:cubicBezTo>
                  <a:lnTo>
                    <a:pt x="29" y="129"/>
                  </a:lnTo>
                  <a:close/>
                </a:path>
              </a:pathLst>
            </a:custGeom>
            <a:solidFill>
              <a:srgbClr val="746C69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0" name="Google Shape;1280;p32"/>
            <p:cNvSpPr/>
            <p:nvPr/>
          </p:nvSpPr>
          <p:spPr>
            <a:xfrm>
              <a:off x="509588" y="3287713"/>
              <a:ext cx="176213" cy="174625"/>
            </a:xfrm>
            <a:custGeom>
              <a:avLst/>
              <a:gdLst/>
              <a:ahLst/>
              <a:cxnLst/>
              <a:rect l="l" t="t" r="r" b="b"/>
              <a:pathLst>
                <a:path w="105" h="103" extrusionOk="0">
                  <a:moveTo>
                    <a:pt x="93" y="103"/>
                  </a:moveTo>
                  <a:cubicBezTo>
                    <a:pt x="56" y="80"/>
                    <a:pt x="24" y="49"/>
                    <a:pt x="0" y="13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41" y="34"/>
                    <a:pt x="71" y="63"/>
                    <a:pt x="105" y="84"/>
                  </a:cubicBezTo>
                  <a:lnTo>
                    <a:pt x="93" y="103"/>
                  </a:lnTo>
                  <a:close/>
                </a:path>
              </a:pathLst>
            </a:custGeom>
            <a:solidFill>
              <a:srgbClr val="746C69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1" name="Google Shape;1281;p32"/>
            <p:cNvSpPr/>
            <p:nvPr/>
          </p:nvSpPr>
          <p:spPr>
            <a:xfrm>
              <a:off x="728663" y="3460750"/>
              <a:ext cx="96838" cy="65087"/>
            </a:xfrm>
            <a:custGeom>
              <a:avLst/>
              <a:gdLst/>
              <a:ahLst/>
              <a:cxnLst/>
              <a:rect l="l" t="t" r="r" b="b"/>
              <a:pathLst>
                <a:path w="58" h="39" extrusionOk="0">
                  <a:moveTo>
                    <a:pt x="52" y="39"/>
                  </a:moveTo>
                  <a:cubicBezTo>
                    <a:pt x="34" y="34"/>
                    <a:pt x="17" y="28"/>
                    <a:pt x="0" y="21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25" y="7"/>
                    <a:pt x="41" y="12"/>
                    <a:pt x="58" y="16"/>
                  </a:cubicBezTo>
                  <a:lnTo>
                    <a:pt x="52" y="39"/>
                  </a:lnTo>
                  <a:close/>
                </a:path>
              </a:pathLst>
            </a:custGeom>
            <a:solidFill>
              <a:srgbClr val="746C69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2" name="Google Shape;1282;p32"/>
            <p:cNvSpPr/>
            <p:nvPr/>
          </p:nvSpPr>
          <p:spPr>
            <a:xfrm>
              <a:off x="874713" y="3465513"/>
              <a:ext cx="260350" cy="74612"/>
            </a:xfrm>
            <a:custGeom>
              <a:avLst/>
              <a:gdLst/>
              <a:ahLst/>
              <a:cxnLst/>
              <a:rect l="l" t="t" r="r" b="b"/>
              <a:pathLst>
                <a:path w="154" h="44" extrusionOk="0">
                  <a:moveTo>
                    <a:pt x="38" y="44"/>
                  </a:moveTo>
                  <a:cubicBezTo>
                    <a:pt x="25" y="44"/>
                    <a:pt x="13" y="44"/>
                    <a:pt x="0" y="42"/>
                  </a:cubicBezTo>
                  <a:cubicBezTo>
                    <a:pt x="3" y="19"/>
                    <a:pt x="3" y="19"/>
                    <a:pt x="3" y="19"/>
                  </a:cubicBezTo>
                  <a:cubicBezTo>
                    <a:pt x="15" y="21"/>
                    <a:pt x="26" y="22"/>
                    <a:pt x="38" y="22"/>
                  </a:cubicBezTo>
                  <a:cubicBezTo>
                    <a:pt x="75" y="22"/>
                    <a:pt x="111" y="14"/>
                    <a:pt x="145" y="0"/>
                  </a:cubicBezTo>
                  <a:cubicBezTo>
                    <a:pt x="154" y="22"/>
                    <a:pt x="154" y="22"/>
                    <a:pt x="154" y="22"/>
                  </a:cubicBezTo>
                  <a:cubicBezTo>
                    <a:pt x="117" y="37"/>
                    <a:pt x="78" y="44"/>
                    <a:pt x="38" y="44"/>
                  </a:cubicBezTo>
                  <a:close/>
                </a:path>
              </a:pathLst>
            </a:custGeom>
            <a:solidFill>
              <a:srgbClr val="746C69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3" name="Google Shape;1283;p32"/>
            <p:cNvSpPr/>
            <p:nvPr/>
          </p:nvSpPr>
          <p:spPr>
            <a:xfrm>
              <a:off x="1198563" y="3281363"/>
              <a:ext cx="174625" cy="176212"/>
            </a:xfrm>
            <a:custGeom>
              <a:avLst/>
              <a:gdLst/>
              <a:ahLst/>
              <a:cxnLst/>
              <a:rect l="l" t="t" r="r" b="b"/>
              <a:pathLst>
                <a:path w="103" h="104" extrusionOk="0">
                  <a:moveTo>
                    <a:pt x="12" y="104"/>
                  </a:moveTo>
                  <a:cubicBezTo>
                    <a:pt x="0" y="85"/>
                    <a:pt x="0" y="85"/>
                    <a:pt x="0" y="85"/>
                  </a:cubicBezTo>
                  <a:cubicBezTo>
                    <a:pt x="33" y="63"/>
                    <a:pt x="63" y="34"/>
                    <a:pt x="84" y="0"/>
                  </a:cubicBezTo>
                  <a:cubicBezTo>
                    <a:pt x="103" y="12"/>
                    <a:pt x="103" y="12"/>
                    <a:pt x="103" y="12"/>
                  </a:cubicBezTo>
                  <a:cubicBezTo>
                    <a:pt x="80" y="49"/>
                    <a:pt x="49" y="81"/>
                    <a:pt x="12" y="104"/>
                  </a:cubicBezTo>
                  <a:close/>
                </a:path>
              </a:pathLst>
            </a:custGeom>
            <a:solidFill>
              <a:srgbClr val="746C69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4" name="Google Shape;1284;p32"/>
            <p:cNvSpPr/>
            <p:nvPr/>
          </p:nvSpPr>
          <p:spPr>
            <a:xfrm>
              <a:off x="1406525" y="2925763"/>
              <a:ext cx="49212" cy="198437"/>
            </a:xfrm>
            <a:custGeom>
              <a:avLst/>
              <a:gdLst/>
              <a:ahLst/>
              <a:cxnLst/>
              <a:rect l="l" t="t" r="r" b="b"/>
              <a:pathLst>
                <a:path w="29" h="118" extrusionOk="0">
                  <a:moveTo>
                    <a:pt x="23" y="118"/>
                  </a:moveTo>
                  <a:cubicBezTo>
                    <a:pt x="0" y="113"/>
                    <a:pt x="0" y="113"/>
                    <a:pt x="0" y="113"/>
                  </a:cubicBezTo>
                  <a:cubicBezTo>
                    <a:pt x="4" y="95"/>
                    <a:pt x="6" y="77"/>
                    <a:pt x="6" y="59"/>
                  </a:cubicBezTo>
                  <a:cubicBezTo>
                    <a:pt x="6" y="40"/>
                    <a:pt x="4" y="22"/>
                    <a:pt x="0" y="4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27" y="19"/>
                    <a:pt x="29" y="39"/>
                    <a:pt x="29" y="59"/>
                  </a:cubicBezTo>
                  <a:cubicBezTo>
                    <a:pt x="29" y="78"/>
                    <a:pt x="27" y="98"/>
                    <a:pt x="23" y="118"/>
                  </a:cubicBezTo>
                  <a:close/>
                </a:path>
              </a:pathLst>
            </a:custGeom>
            <a:solidFill>
              <a:srgbClr val="746C69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5" name="Google Shape;1285;p32"/>
            <p:cNvSpPr/>
            <p:nvPr/>
          </p:nvSpPr>
          <p:spPr>
            <a:xfrm>
              <a:off x="1219200" y="2606675"/>
              <a:ext cx="198437" cy="242888"/>
            </a:xfrm>
            <a:custGeom>
              <a:avLst/>
              <a:gdLst/>
              <a:ahLst/>
              <a:cxnLst/>
              <a:rect l="l" t="t" r="r" b="b"/>
              <a:pathLst>
                <a:path w="118" h="144" extrusionOk="0">
                  <a:moveTo>
                    <a:pt x="97" y="144"/>
                  </a:moveTo>
                  <a:cubicBezTo>
                    <a:pt x="77" y="94"/>
                    <a:pt x="44" y="51"/>
                    <a:pt x="0" y="19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61" y="35"/>
                    <a:pt x="97" y="81"/>
                    <a:pt x="118" y="135"/>
                  </a:cubicBezTo>
                  <a:lnTo>
                    <a:pt x="97" y="144"/>
                  </a:lnTo>
                  <a:close/>
                </a:path>
              </a:pathLst>
            </a:custGeom>
            <a:solidFill>
              <a:srgbClr val="746C69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6" name="Google Shape;1286;p32"/>
            <p:cNvSpPr/>
            <p:nvPr/>
          </p:nvSpPr>
          <p:spPr>
            <a:xfrm>
              <a:off x="877888" y="2508250"/>
              <a:ext cx="315913" cy="101600"/>
            </a:xfrm>
            <a:custGeom>
              <a:avLst/>
              <a:gdLst/>
              <a:ahLst/>
              <a:cxnLst/>
              <a:rect l="l" t="t" r="r" b="b"/>
              <a:pathLst>
                <a:path w="187" h="60" extrusionOk="0">
                  <a:moveTo>
                    <a:pt x="176" y="60"/>
                  </a:moveTo>
                  <a:cubicBezTo>
                    <a:pt x="134" y="36"/>
                    <a:pt x="85" y="23"/>
                    <a:pt x="36" y="23"/>
                  </a:cubicBezTo>
                  <a:cubicBezTo>
                    <a:pt x="25" y="23"/>
                    <a:pt x="14" y="23"/>
                    <a:pt x="3" y="25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2" y="0"/>
                    <a:pt x="24" y="0"/>
                    <a:pt x="36" y="0"/>
                  </a:cubicBezTo>
                  <a:cubicBezTo>
                    <a:pt x="89" y="0"/>
                    <a:pt x="142" y="14"/>
                    <a:pt x="187" y="40"/>
                  </a:cubicBezTo>
                  <a:lnTo>
                    <a:pt x="176" y="60"/>
                  </a:lnTo>
                  <a:close/>
                </a:path>
              </a:pathLst>
            </a:custGeom>
            <a:solidFill>
              <a:srgbClr val="746C69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7" name="Google Shape;1287;p32"/>
            <p:cNvSpPr/>
            <p:nvPr/>
          </p:nvSpPr>
          <p:spPr>
            <a:xfrm>
              <a:off x="665163" y="2522538"/>
              <a:ext cx="160337" cy="95250"/>
            </a:xfrm>
            <a:custGeom>
              <a:avLst/>
              <a:gdLst/>
              <a:ahLst/>
              <a:cxnLst/>
              <a:rect l="l" t="t" r="r" b="b"/>
              <a:pathLst>
                <a:path w="95" h="57" extrusionOk="0">
                  <a:moveTo>
                    <a:pt x="12" y="57"/>
                  </a:moveTo>
                  <a:cubicBezTo>
                    <a:pt x="0" y="38"/>
                    <a:pt x="0" y="38"/>
                    <a:pt x="0" y="38"/>
                  </a:cubicBezTo>
                  <a:cubicBezTo>
                    <a:pt x="28" y="21"/>
                    <a:pt x="58" y="8"/>
                    <a:pt x="89" y="0"/>
                  </a:cubicBezTo>
                  <a:cubicBezTo>
                    <a:pt x="95" y="23"/>
                    <a:pt x="95" y="23"/>
                    <a:pt x="95" y="23"/>
                  </a:cubicBezTo>
                  <a:cubicBezTo>
                    <a:pt x="65" y="30"/>
                    <a:pt x="38" y="41"/>
                    <a:pt x="12" y="57"/>
                  </a:cubicBezTo>
                  <a:close/>
                </a:path>
              </a:pathLst>
            </a:custGeom>
            <a:solidFill>
              <a:srgbClr val="746C69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8" name="Google Shape;1288;p32"/>
            <p:cNvSpPr/>
            <p:nvPr/>
          </p:nvSpPr>
          <p:spPr>
            <a:xfrm>
              <a:off x="431800" y="2651125"/>
              <a:ext cx="177800" cy="284163"/>
            </a:xfrm>
            <a:custGeom>
              <a:avLst/>
              <a:gdLst/>
              <a:ahLst/>
              <a:cxnLst/>
              <a:rect l="l" t="t" r="r" b="b"/>
              <a:pathLst>
                <a:path w="106" h="169" extrusionOk="0">
                  <a:moveTo>
                    <a:pt x="23" y="169"/>
                  </a:moveTo>
                  <a:cubicBezTo>
                    <a:pt x="0" y="165"/>
                    <a:pt x="0" y="165"/>
                    <a:pt x="0" y="165"/>
                  </a:cubicBezTo>
                  <a:cubicBezTo>
                    <a:pt x="12" y="101"/>
                    <a:pt x="43" y="44"/>
                    <a:pt x="90" y="0"/>
                  </a:cubicBezTo>
                  <a:cubicBezTo>
                    <a:pt x="106" y="16"/>
                    <a:pt x="106" y="16"/>
                    <a:pt x="106" y="16"/>
                  </a:cubicBezTo>
                  <a:cubicBezTo>
                    <a:pt x="63" y="57"/>
                    <a:pt x="34" y="110"/>
                    <a:pt x="23" y="169"/>
                  </a:cubicBezTo>
                  <a:close/>
                </a:path>
              </a:pathLst>
            </a:custGeom>
            <a:solidFill>
              <a:srgbClr val="746C69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9" name="Google Shape;1289;p32"/>
            <p:cNvSpPr/>
            <p:nvPr/>
          </p:nvSpPr>
          <p:spPr>
            <a:xfrm>
              <a:off x="520700" y="3173413"/>
              <a:ext cx="111125" cy="152400"/>
            </a:xfrm>
            <a:custGeom>
              <a:avLst/>
              <a:gdLst/>
              <a:ahLst/>
              <a:cxnLst/>
              <a:rect l="l" t="t" r="r" b="b"/>
              <a:pathLst>
                <a:path w="66" h="90" extrusionOk="0">
                  <a:moveTo>
                    <a:pt x="52" y="90"/>
                  </a:moveTo>
                  <a:cubicBezTo>
                    <a:pt x="29" y="66"/>
                    <a:pt x="12" y="38"/>
                    <a:pt x="0" y="7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29" y="28"/>
                    <a:pt x="45" y="55"/>
                    <a:pt x="66" y="77"/>
                  </a:cubicBezTo>
                  <a:lnTo>
                    <a:pt x="52" y="90"/>
                  </a:lnTo>
                  <a:close/>
                </a:path>
              </a:pathLst>
            </a:custGeom>
            <a:solidFill>
              <a:srgbClr val="324E7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0" name="Google Shape;1290;p32"/>
            <p:cNvSpPr/>
            <p:nvPr/>
          </p:nvSpPr>
          <p:spPr>
            <a:xfrm>
              <a:off x="649288" y="3340100"/>
              <a:ext cx="290512" cy="131762"/>
            </a:xfrm>
            <a:custGeom>
              <a:avLst/>
              <a:gdLst/>
              <a:ahLst/>
              <a:cxnLst/>
              <a:rect l="l" t="t" r="r" b="b"/>
              <a:pathLst>
                <a:path w="172" h="78" extrusionOk="0">
                  <a:moveTo>
                    <a:pt x="172" y="78"/>
                  </a:moveTo>
                  <a:cubicBezTo>
                    <a:pt x="109" y="78"/>
                    <a:pt x="48" y="55"/>
                    <a:pt x="0" y="15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7" y="38"/>
                    <a:pt x="113" y="59"/>
                    <a:pt x="172" y="59"/>
                  </a:cubicBezTo>
                  <a:lnTo>
                    <a:pt x="172" y="78"/>
                  </a:lnTo>
                  <a:close/>
                </a:path>
              </a:pathLst>
            </a:custGeom>
            <a:solidFill>
              <a:srgbClr val="324E7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1" name="Google Shape;1291;p32"/>
            <p:cNvSpPr/>
            <p:nvPr/>
          </p:nvSpPr>
          <p:spPr>
            <a:xfrm>
              <a:off x="1025525" y="3335338"/>
              <a:ext cx="207963" cy="127000"/>
            </a:xfrm>
            <a:custGeom>
              <a:avLst/>
              <a:gdLst/>
              <a:ahLst/>
              <a:cxnLst/>
              <a:rect l="l" t="t" r="r" b="b"/>
              <a:pathLst>
                <a:path w="124" h="75" extrusionOk="0">
                  <a:moveTo>
                    <a:pt x="4" y="75"/>
                  </a:moveTo>
                  <a:cubicBezTo>
                    <a:pt x="0" y="56"/>
                    <a:pt x="0" y="56"/>
                    <a:pt x="0" y="56"/>
                  </a:cubicBezTo>
                  <a:cubicBezTo>
                    <a:pt x="41" y="48"/>
                    <a:pt x="80" y="28"/>
                    <a:pt x="112" y="0"/>
                  </a:cubicBezTo>
                  <a:cubicBezTo>
                    <a:pt x="124" y="14"/>
                    <a:pt x="124" y="14"/>
                    <a:pt x="124" y="14"/>
                  </a:cubicBezTo>
                  <a:cubicBezTo>
                    <a:pt x="90" y="45"/>
                    <a:pt x="49" y="66"/>
                    <a:pt x="4" y="75"/>
                  </a:cubicBezTo>
                  <a:close/>
                </a:path>
              </a:pathLst>
            </a:custGeom>
            <a:solidFill>
              <a:srgbClr val="324E7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2" name="Google Shape;1292;p32"/>
            <p:cNvSpPr/>
            <p:nvPr/>
          </p:nvSpPr>
          <p:spPr>
            <a:xfrm>
              <a:off x="1246188" y="3165475"/>
              <a:ext cx="112712" cy="160337"/>
            </a:xfrm>
            <a:custGeom>
              <a:avLst/>
              <a:gdLst/>
              <a:ahLst/>
              <a:cxnLst/>
              <a:rect l="l" t="t" r="r" b="b"/>
              <a:pathLst>
                <a:path w="67" h="95" extrusionOk="0">
                  <a:moveTo>
                    <a:pt x="14" y="95"/>
                  </a:moveTo>
                  <a:cubicBezTo>
                    <a:pt x="0" y="82"/>
                    <a:pt x="0" y="82"/>
                    <a:pt x="0" y="82"/>
                  </a:cubicBezTo>
                  <a:cubicBezTo>
                    <a:pt x="22" y="58"/>
                    <a:pt x="38" y="30"/>
                    <a:pt x="49" y="0"/>
                  </a:cubicBezTo>
                  <a:cubicBezTo>
                    <a:pt x="67" y="6"/>
                    <a:pt x="67" y="6"/>
                    <a:pt x="67" y="6"/>
                  </a:cubicBezTo>
                  <a:cubicBezTo>
                    <a:pt x="56" y="39"/>
                    <a:pt x="37" y="69"/>
                    <a:pt x="14" y="95"/>
                  </a:cubicBezTo>
                  <a:close/>
                </a:path>
              </a:pathLst>
            </a:custGeom>
            <a:solidFill>
              <a:srgbClr val="324E7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3" name="Google Shape;1293;p32"/>
            <p:cNvSpPr/>
            <p:nvPr/>
          </p:nvSpPr>
          <p:spPr>
            <a:xfrm>
              <a:off x="1341438" y="2919413"/>
              <a:ext cx="44450" cy="182562"/>
            </a:xfrm>
            <a:custGeom>
              <a:avLst/>
              <a:gdLst/>
              <a:ahLst/>
              <a:cxnLst/>
              <a:rect l="l" t="t" r="r" b="b"/>
              <a:pathLst>
                <a:path w="26" h="109" extrusionOk="0">
                  <a:moveTo>
                    <a:pt x="22" y="109"/>
                  </a:moveTo>
                  <a:cubicBezTo>
                    <a:pt x="3" y="106"/>
                    <a:pt x="3" y="106"/>
                    <a:pt x="3" y="106"/>
                  </a:cubicBezTo>
                  <a:cubicBezTo>
                    <a:pt x="6" y="92"/>
                    <a:pt x="7" y="77"/>
                    <a:pt x="7" y="63"/>
                  </a:cubicBezTo>
                  <a:cubicBezTo>
                    <a:pt x="7" y="43"/>
                    <a:pt x="5" y="23"/>
                    <a:pt x="0" y="4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23" y="20"/>
                    <a:pt x="26" y="41"/>
                    <a:pt x="26" y="63"/>
                  </a:cubicBezTo>
                  <a:cubicBezTo>
                    <a:pt x="26" y="78"/>
                    <a:pt x="25" y="94"/>
                    <a:pt x="22" y="109"/>
                  </a:cubicBezTo>
                  <a:close/>
                </a:path>
              </a:pathLst>
            </a:custGeom>
            <a:solidFill>
              <a:srgbClr val="324E7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4" name="Google Shape;1294;p32"/>
            <p:cNvSpPr/>
            <p:nvPr/>
          </p:nvSpPr>
          <p:spPr>
            <a:xfrm>
              <a:off x="1244600" y="2720975"/>
              <a:ext cx="112712" cy="155575"/>
            </a:xfrm>
            <a:custGeom>
              <a:avLst/>
              <a:gdLst/>
              <a:ahLst/>
              <a:cxnLst/>
              <a:rect l="l" t="t" r="r" b="b"/>
              <a:pathLst>
                <a:path w="67" h="92" extrusionOk="0">
                  <a:moveTo>
                    <a:pt x="49" y="92"/>
                  </a:moveTo>
                  <a:cubicBezTo>
                    <a:pt x="38" y="63"/>
                    <a:pt x="21" y="36"/>
                    <a:pt x="0" y="13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37" y="25"/>
                    <a:pt x="55" y="54"/>
                    <a:pt x="67" y="85"/>
                  </a:cubicBezTo>
                  <a:lnTo>
                    <a:pt x="49" y="92"/>
                  </a:lnTo>
                  <a:close/>
                </a:path>
              </a:pathLst>
            </a:custGeom>
            <a:solidFill>
              <a:srgbClr val="324E7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5" name="Google Shape;1295;p32"/>
            <p:cNvSpPr/>
            <p:nvPr/>
          </p:nvSpPr>
          <p:spPr>
            <a:xfrm>
              <a:off x="1030288" y="2587625"/>
              <a:ext cx="192087" cy="115887"/>
            </a:xfrm>
            <a:custGeom>
              <a:avLst/>
              <a:gdLst/>
              <a:ahLst/>
              <a:cxnLst/>
              <a:rect l="l" t="t" r="r" b="b"/>
              <a:pathLst>
                <a:path w="114" h="68" extrusionOk="0">
                  <a:moveTo>
                    <a:pt x="102" y="68"/>
                  </a:moveTo>
                  <a:cubicBezTo>
                    <a:pt x="72" y="44"/>
                    <a:pt x="37" y="27"/>
                    <a:pt x="0" y="19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44" y="9"/>
                    <a:pt x="82" y="27"/>
                    <a:pt x="114" y="53"/>
                  </a:cubicBezTo>
                  <a:lnTo>
                    <a:pt x="102" y="68"/>
                  </a:lnTo>
                  <a:close/>
                </a:path>
              </a:pathLst>
            </a:custGeom>
            <a:solidFill>
              <a:srgbClr val="324E7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6" name="Google Shape;1296;p32"/>
            <p:cNvSpPr/>
            <p:nvPr/>
          </p:nvSpPr>
          <p:spPr>
            <a:xfrm>
              <a:off x="706438" y="2576513"/>
              <a:ext cx="276225" cy="92075"/>
            </a:xfrm>
            <a:custGeom>
              <a:avLst/>
              <a:gdLst/>
              <a:ahLst/>
              <a:cxnLst/>
              <a:rect l="l" t="t" r="r" b="b"/>
              <a:pathLst>
                <a:path w="164" h="55" extrusionOk="0">
                  <a:moveTo>
                    <a:pt x="10" y="55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42" y="14"/>
                    <a:pt x="89" y="0"/>
                    <a:pt x="138" y="0"/>
                  </a:cubicBezTo>
                  <a:cubicBezTo>
                    <a:pt x="146" y="0"/>
                    <a:pt x="155" y="1"/>
                    <a:pt x="164" y="2"/>
                  </a:cubicBezTo>
                  <a:cubicBezTo>
                    <a:pt x="162" y="21"/>
                    <a:pt x="162" y="21"/>
                    <a:pt x="162" y="21"/>
                  </a:cubicBezTo>
                  <a:cubicBezTo>
                    <a:pt x="154" y="20"/>
                    <a:pt x="146" y="20"/>
                    <a:pt x="138" y="20"/>
                  </a:cubicBezTo>
                  <a:cubicBezTo>
                    <a:pt x="93" y="20"/>
                    <a:pt x="49" y="32"/>
                    <a:pt x="10" y="55"/>
                  </a:cubicBezTo>
                  <a:close/>
                </a:path>
              </a:pathLst>
            </a:custGeom>
            <a:solidFill>
              <a:srgbClr val="324E7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7" name="Google Shape;1297;p32"/>
            <p:cNvSpPr/>
            <p:nvPr/>
          </p:nvSpPr>
          <p:spPr>
            <a:xfrm>
              <a:off x="523875" y="2673350"/>
              <a:ext cx="155575" cy="195263"/>
            </a:xfrm>
            <a:custGeom>
              <a:avLst/>
              <a:gdLst/>
              <a:ahLst/>
              <a:cxnLst/>
              <a:rect l="l" t="t" r="r" b="b"/>
              <a:pathLst>
                <a:path w="92" h="115" extrusionOk="0">
                  <a:moveTo>
                    <a:pt x="18" y="115"/>
                  </a:moveTo>
                  <a:cubicBezTo>
                    <a:pt x="0" y="108"/>
                    <a:pt x="0" y="108"/>
                    <a:pt x="0" y="108"/>
                  </a:cubicBezTo>
                  <a:cubicBezTo>
                    <a:pt x="17" y="66"/>
                    <a:pt x="45" y="29"/>
                    <a:pt x="81" y="0"/>
                  </a:cubicBezTo>
                  <a:cubicBezTo>
                    <a:pt x="92" y="15"/>
                    <a:pt x="92" y="15"/>
                    <a:pt x="92" y="15"/>
                  </a:cubicBezTo>
                  <a:cubicBezTo>
                    <a:pt x="59" y="41"/>
                    <a:pt x="34" y="76"/>
                    <a:pt x="18" y="115"/>
                  </a:cubicBezTo>
                  <a:close/>
                </a:path>
              </a:pathLst>
            </a:custGeom>
            <a:solidFill>
              <a:srgbClr val="324E7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8" name="Google Shape;1298;p32"/>
            <p:cNvSpPr/>
            <p:nvPr/>
          </p:nvSpPr>
          <p:spPr>
            <a:xfrm>
              <a:off x="492125" y="2916238"/>
              <a:ext cx="44450" cy="211138"/>
            </a:xfrm>
            <a:custGeom>
              <a:avLst/>
              <a:gdLst/>
              <a:ahLst/>
              <a:cxnLst/>
              <a:rect l="l" t="t" r="r" b="b"/>
              <a:pathLst>
                <a:path w="26" h="125" extrusionOk="0">
                  <a:moveTo>
                    <a:pt x="7" y="125"/>
                  </a:moveTo>
                  <a:cubicBezTo>
                    <a:pt x="2" y="105"/>
                    <a:pt x="0" y="84"/>
                    <a:pt x="0" y="64"/>
                  </a:cubicBezTo>
                  <a:cubicBezTo>
                    <a:pt x="0" y="42"/>
                    <a:pt x="2" y="21"/>
                    <a:pt x="7" y="0"/>
                  </a:cubicBezTo>
                  <a:cubicBezTo>
                    <a:pt x="26" y="4"/>
                    <a:pt x="26" y="4"/>
                    <a:pt x="26" y="4"/>
                  </a:cubicBezTo>
                  <a:cubicBezTo>
                    <a:pt x="21" y="24"/>
                    <a:pt x="19" y="44"/>
                    <a:pt x="19" y="64"/>
                  </a:cubicBezTo>
                  <a:cubicBezTo>
                    <a:pt x="19" y="83"/>
                    <a:pt x="21" y="102"/>
                    <a:pt x="25" y="121"/>
                  </a:cubicBezTo>
                  <a:lnTo>
                    <a:pt x="7" y="125"/>
                  </a:lnTo>
                  <a:close/>
                </a:path>
              </a:pathLst>
            </a:custGeom>
            <a:solidFill>
              <a:srgbClr val="324E7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9" name="Google Shape;1299;p32"/>
            <p:cNvSpPr/>
            <p:nvPr/>
          </p:nvSpPr>
          <p:spPr>
            <a:xfrm>
              <a:off x="939800" y="3117850"/>
              <a:ext cx="366713" cy="287337"/>
            </a:xfrm>
            <a:custGeom>
              <a:avLst/>
              <a:gdLst/>
              <a:ahLst/>
              <a:cxnLst/>
              <a:rect l="l" t="t" r="r" b="b"/>
              <a:pathLst>
                <a:path w="218" h="170" extrusionOk="0">
                  <a:moveTo>
                    <a:pt x="0" y="170"/>
                  </a:moveTo>
                  <a:cubicBezTo>
                    <a:pt x="0" y="161"/>
                    <a:pt x="0" y="161"/>
                    <a:pt x="0" y="161"/>
                  </a:cubicBezTo>
                  <a:cubicBezTo>
                    <a:pt x="98" y="161"/>
                    <a:pt x="183" y="95"/>
                    <a:pt x="209" y="0"/>
                  </a:cubicBezTo>
                  <a:cubicBezTo>
                    <a:pt x="218" y="3"/>
                    <a:pt x="218" y="3"/>
                    <a:pt x="218" y="3"/>
                  </a:cubicBezTo>
                  <a:cubicBezTo>
                    <a:pt x="192" y="101"/>
                    <a:pt x="102" y="170"/>
                    <a:pt x="0" y="17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0" name="Google Shape;1300;p32"/>
            <p:cNvSpPr/>
            <p:nvPr/>
          </p:nvSpPr>
          <p:spPr>
            <a:xfrm>
              <a:off x="1298575" y="2960688"/>
              <a:ext cx="20638" cy="65088"/>
            </a:xfrm>
            <a:custGeom>
              <a:avLst/>
              <a:gdLst/>
              <a:ahLst/>
              <a:cxnLst/>
              <a:rect l="l" t="t" r="r" b="b"/>
              <a:pathLst>
                <a:path w="12" h="38" extrusionOk="0">
                  <a:moveTo>
                    <a:pt x="12" y="38"/>
                  </a:moveTo>
                  <a:cubicBezTo>
                    <a:pt x="3" y="38"/>
                    <a:pt x="3" y="38"/>
                    <a:pt x="3" y="38"/>
                  </a:cubicBezTo>
                  <a:cubicBezTo>
                    <a:pt x="3" y="26"/>
                    <a:pt x="2" y="13"/>
                    <a:pt x="0" y="2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11" y="12"/>
                    <a:pt x="12" y="25"/>
                    <a:pt x="12" y="3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1" name="Google Shape;1301;p32"/>
            <p:cNvSpPr/>
            <p:nvPr/>
          </p:nvSpPr>
          <p:spPr>
            <a:xfrm>
              <a:off x="1169988" y="2730500"/>
              <a:ext cx="60325" cy="60325"/>
            </a:xfrm>
            <a:custGeom>
              <a:avLst/>
              <a:gdLst/>
              <a:ahLst/>
              <a:cxnLst/>
              <a:rect l="l" t="t" r="r" b="b"/>
              <a:pathLst>
                <a:path w="36" h="36" extrusionOk="0">
                  <a:moveTo>
                    <a:pt x="29" y="36"/>
                  </a:moveTo>
                  <a:cubicBezTo>
                    <a:pt x="20" y="26"/>
                    <a:pt x="10" y="16"/>
                    <a:pt x="0" y="7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17" y="9"/>
                    <a:pt x="27" y="19"/>
                    <a:pt x="36" y="30"/>
                  </a:cubicBezTo>
                  <a:lnTo>
                    <a:pt x="29" y="3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2" name="Google Shape;1302;p32"/>
            <p:cNvSpPr/>
            <p:nvPr/>
          </p:nvSpPr>
          <p:spPr>
            <a:xfrm>
              <a:off x="979488" y="2646363"/>
              <a:ext cx="173037" cy="76200"/>
            </a:xfrm>
            <a:custGeom>
              <a:avLst/>
              <a:gdLst/>
              <a:ahLst/>
              <a:cxnLst/>
              <a:rect l="l" t="t" r="r" b="b"/>
              <a:pathLst>
                <a:path w="103" h="45" extrusionOk="0">
                  <a:moveTo>
                    <a:pt x="97" y="45"/>
                  </a:moveTo>
                  <a:cubicBezTo>
                    <a:pt x="69" y="25"/>
                    <a:pt x="35" y="13"/>
                    <a:pt x="0" y="9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38" y="4"/>
                    <a:pt x="73" y="17"/>
                    <a:pt x="103" y="37"/>
                  </a:cubicBezTo>
                  <a:lnTo>
                    <a:pt x="97" y="45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3" name="Google Shape;1303;p32"/>
            <p:cNvSpPr/>
            <p:nvPr/>
          </p:nvSpPr>
          <p:spPr>
            <a:xfrm>
              <a:off x="860425" y="2643188"/>
              <a:ext cx="79375" cy="23812"/>
            </a:xfrm>
            <a:custGeom>
              <a:avLst/>
              <a:gdLst/>
              <a:ahLst/>
              <a:cxnLst/>
              <a:rect l="l" t="t" r="r" b="b"/>
              <a:pathLst>
                <a:path w="47" h="14" extrusionOk="0">
                  <a:moveTo>
                    <a:pt x="2" y="14"/>
                  </a:moveTo>
                  <a:cubicBezTo>
                    <a:pt x="0" y="5"/>
                    <a:pt x="0" y="5"/>
                    <a:pt x="0" y="5"/>
                  </a:cubicBezTo>
                  <a:cubicBezTo>
                    <a:pt x="15" y="2"/>
                    <a:pt x="31" y="0"/>
                    <a:pt x="47" y="0"/>
                  </a:cubicBezTo>
                  <a:cubicBezTo>
                    <a:pt x="47" y="10"/>
                    <a:pt x="47" y="10"/>
                    <a:pt x="47" y="10"/>
                  </a:cubicBezTo>
                  <a:cubicBezTo>
                    <a:pt x="32" y="10"/>
                    <a:pt x="16" y="11"/>
                    <a:pt x="2" y="1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4" name="Google Shape;1304;p32"/>
            <p:cNvSpPr/>
            <p:nvPr/>
          </p:nvSpPr>
          <p:spPr>
            <a:xfrm>
              <a:off x="576263" y="2673350"/>
              <a:ext cx="219075" cy="239712"/>
            </a:xfrm>
            <a:custGeom>
              <a:avLst/>
              <a:gdLst/>
              <a:ahLst/>
              <a:cxnLst/>
              <a:rect l="l" t="t" r="r" b="b"/>
              <a:pathLst>
                <a:path w="130" h="142" extrusionOk="0">
                  <a:moveTo>
                    <a:pt x="9" y="142"/>
                  </a:moveTo>
                  <a:cubicBezTo>
                    <a:pt x="0" y="139"/>
                    <a:pt x="0" y="139"/>
                    <a:pt x="0" y="139"/>
                  </a:cubicBezTo>
                  <a:cubicBezTo>
                    <a:pt x="20" y="77"/>
                    <a:pt x="66" y="26"/>
                    <a:pt x="126" y="0"/>
                  </a:cubicBezTo>
                  <a:cubicBezTo>
                    <a:pt x="130" y="9"/>
                    <a:pt x="130" y="9"/>
                    <a:pt x="130" y="9"/>
                  </a:cubicBezTo>
                  <a:cubicBezTo>
                    <a:pt x="72" y="34"/>
                    <a:pt x="28" y="82"/>
                    <a:pt x="9" y="14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5" name="Google Shape;1305;p32"/>
            <p:cNvSpPr/>
            <p:nvPr/>
          </p:nvSpPr>
          <p:spPr>
            <a:xfrm>
              <a:off x="557213" y="2947988"/>
              <a:ext cx="23812" cy="77787"/>
            </a:xfrm>
            <a:custGeom>
              <a:avLst/>
              <a:gdLst/>
              <a:ahLst/>
              <a:cxnLst/>
              <a:rect l="l" t="t" r="r" b="b"/>
              <a:pathLst>
                <a:path w="14" h="46" extrusionOk="0">
                  <a:moveTo>
                    <a:pt x="10" y="46"/>
                  </a:moveTo>
                  <a:cubicBezTo>
                    <a:pt x="0" y="46"/>
                    <a:pt x="0" y="46"/>
                    <a:pt x="0" y="46"/>
                  </a:cubicBezTo>
                  <a:cubicBezTo>
                    <a:pt x="0" y="30"/>
                    <a:pt x="2" y="15"/>
                    <a:pt x="5" y="0"/>
                  </a:cubicBezTo>
                  <a:cubicBezTo>
                    <a:pt x="14" y="2"/>
                    <a:pt x="14" y="2"/>
                    <a:pt x="14" y="2"/>
                  </a:cubicBezTo>
                  <a:cubicBezTo>
                    <a:pt x="11" y="16"/>
                    <a:pt x="10" y="31"/>
                    <a:pt x="10" y="4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6" name="Google Shape;1306;p32"/>
            <p:cNvSpPr/>
            <p:nvPr/>
          </p:nvSpPr>
          <p:spPr>
            <a:xfrm>
              <a:off x="576263" y="3135313"/>
              <a:ext cx="155575" cy="201613"/>
            </a:xfrm>
            <a:custGeom>
              <a:avLst/>
              <a:gdLst/>
              <a:ahLst/>
              <a:cxnLst/>
              <a:rect l="l" t="t" r="r" b="b"/>
              <a:pathLst>
                <a:path w="92" h="120" extrusionOk="0">
                  <a:moveTo>
                    <a:pt x="87" y="120"/>
                  </a:moveTo>
                  <a:cubicBezTo>
                    <a:pt x="46" y="92"/>
                    <a:pt x="15" y="50"/>
                    <a:pt x="0" y="3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23" y="46"/>
                    <a:pt x="53" y="85"/>
                    <a:pt x="92" y="112"/>
                  </a:cubicBezTo>
                  <a:lnTo>
                    <a:pt x="87" y="12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7" name="Google Shape;1307;p32"/>
            <p:cNvSpPr/>
            <p:nvPr/>
          </p:nvSpPr>
          <p:spPr>
            <a:xfrm>
              <a:off x="777875" y="3354388"/>
              <a:ext cx="53975" cy="33338"/>
            </a:xfrm>
            <a:custGeom>
              <a:avLst/>
              <a:gdLst/>
              <a:ahLst/>
              <a:cxnLst/>
              <a:rect l="l" t="t" r="r" b="b"/>
              <a:pathLst>
                <a:path w="32" h="20" extrusionOk="0">
                  <a:moveTo>
                    <a:pt x="29" y="20"/>
                  </a:moveTo>
                  <a:cubicBezTo>
                    <a:pt x="19" y="17"/>
                    <a:pt x="9" y="13"/>
                    <a:pt x="0" y="9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13" y="4"/>
                    <a:pt x="22" y="8"/>
                    <a:pt x="32" y="11"/>
                  </a:cubicBezTo>
                  <a:lnTo>
                    <a:pt x="29" y="2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08" name="Google Shape;1308;p32"/>
          <p:cNvGrpSpPr/>
          <p:nvPr/>
        </p:nvGrpSpPr>
        <p:grpSpPr>
          <a:xfrm>
            <a:off x="-11475" y="-184363"/>
            <a:ext cx="1449389" cy="1447800"/>
            <a:chOff x="5502275" y="4098925"/>
            <a:chExt cx="1449389" cy="1447800"/>
          </a:xfrm>
        </p:grpSpPr>
        <p:sp>
          <p:nvSpPr>
            <p:cNvPr id="1309" name="Google Shape;1309;p32"/>
            <p:cNvSpPr/>
            <p:nvPr/>
          </p:nvSpPr>
          <p:spPr>
            <a:xfrm>
              <a:off x="5502275" y="4098925"/>
              <a:ext cx="1449389" cy="1447800"/>
            </a:xfrm>
            <a:custGeom>
              <a:avLst/>
              <a:gdLst/>
              <a:ahLst/>
              <a:cxnLst/>
              <a:rect l="l" t="t" r="r" b="b"/>
              <a:pathLst>
                <a:path w="859" h="858" extrusionOk="0">
                  <a:moveTo>
                    <a:pt x="430" y="858"/>
                  </a:moveTo>
                  <a:cubicBezTo>
                    <a:pt x="193" y="858"/>
                    <a:pt x="0" y="665"/>
                    <a:pt x="0" y="429"/>
                  </a:cubicBezTo>
                  <a:cubicBezTo>
                    <a:pt x="0" y="192"/>
                    <a:pt x="193" y="0"/>
                    <a:pt x="430" y="0"/>
                  </a:cubicBezTo>
                  <a:cubicBezTo>
                    <a:pt x="666" y="0"/>
                    <a:pt x="859" y="192"/>
                    <a:pt x="859" y="429"/>
                  </a:cubicBezTo>
                  <a:cubicBezTo>
                    <a:pt x="859" y="665"/>
                    <a:pt x="666" y="858"/>
                    <a:pt x="430" y="858"/>
                  </a:cubicBezTo>
                  <a:close/>
                  <a:moveTo>
                    <a:pt x="430" y="10"/>
                  </a:moveTo>
                  <a:cubicBezTo>
                    <a:pt x="199" y="10"/>
                    <a:pt x="11" y="198"/>
                    <a:pt x="11" y="429"/>
                  </a:cubicBezTo>
                  <a:cubicBezTo>
                    <a:pt x="11" y="659"/>
                    <a:pt x="199" y="847"/>
                    <a:pt x="430" y="847"/>
                  </a:cubicBezTo>
                  <a:cubicBezTo>
                    <a:pt x="660" y="847"/>
                    <a:pt x="848" y="659"/>
                    <a:pt x="848" y="429"/>
                  </a:cubicBezTo>
                  <a:cubicBezTo>
                    <a:pt x="848" y="198"/>
                    <a:pt x="660" y="10"/>
                    <a:pt x="430" y="1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0" name="Google Shape;1310;p32"/>
            <p:cNvSpPr/>
            <p:nvPr/>
          </p:nvSpPr>
          <p:spPr>
            <a:xfrm>
              <a:off x="5548313" y="4143375"/>
              <a:ext cx="1357313" cy="1358900"/>
            </a:xfrm>
            <a:custGeom>
              <a:avLst/>
              <a:gdLst/>
              <a:ahLst/>
              <a:cxnLst/>
              <a:rect l="l" t="t" r="r" b="b"/>
              <a:pathLst>
                <a:path w="805" h="805" extrusionOk="0">
                  <a:moveTo>
                    <a:pt x="403" y="805"/>
                  </a:moveTo>
                  <a:cubicBezTo>
                    <a:pt x="180" y="805"/>
                    <a:pt x="0" y="625"/>
                    <a:pt x="0" y="403"/>
                  </a:cubicBezTo>
                  <a:cubicBezTo>
                    <a:pt x="0" y="181"/>
                    <a:pt x="180" y="0"/>
                    <a:pt x="403" y="0"/>
                  </a:cubicBezTo>
                  <a:cubicBezTo>
                    <a:pt x="625" y="0"/>
                    <a:pt x="805" y="181"/>
                    <a:pt x="805" y="403"/>
                  </a:cubicBezTo>
                  <a:cubicBezTo>
                    <a:pt x="805" y="625"/>
                    <a:pt x="625" y="805"/>
                    <a:pt x="403" y="805"/>
                  </a:cubicBezTo>
                  <a:close/>
                  <a:moveTo>
                    <a:pt x="403" y="7"/>
                  </a:moveTo>
                  <a:cubicBezTo>
                    <a:pt x="184" y="7"/>
                    <a:pt x="7" y="185"/>
                    <a:pt x="7" y="403"/>
                  </a:cubicBezTo>
                  <a:cubicBezTo>
                    <a:pt x="7" y="621"/>
                    <a:pt x="184" y="798"/>
                    <a:pt x="403" y="798"/>
                  </a:cubicBezTo>
                  <a:cubicBezTo>
                    <a:pt x="621" y="798"/>
                    <a:pt x="798" y="621"/>
                    <a:pt x="798" y="403"/>
                  </a:cubicBezTo>
                  <a:cubicBezTo>
                    <a:pt x="798" y="185"/>
                    <a:pt x="621" y="7"/>
                    <a:pt x="403" y="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1" name="Google Shape;1311;p32"/>
            <p:cNvSpPr/>
            <p:nvPr/>
          </p:nvSpPr>
          <p:spPr>
            <a:xfrm>
              <a:off x="5595938" y="4192588"/>
              <a:ext cx="1262063" cy="1262063"/>
            </a:xfrm>
            <a:custGeom>
              <a:avLst/>
              <a:gdLst/>
              <a:ahLst/>
              <a:cxnLst/>
              <a:rect l="l" t="t" r="r" b="b"/>
              <a:pathLst>
                <a:path w="749" h="748" extrusionOk="0">
                  <a:moveTo>
                    <a:pt x="375" y="748"/>
                  </a:moveTo>
                  <a:cubicBezTo>
                    <a:pt x="375" y="748"/>
                    <a:pt x="375" y="748"/>
                    <a:pt x="375" y="748"/>
                  </a:cubicBezTo>
                  <a:cubicBezTo>
                    <a:pt x="372" y="748"/>
                    <a:pt x="369" y="748"/>
                    <a:pt x="366" y="748"/>
                  </a:cubicBezTo>
                  <a:cubicBezTo>
                    <a:pt x="367" y="689"/>
                    <a:pt x="367" y="689"/>
                    <a:pt x="367" y="689"/>
                  </a:cubicBezTo>
                  <a:cubicBezTo>
                    <a:pt x="370" y="689"/>
                    <a:pt x="372" y="689"/>
                    <a:pt x="375" y="689"/>
                  </a:cubicBezTo>
                  <a:lnTo>
                    <a:pt x="375" y="748"/>
                  </a:lnTo>
                  <a:close/>
                  <a:moveTo>
                    <a:pt x="382" y="748"/>
                  </a:moveTo>
                  <a:cubicBezTo>
                    <a:pt x="381" y="689"/>
                    <a:pt x="381" y="689"/>
                    <a:pt x="381" y="689"/>
                  </a:cubicBezTo>
                  <a:cubicBezTo>
                    <a:pt x="383" y="689"/>
                    <a:pt x="386" y="689"/>
                    <a:pt x="388" y="689"/>
                  </a:cubicBezTo>
                  <a:cubicBezTo>
                    <a:pt x="390" y="747"/>
                    <a:pt x="390" y="747"/>
                    <a:pt x="390" y="747"/>
                  </a:cubicBezTo>
                  <a:cubicBezTo>
                    <a:pt x="388" y="747"/>
                    <a:pt x="385" y="748"/>
                    <a:pt x="382" y="748"/>
                  </a:cubicBezTo>
                  <a:close/>
                  <a:moveTo>
                    <a:pt x="359" y="747"/>
                  </a:moveTo>
                  <a:cubicBezTo>
                    <a:pt x="356" y="747"/>
                    <a:pt x="353" y="747"/>
                    <a:pt x="350" y="747"/>
                  </a:cubicBezTo>
                  <a:cubicBezTo>
                    <a:pt x="354" y="689"/>
                    <a:pt x="354" y="689"/>
                    <a:pt x="354" y="689"/>
                  </a:cubicBezTo>
                  <a:cubicBezTo>
                    <a:pt x="356" y="689"/>
                    <a:pt x="359" y="689"/>
                    <a:pt x="361" y="689"/>
                  </a:cubicBezTo>
                  <a:lnTo>
                    <a:pt x="359" y="747"/>
                  </a:lnTo>
                  <a:close/>
                  <a:moveTo>
                    <a:pt x="398" y="747"/>
                  </a:moveTo>
                  <a:cubicBezTo>
                    <a:pt x="394" y="689"/>
                    <a:pt x="394" y="689"/>
                    <a:pt x="394" y="689"/>
                  </a:cubicBezTo>
                  <a:cubicBezTo>
                    <a:pt x="397" y="688"/>
                    <a:pt x="399" y="688"/>
                    <a:pt x="401" y="688"/>
                  </a:cubicBezTo>
                  <a:cubicBezTo>
                    <a:pt x="406" y="746"/>
                    <a:pt x="406" y="746"/>
                    <a:pt x="406" y="746"/>
                  </a:cubicBezTo>
                  <a:cubicBezTo>
                    <a:pt x="403" y="747"/>
                    <a:pt x="401" y="747"/>
                    <a:pt x="398" y="747"/>
                  </a:cubicBezTo>
                  <a:close/>
                  <a:moveTo>
                    <a:pt x="343" y="746"/>
                  </a:moveTo>
                  <a:cubicBezTo>
                    <a:pt x="340" y="746"/>
                    <a:pt x="337" y="746"/>
                    <a:pt x="334" y="746"/>
                  </a:cubicBezTo>
                  <a:cubicBezTo>
                    <a:pt x="341" y="687"/>
                    <a:pt x="341" y="687"/>
                    <a:pt x="341" y="687"/>
                  </a:cubicBezTo>
                  <a:cubicBezTo>
                    <a:pt x="343" y="688"/>
                    <a:pt x="345" y="688"/>
                    <a:pt x="348" y="688"/>
                  </a:cubicBezTo>
                  <a:lnTo>
                    <a:pt x="343" y="746"/>
                  </a:lnTo>
                  <a:close/>
                  <a:moveTo>
                    <a:pt x="414" y="746"/>
                  </a:moveTo>
                  <a:cubicBezTo>
                    <a:pt x="407" y="688"/>
                    <a:pt x="407" y="688"/>
                    <a:pt x="407" y="688"/>
                  </a:cubicBezTo>
                  <a:cubicBezTo>
                    <a:pt x="410" y="687"/>
                    <a:pt x="412" y="687"/>
                    <a:pt x="415" y="687"/>
                  </a:cubicBezTo>
                  <a:cubicBezTo>
                    <a:pt x="422" y="745"/>
                    <a:pt x="422" y="745"/>
                    <a:pt x="422" y="745"/>
                  </a:cubicBezTo>
                  <a:cubicBezTo>
                    <a:pt x="419" y="745"/>
                    <a:pt x="416" y="745"/>
                    <a:pt x="414" y="746"/>
                  </a:cubicBezTo>
                  <a:close/>
                  <a:moveTo>
                    <a:pt x="327" y="745"/>
                  </a:moveTo>
                  <a:cubicBezTo>
                    <a:pt x="324" y="744"/>
                    <a:pt x="321" y="744"/>
                    <a:pt x="319" y="744"/>
                  </a:cubicBezTo>
                  <a:cubicBezTo>
                    <a:pt x="327" y="686"/>
                    <a:pt x="327" y="686"/>
                    <a:pt x="327" y="686"/>
                  </a:cubicBezTo>
                  <a:cubicBezTo>
                    <a:pt x="330" y="686"/>
                    <a:pt x="332" y="686"/>
                    <a:pt x="334" y="687"/>
                  </a:cubicBezTo>
                  <a:lnTo>
                    <a:pt x="327" y="745"/>
                  </a:lnTo>
                  <a:close/>
                  <a:moveTo>
                    <a:pt x="429" y="744"/>
                  </a:moveTo>
                  <a:cubicBezTo>
                    <a:pt x="421" y="686"/>
                    <a:pt x="421" y="686"/>
                    <a:pt x="421" y="686"/>
                  </a:cubicBezTo>
                  <a:cubicBezTo>
                    <a:pt x="423" y="686"/>
                    <a:pt x="426" y="685"/>
                    <a:pt x="428" y="685"/>
                  </a:cubicBezTo>
                  <a:cubicBezTo>
                    <a:pt x="438" y="742"/>
                    <a:pt x="438" y="742"/>
                    <a:pt x="438" y="742"/>
                  </a:cubicBezTo>
                  <a:cubicBezTo>
                    <a:pt x="435" y="743"/>
                    <a:pt x="432" y="743"/>
                    <a:pt x="429" y="744"/>
                  </a:cubicBezTo>
                  <a:close/>
                  <a:moveTo>
                    <a:pt x="311" y="742"/>
                  </a:moveTo>
                  <a:cubicBezTo>
                    <a:pt x="309" y="742"/>
                    <a:pt x="306" y="741"/>
                    <a:pt x="303" y="741"/>
                  </a:cubicBezTo>
                  <a:cubicBezTo>
                    <a:pt x="314" y="683"/>
                    <a:pt x="314" y="683"/>
                    <a:pt x="314" y="683"/>
                  </a:cubicBezTo>
                  <a:cubicBezTo>
                    <a:pt x="316" y="684"/>
                    <a:pt x="319" y="684"/>
                    <a:pt x="321" y="685"/>
                  </a:cubicBezTo>
                  <a:lnTo>
                    <a:pt x="311" y="742"/>
                  </a:lnTo>
                  <a:close/>
                  <a:moveTo>
                    <a:pt x="445" y="741"/>
                  </a:moveTo>
                  <a:cubicBezTo>
                    <a:pt x="434" y="684"/>
                    <a:pt x="434" y="684"/>
                    <a:pt x="434" y="684"/>
                  </a:cubicBezTo>
                  <a:cubicBezTo>
                    <a:pt x="436" y="683"/>
                    <a:pt x="439" y="683"/>
                    <a:pt x="441" y="682"/>
                  </a:cubicBezTo>
                  <a:cubicBezTo>
                    <a:pt x="453" y="739"/>
                    <a:pt x="453" y="739"/>
                    <a:pt x="453" y="739"/>
                  </a:cubicBezTo>
                  <a:cubicBezTo>
                    <a:pt x="451" y="740"/>
                    <a:pt x="448" y="741"/>
                    <a:pt x="445" y="741"/>
                  </a:cubicBezTo>
                  <a:close/>
                  <a:moveTo>
                    <a:pt x="296" y="739"/>
                  </a:moveTo>
                  <a:cubicBezTo>
                    <a:pt x="293" y="739"/>
                    <a:pt x="290" y="738"/>
                    <a:pt x="287" y="737"/>
                  </a:cubicBezTo>
                  <a:cubicBezTo>
                    <a:pt x="301" y="681"/>
                    <a:pt x="301" y="681"/>
                    <a:pt x="301" y="681"/>
                  </a:cubicBezTo>
                  <a:cubicBezTo>
                    <a:pt x="303" y="681"/>
                    <a:pt x="306" y="682"/>
                    <a:pt x="308" y="682"/>
                  </a:cubicBezTo>
                  <a:lnTo>
                    <a:pt x="296" y="739"/>
                  </a:lnTo>
                  <a:close/>
                  <a:moveTo>
                    <a:pt x="460" y="738"/>
                  </a:moveTo>
                  <a:cubicBezTo>
                    <a:pt x="447" y="681"/>
                    <a:pt x="447" y="681"/>
                    <a:pt x="447" y="681"/>
                  </a:cubicBezTo>
                  <a:cubicBezTo>
                    <a:pt x="449" y="680"/>
                    <a:pt x="452" y="680"/>
                    <a:pt x="454" y="679"/>
                  </a:cubicBezTo>
                  <a:cubicBezTo>
                    <a:pt x="469" y="736"/>
                    <a:pt x="469" y="736"/>
                    <a:pt x="469" y="736"/>
                  </a:cubicBezTo>
                  <a:cubicBezTo>
                    <a:pt x="466" y="736"/>
                    <a:pt x="463" y="737"/>
                    <a:pt x="460" y="738"/>
                  </a:cubicBezTo>
                  <a:close/>
                  <a:moveTo>
                    <a:pt x="280" y="736"/>
                  </a:moveTo>
                  <a:cubicBezTo>
                    <a:pt x="278" y="735"/>
                    <a:pt x="275" y="734"/>
                    <a:pt x="272" y="733"/>
                  </a:cubicBezTo>
                  <a:cubicBezTo>
                    <a:pt x="288" y="677"/>
                    <a:pt x="288" y="677"/>
                    <a:pt x="288" y="677"/>
                  </a:cubicBezTo>
                  <a:cubicBezTo>
                    <a:pt x="290" y="678"/>
                    <a:pt x="293" y="679"/>
                    <a:pt x="295" y="679"/>
                  </a:cubicBezTo>
                  <a:lnTo>
                    <a:pt x="280" y="736"/>
                  </a:lnTo>
                  <a:close/>
                  <a:moveTo>
                    <a:pt x="476" y="734"/>
                  </a:moveTo>
                  <a:cubicBezTo>
                    <a:pt x="460" y="678"/>
                    <a:pt x="460" y="678"/>
                    <a:pt x="460" y="678"/>
                  </a:cubicBezTo>
                  <a:cubicBezTo>
                    <a:pt x="462" y="677"/>
                    <a:pt x="465" y="676"/>
                    <a:pt x="467" y="675"/>
                  </a:cubicBezTo>
                  <a:cubicBezTo>
                    <a:pt x="484" y="731"/>
                    <a:pt x="484" y="731"/>
                    <a:pt x="484" y="731"/>
                  </a:cubicBezTo>
                  <a:cubicBezTo>
                    <a:pt x="481" y="732"/>
                    <a:pt x="479" y="733"/>
                    <a:pt x="476" y="734"/>
                  </a:cubicBezTo>
                  <a:close/>
                  <a:moveTo>
                    <a:pt x="265" y="731"/>
                  </a:moveTo>
                  <a:cubicBezTo>
                    <a:pt x="262" y="731"/>
                    <a:pt x="260" y="730"/>
                    <a:pt x="257" y="729"/>
                  </a:cubicBezTo>
                  <a:cubicBezTo>
                    <a:pt x="275" y="673"/>
                    <a:pt x="275" y="673"/>
                    <a:pt x="275" y="673"/>
                  </a:cubicBezTo>
                  <a:cubicBezTo>
                    <a:pt x="278" y="674"/>
                    <a:pt x="280" y="675"/>
                    <a:pt x="282" y="676"/>
                  </a:cubicBezTo>
                  <a:lnTo>
                    <a:pt x="265" y="731"/>
                  </a:lnTo>
                  <a:close/>
                  <a:moveTo>
                    <a:pt x="491" y="729"/>
                  </a:moveTo>
                  <a:cubicBezTo>
                    <a:pt x="473" y="674"/>
                    <a:pt x="473" y="674"/>
                    <a:pt x="473" y="674"/>
                  </a:cubicBezTo>
                  <a:cubicBezTo>
                    <a:pt x="475" y="673"/>
                    <a:pt x="477" y="672"/>
                    <a:pt x="480" y="671"/>
                  </a:cubicBezTo>
                  <a:cubicBezTo>
                    <a:pt x="499" y="726"/>
                    <a:pt x="499" y="726"/>
                    <a:pt x="499" y="726"/>
                  </a:cubicBezTo>
                  <a:cubicBezTo>
                    <a:pt x="496" y="727"/>
                    <a:pt x="494" y="728"/>
                    <a:pt x="491" y="729"/>
                  </a:cubicBezTo>
                  <a:close/>
                  <a:moveTo>
                    <a:pt x="250" y="726"/>
                  </a:moveTo>
                  <a:cubicBezTo>
                    <a:pt x="247" y="725"/>
                    <a:pt x="244" y="724"/>
                    <a:pt x="242" y="723"/>
                  </a:cubicBezTo>
                  <a:cubicBezTo>
                    <a:pt x="263" y="669"/>
                    <a:pt x="263" y="669"/>
                    <a:pt x="263" y="669"/>
                  </a:cubicBezTo>
                  <a:cubicBezTo>
                    <a:pt x="265" y="670"/>
                    <a:pt x="267" y="671"/>
                    <a:pt x="269" y="671"/>
                  </a:cubicBezTo>
                  <a:lnTo>
                    <a:pt x="250" y="726"/>
                  </a:lnTo>
                  <a:close/>
                  <a:moveTo>
                    <a:pt x="506" y="724"/>
                  </a:moveTo>
                  <a:cubicBezTo>
                    <a:pt x="485" y="669"/>
                    <a:pt x="485" y="669"/>
                    <a:pt x="485" y="669"/>
                  </a:cubicBezTo>
                  <a:cubicBezTo>
                    <a:pt x="488" y="668"/>
                    <a:pt x="490" y="667"/>
                    <a:pt x="492" y="667"/>
                  </a:cubicBezTo>
                  <a:cubicBezTo>
                    <a:pt x="514" y="721"/>
                    <a:pt x="514" y="721"/>
                    <a:pt x="514" y="721"/>
                  </a:cubicBezTo>
                  <a:cubicBezTo>
                    <a:pt x="511" y="722"/>
                    <a:pt x="509" y="723"/>
                    <a:pt x="506" y="724"/>
                  </a:cubicBezTo>
                  <a:close/>
                  <a:moveTo>
                    <a:pt x="235" y="721"/>
                  </a:moveTo>
                  <a:cubicBezTo>
                    <a:pt x="232" y="720"/>
                    <a:pt x="230" y="719"/>
                    <a:pt x="227" y="718"/>
                  </a:cubicBezTo>
                  <a:cubicBezTo>
                    <a:pt x="250" y="664"/>
                    <a:pt x="250" y="664"/>
                    <a:pt x="250" y="664"/>
                  </a:cubicBezTo>
                  <a:cubicBezTo>
                    <a:pt x="252" y="665"/>
                    <a:pt x="255" y="666"/>
                    <a:pt x="257" y="667"/>
                  </a:cubicBezTo>
                  <a:lnTo>
                    <a:pt x="235" y="721"/>
                  </a:lnTo>
                  <a:close/>
                  <a:moveTo>
                    <a:pt x="521" y="718"/>
                  </a:moveTo>
                  <a:cubicBezTo>
                    <a:pt x="498" y="664"/>
                    <a:pt x="498" y="664"/>
                    <a:pt x="498" y="664"/>
                  </a:cubicBezTo>
                  <a:cubicBezTo>
                    <a:pt x="500" y="663"/>
                    <a:pt x="502" y="662"/>
                    <a:pt x="504" y="661"/>
                  </a:cubicBezTo>
                  <a:cubicBezTo>
                    <a:pt x="529" y="715"/>
                    <a:pt x="529" y="715"/>
                    <a:pt x="529" y="715"/>
                  </a:cubicBezTo>
                  <a:cubicBezTo>
                    <a:pt x="526" y="716"/>
                    <a:pt x="523" y="717"/>
                    <a:pt x="521" y="718"/>
                  </a:cubicBezTo>
                  <a:close/>
                  <a:moveTo>
                    <a:pt x="220" y="715"/>
                  </a:moveTo>
                  <a:cubicBezTo>
                    <a:pt x="218" y="713"/>
                    <a:pt x="215" y="712"/>
                    <a:pt x="213" y="711"/>
                  </a:cubicBezTo>
                  <a:cubicBezTo>
                    <a:pt x="238" y="658"/>
                    <a:pt x="238" y="658"/>
                    <a:pt x="238" y="658"/>
                  </a:cubicBezTo>
                  <a:cubicBezTo>
                    <a:pt x="240" y="659"/>
                    <a:pt x="242" y="660"/>
                    <a:pt x="245" y="661"/>
                  </a:cubicBezTo>
                  <a:lnTo>
                    <a:pt x="220" y="715"/>
                  </a:lnTo>
                  <a:close/>
                  <a:moveTo>
                    <a:pt x="535" y="712"/>
                  </a:moveTo>
                  <a:cubicBezTo>
                    <a:pt x="510" y="659"/>
                    <a:pt x="510" y="659"/>
                    <a:pt x="510" y="659"/>
                  </a:cubicBezTo>
                  <a:cubicBezTo>
                    <a:pt x="512" y="658"/>
                    <a:pt x="514" y="657"/>
                    <a:pt x="517" y="656"/>
                  </a:cubicBezTo>
                  <a:cubicBezTo>
                    <a:pt x="543" y="708"/>
                    <a:pt x="543" y="708"/>
                    <a:pt x="543" y="708"/>
                  </a:cubicBezTo>
                  <a:cubicBezTo>
                    <a:pt x="540" y="709"/>
                    <a:pt x="538" y="710"/>
                    <a:pt x="535" y="712"/>
                  </a:cubicBezTo>
                  <a:close/>
                  <a:moveTo>
                    <a:pt x="206" y="708"/>
                  </a:moveTo>
                  <a:cubicBezTo>
                    <a:pt x="203" y="706"/>
                    <a:pt x="201" y="705"/>
                    <a:pt x="198" y="704"/>
                  </a:cubicBezTo>
                  <a:cubicBezTo>
                    <a:pt x="226" y="652"/>
                    <a:pt x="226" y="652"/>
                    <a:pt x="226" y="652"/>
                  </a:cubicBezTo>
                  <a:cubicBezTo>
                    <a:pt x="228" y="653"/>
                    <a:pt x="230" y="654"/>
                    <a:pt x="232" y="656"/>
                  </a:cubicBezTo>
                  <a:lnTo>
                    <a:pt x="206" y="708"/>
                  </a:lnTo>
                  <a:close/>
                  <a:moveTo>
                    <a:pt x="549" y="704"/>
                  </a:moveTo>
                  <a:cubicBezTo>
                    <a:pt x="522" y="653"/>
                    <a:pt x="522" y="653"/>
                    <a:pt x="522" y="653"/>
                  </a:cubicBezTo>
                  <a:cubicBezTo>
                    <a:pt x="524" y="652"/>
                    <a:pt x="526" y="650"/>
                    <a:pt x="528" y="649"/>
                  </a:cubicBezTo>
                  <a:cubicBezTo>
                    <a:pt x="557" y="700"/>
                    <a:pt x="557" y="700"/>
                    <a:pt x="557" y="700"/>
                  </a:cubicBezTo>
                  <a:cubicBezTo>
                    <a:pt x="554" y="702"/>
                    <a:pt x="552" y="703"/>
                    <a:pt x="549" y="704"/>
                  </a:cubicBezTo>
                  <a:close/>
                  <a:moveTo>
                    <a:pt x="192" y="700"/>
                  </a:moveTo>
                  <a:cubicBezTo>
                    <a:pt x="189" y="699"/>
                    <a:pt x="187" y="697"/>
                    <a:pt x="184" y="696"/>
                  </a:cubicBezTo>
                  <a:cubicBezTo>
                    <a:pt x="214" y="646"/>
                    <a:pt x="214" y="646"/>
                    <a:pt x="214" y="646"/>
                  </a:cubicBezTo>
                  <a:cubicBezTo>
                    <a:pt x="216" y="647"/>
                    <a:pt x="218" y="648"/>
                    <a:pt x="221" y="649"/>
                  </a:cubicBezTo>
                  <a:lnTo>
                    <a:pt x="192" y="700"/>
                  </a:lnTo>
                  <a:close/>
                  <a:moveTo>
                    <a:pt x="563" y="697"/>
                  </a:moveTo>
                  <a:cubicBezTo>
                    <a:pt x="534" y="646"/>
                    <a:pt x="534" y="646"/>
                    <a:pt x="534" y="646"/>
                  </a:cubicBezTo>
                  <a:cubicBezTo>
                    <a:pt x="536" y="645"/>
                    <a:pt x="538" y="644"/>
                    <a:pt x="540" y="642"/>
                  </a:cubicBezTo>
                  <a:cubicBezTo>
                    <a:pt x="571" y="692"/>
                    <a:pt x="571" y="692"/>
                    <a:pt x="571" y="692"/>
                  </a:cubicBezTo>
                  <a:cubicBezTo>
                    <a:pt x="568" y="694"/>
                    <a:pt x="566" y="695"/>
                    <a:pt x="563" y="697"/>
                  </a:cubicBezTo>
                  <a:close/>
                  <a:moveTo>
                    <a:pt x="178" y="692"/>
                  </a:moveTo>
                  <a:cubicBezTo>
                    <a:pt x="176" y="691"/>
                    <a:pt x="173" y="689"/>
                    <a:pt x="171" y="688"/>
                  </a:cubicBezTo>
                  <a:cubicBezTo>
                    <a:pt x="203" y="638"/>
                    <a:pt x="203" y="638"/>
                    <a:pt x="203" y="638"/>
                  </a:cubicBezTo>
                  <a:cubicBezTo>
                    <a:pt x="205" y="640"/>
                    <a:pt x="207" y="641"/>
                    <a:pt x="209" y="642"/>
                  </a:cubicBezTo>
                  <a:lnTo>
                    <a:pt x="178" y="692"/>
                  </a:lnTo>
                  <a:close/>
                  <a:moveTo>
                    <a:pt x="577" y="688"/>
                  </a:moveTo>
                  <a:cubicBezTo>
                    <a:pt x="545" y="639"/>
                    <a:pt x="545" y="639"/>
                    <a:pt x="545" y="639"/>
                  </a:cubicBezTo>
                  <a:cubicBezTo>
                    <a:pt x="547" y="638"/>
                    <a:pt x="549" y="637"/>
                    <a:pt x="551" y="635"/>
                  </a:cubicBezTo>
                  <a:cubicBezTo>
                    <a:pt x="584" y="684"/>
                    <a:pt x="584" y="684"/>
                    <a:pt x="584" y="684"/>
                  </a:cubicBezTo>
                  <a:cubicBezTo>
                    <a:pt x="581" y="685"/>
                    <a:pt x="579" y="687"/>
                    <a:pt x="577" y="688"/>
                  </a:cubicBezTo>
                  <a:close/>
                  <a:moveTo>
                    <a:pt x="165" y="684"/>
                  </a:moveTo>
                  <a:cubicBezTo>
                    <a:pt x="163" y="682"/>
                    <a:pt x="160" y="680"/>
                    <a:pt x="158" y="679"/>
                  </a:cubicBezTo>
                  <a:cubicBezTo>
                    <a:pt x="192" y="631"/>
                    <a:pt x="192" y="631"/>
                    <a:pt x="192" y="631"/>
                  </a:cubicBezTo>
                  <a:cubicBezTo>
                    <a:pt x="194" y="632"/>
                    <a:pt x="196" y="634"/>
                    <a:pt x="198" y="635"/>
                  </a:cubicBezTo>
                  <a:lnTo>
                    <a:pt x="165" y="684"/>
                  </a:lnTo>
                  <a:close/>
                  <a:moveTo>
                    <a:pt x="590" y="680"/>
                  </a:moveTo>
                  <a:cubicBezTo>
                    <a:pt x="556" y="632"/>
                    <a:pt x="556" y="632"/>
                    <a:pt x="556" y="632"/>
                  </a:cubicBezTo>
                  <a:cubicBezTo>
                    <a:pt x="558" y="630"/>
                    <a:pt x="560" y="629"/>
                    <a:pt x="562" y="628"/>
                  </a:cubicBezTo>
                  <a:cubicBezTo>
                    <a:pt x="597" y="675"/>
                    <a:pt x="597" y="675"/>
                    <a:pt x="597" y="675"/>
                  </a:cubicBezTo>
                  <a:cubicBezTo>
                    <a:pt x="594" y="676"/>
                    <a:pt x="592" y="678"/>
                    <a:pt x="590" y="680"/>
                  </a:cubicBezTo>
                  <a:close/>
                  <a:moveTo>
                    <a:pt x="152" y="674"/>
                  </a:moveTo>
                  <a:cubicBezTo>
                    <a:pt x="150" y="673"/>
                    <a:pt x="147" y="671"/>
                    <a:pt x="145" y="669"/>
                  </a:cubicBezTo>
                  <a:cubicBezTo>
                    <a:pt x="181" y="623"/>
                    <a:pt x="181" y="623"/>
                    <a:pt x="181" y="623"/>
                  </a:cubicBezTo>
                  <a:cubicBezTo>
                    <a:pt x="183" y="624"/>
                    <a:pt x="185" y="626"/>
                    <a:pt x="187" y="627"/>
                  </a:cubicBezTo>
                  <a:lnTo>
                    <a:pt x="152" y="674"/>
                  </a:lnTo>
                  <a:close/>
                  <a:moveTo>
                    <a:pt x="603" y="670"/>
                  </a:moveTo>
                  <a:cubicBezTo>
                    <a:pt x="567" y="624"/>
                    <a:pt x="567" y="624"/>
                    <a:pt x="567" y="624"/>
                  </a:cubicBezTo>
                  <a:cubicBezTo>
                    <a:pt x="569" y="622"/>
                    <a:pt x="571" y="621"/>
                    <a:pt x="573" y="619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7" y="667"/>
                    <a:pt x="605" y="668"/>
                    <a:pt x="603" y="670"/>
                  </a:cubicBezTo>
                  <a:close/>
                  <a:moveTo>
                    <a:pt x="139" y="665"/>
                  </a:moveTo>
                  <a:cubicBezTo>
                    <a:pt x="137" y="663"/>
                    <a:pt x="135" y="661"/>
                    <a:pt x="133" y="659"/>
                  </a:cubicBezTo>
                  <a:cubicBezTo>
                    <a:pt x="171" y="614"/>
                    <a:pt x="171" y="614"/>
                    <a:pt x="171" y="614"/>
                  </a:cubicBezTo>
                  <a:cubicBezTo>
                    <a:pt x="172" y="616"/>
                    <a:pt x="174" y="618"/>
                    <a:pt x="176" y="619"/>
                  </a:cubicBezTo>
                  <a:lnTo>
                    <a:pt x="139" y="665"/>
                  </a:lnTo>
                  <a:close/>
                  <a:moveTo>
                    <a:pt x="615" y="660"/>
                  </a:moveTo>
                  <a:cubicBezTo>
                    <a:pt x="577" y="615"/>
                    <a:pt x="577" y="615"/>
                    <a:pt x="577" y="615"/>
                  </a:cubicBezTo>
                  <a:cubicBezTo>
                    <a:pt x="579" y="614"/>
                    <a:pt x="581" y="612"/>
                    <a:pt x="583" y="611"/>
                  </a:cubicBezTo>
                  <a:cubicBezTo>
                    <a:pt x="621" y="655"/>
                    <a:pt x="621" y="655"/>
                    <a:pt x="621" y="655"/>
                  </a:cubicBezTo>
                  <a:cubicBezTo>
                    <a:pt x="619" y="656"/>
                    <a:pt x="617" y="658"/>
                    <a:pt x="615" y="660"/>
                  </a:cubicBezTo>
                  <a:close/>
                  <a:moveTo>
                    <a:pt x="127" y="654"/>
                  </a:moveTo>
                  <a:cubicBezTo>
                    <a:pt x="125" y="652"/>
                    <a:pt x="123" y="651"/>
                    <a:pt x="121" y="649"/>
                  </a:cubicBezTo>
                  <a:cubicBezTo>
                    <a:pt x="161" y="606"/>
                    <a:pt x="161" y="606"/>
                    <a:pt x="161" y="606"/>
                  </a:cubicBezTo>
                  <a:cubicBezTo>
                    <a:pt x="162" y="607"/>
                    <a:pt x="164" y="609"/>
                    <a:pt x="166" y="610"/>
                  </a:cubicBezTo>
                  <a:lnTo>
                    <a:pt x="127" y="654"/>
                  </a:lnTo>
                  <a:close/>
                  <a:moveTo>
                    <a:pt x="627" y="650"/>
                  </a:moveTo>
                  <a:cubicBezTo>
                    <a:pt x="587" y="607"/>
                    <a:pt x="587" y="607"/>
                    <a:pt x="587" y="607"/>
                  </a:cubicBezTo>
                  <a:cubicBezTo>
                    <a:pt x="589" y="605"/>
                    <a:pt x="591" y="603"/>
                    <a:pt x="593" y="602"/>
                  </a:cubicBezTo>
                  <a:cubicBezTo>
                    <a:pt x="633" y="644"/>
                    <a:pt x="633" y="644"/>
                    <a:pt x="633" y="644"/>
                  </a:cubicBezTo>
                  <a:cubicBezTo>
                    <a:pt x="631" y="646"/>
                    <a:pt x="629" y="648"/>
                    <a:pt x="627" y="650"/>
                  </a:cubicBezTo>
                  <a:close/>
                  <a:moveTo>
                    <a:pt x="116" y="644"/>
                  </a:moveTo>
                  <a:cubicBezTo>
                    <a:pt x="114" y="642"/>
                    <a:pt x="111" y="640"/>
                    <a:pt x="109" y="638"/>
                  </a:cubicBezTo>
                  <a:cubicBezTo>
                    <a:pt x="151" y="596"/>
                    <a:pt x="151" y="596"/>
                    <a:pt x="151" y="596"/>
                  </a:cubicBezTo>
                  <a:cubicBezTo>
                    <a:pt x="153" y="598"/>
                    <a:pt x="154" y="600"/>
                    <a:pt x="156" y="601"/>
                  </a:cubicBezTo>
                  <a:lnTo>
                    <a:pt x="116" y="644"/>
                  </a:lnTo>
                  <a:close/>
                  <a:moveTo>
                    <a:pt x="638" y="639"/>
                  </a:moveTo>
                  <a:cubicBezTo>
                    <a:pt x="597" y="597"/>
                    <a:pt x="597" y="597"/>
                    <a:pt x="597" y="597"/>
                  </a:cubicBezTo>
                  <a:cubicBezTo>
                    <a:pt x="599" y="596"/>
                    <a:pt x="601" y="594"/>
                    <a:pt x="602" y="592"/>
                  </a:cubicBezTo>
                  <a:cubicBezTo>
                    <a:pt x="644" y="633"/>
                    <a:pt x="644" y="633"/>
                    <a:pt x="644" y="633"/>
                  </a:cubicBezTo>
                  <a:cubicBezTo>
                    <a:pt x="642" y="635"/>
                    <a:pt x="640" y="637"/>
                    <a:pt x="638" y="639"/>
                  </a:cubicBezTo>
                  <a:close/>
                  <a:moveTo>
                    <a:pt x="104" y="632"/>
                  </a:moveTo>
                  <a:cubicBezTo>
                    <a:pt x="102" y="630"/>
                    <a:pt x="100" y="628"/>
                    <a:pt x="98" y="626"/>
                  </a:cubicBezTo>
                  <a:cubicBezTo>
                    <a:pt x="142" y="587"/>
                    <a:pt x="142" y="587"/>
                    <a:pt x="142" y="587"/>
                  </a:cubicBezTo>
                  <a:cubicBezTo>
                    <a:pt x="143" y="588"/>
                    <a:pt x="145" y="590"/>
                    <a:pt x="147" y="592"/>
                  </a:cubicBezTo>
                  <a:lnTo>
                    <a:pt x="104" y="632"/>
                  </a:lnTo>
                  <a:close/>
                  <a:moveTo>
                    <a:pt x="649" y="627"/>
                  </a:moveTo>
                  <a:cubicBezTo>
                    <a:pt x="606" y="588"/>
                    <a:pt x="606" y="588"/>
                    <a:pt x="606" y="588"/>
                  </a:cubicBezTo>
                  <a:cubicBezTo>
                    <a:pt x="608" y="586"/>
                    <a:pt x="610" y="584"/>
                    <a:pt x="611" y="582"/>
                  </a:cubicBezTo>
                  <a:cubicBezTo>
                    <a:pt x="655" y="621"/>
                    <a:pt x="655" y="621"/>
                    <a:pt x="655" y="621"/>
                  </a:cubicBezTo>
                  <a:cubicBezTo>
                    <a:pt x="653" y="623"/>
                    <a:pt x="651" y="625"/>
                    <a:pt x="649" y="627"/>
                  </a:cubicBezTo>
                  <a:close/>
                  <a:moveTo>
                    <a:pt x="94" y="621"/>
                  </a:moveTo>
                  <a:cubicBezTo>
                    <a:pt x="92" y="619"/>
                    <a:pt x="90" y="616"/>
                    <a:pt x="88" y="614"/>
                  </a:cubicBezTo>
                  <a:cubicBezTo>
                    <a:pt x="133" y="577"/>
                    <a:pt x="133" y="577"/>
                    <a:pt x="133" y="577"/>
                  </a:cubicBezTo>
                  <a:cubicBezTo>
                    <a:pt x="134" y="578"/>
                    <a:pt x="136" y="580"/>
                    <a:pt x="138" y="582"/>
                  </a:cubicBezTo>
                  <a:lnTo>
                    <a:pt x="94" y="621"/>
                  </a:lnTo>
                  <a:close/>
                  <a:moveTo>
                    <a:pt x="660" y="616"/>
                  </a:moveTo>
                  <a:cubicBezTo>
                    <a:pt x="615" y="578"/>
                    <a:pt x="615" y="578"/>
                    <a:pt x="615" y="578"/>
                  </a:cubicBezTo>
                  <a:cubicBezTo>
                    <a:pt x="617" y="576"/>
                    <a:pt x="618" y="574"/>
                    <a:pt x="620" y="572"/>
                  </a:cubicBezTo>
                  <a:cubicBezTo>
                    <a:pt x="665" y="609"/>
                    <a:pt x="665" y="609"/>
                    <a:pt x="665" y="609"/>
                  </a:cubicBezTo>
                  <a:cubicBezTo>
                    <a:pt x="664" y="611"/>
                    <a:pt x="662" y="613"/>
                    <a:pt x="660" y="616"/>
                  </a:cubicBezTo>
                  <a:close/>
                  <a:moveTo>
                    <a:pt x="83" y="609"/>
                  </a:moveTo>
                  <a:cubicBezTo>
                    <a:pt x="82" y="606"/>
                    <a:pt x="80" y="604"/>
                    <a:pt x="78" y="602"/>
                  </a:cubicBezTo>
                  <a:cubicBezTo>
                    <a:pt x="124" y="566"/>
                    <a:pt x="124" y="566"/>
                    <a:pt x="124" y="566"/>
                  </a:cubicBezTo>
                  <a:cubicBezTo>
                    <a:pt x="126" y="568"/>
                    <a:pt x="127" y="570"/>
                    <a:pt x="129" y="572"/>
                  </a:cubicBezTo>
                  <a:lnTo>
                    <a:pt x="83" y="609"/>
                  </a:lnTo>
                  <a:close/>
                  <a:moveTo>
                    <a:pt x="670" y="603"/>
                  </a:moveTo>
                  <a:cubicBezTo>
                    <a:pt x="624" y="567"/>
                    <a:pt x="624" y="567"/>
                    <a:pt x="624" y="567"/>
                  </a:cubicBezTo>
                  <a:cubicBezTo>
                    <a:pt x="625" y="565"/>
                    <a:pt x="627" y="563"/>
                    <a:pt x="628" y="561"/>
                  </a:cubicBezTo>
                  <a:cubicBezTo>
                    <a:pt x="675" y="596"/>
                    <a:pt x="675" y="596"/>
                    <a:pt x="675" y="596"/>
                  </a:cubicBezTo>
                  <a:cubicBezTo>
                    <a:pt x="673" y="599"/>
                    <a:pt x="672" y="601"/>
                    <a:pt x="670" y="603"/>
                  </a:cubicBezTo>
                  <a:close/>
                  <a:moveTo>
                    <a:pt x="74" y="596"/>
                  </a:moveTo>
                  <a:cubicBezTo>
                    <a:pt x="72" y="594"/>
                    <a:pt x="70" y="591"/>
                    <a:pt x="69" y="589"/>
                  </a:cubicBezTo>
                  <a:cubicBezTo>
                    <a:pt x="116" y="555"/>
                    <a:pt x="116" y="555"/>
                    <a:pt x="116" y="555"/>
                  </a:cubicBezTo>
                  <a:cubicBezTo>
                    <a:pt x="118" y="557"/>
                    <a:pt x="119" y="559"/>
                    <a:pt x="121" y="561"/>
                  </a:cubicBezTo>
                  <a:lnTo>
                    <a:pt x="74" y="596"/>
                  </a:lnTo>
                  <a:close/>
                  <a:moveTo>
                    <a:pt x="679" y="590"/>
                  </a:moveTo>
                  <a:cubicBezTo>
                    <a:pt x="632" y="557"/>
                    <a:pt x="632" y="557"/>
                    <a:pt x="632" y="557"/>
                  </a:cubicBezTo>
                  <a:cubicBezTo>
                    <a:pt x="633" y="555"/>
                    <a:pt x="635" y="553"/>
                    <a:pt x="636" y="551"/>
                  </a:cubicBezTo>
                  <a:cubicBezTo>
                    <a:pt x="684" y="583"/>
                    <a:pt x="684" y="583"/>
                    <a:pt x="684" y="583"/>
                  </a:cubicBezTo>
                  <a:cubicBezTo>
                    <a:pt x="683" y="586"/>
                    <a:pt x="681" y="588"/>
                    <a:pt x="679" y="590"/>
                  </a:cubicBezTo>
                  <a:close/>
                  <a:moveTo>
                    <a:pt x="65" y="583"/>
                  </a:moveTo>
                  <a:cubicBezTo>
                    <a:pt x="63" y="581"/>
                    <a:pt x="61" y="578"/>
                    <a:pt x="60" y="576"/>
                  </a:cubicBezTo>
                  <a:cubicBezTo>
                    <a:pt x="109" y="544"/>
                    <a:pt x="109" y="544"/>
                    <a:pt x="109" y="544"/>
                  </a:cubicBezTo>
                  <a:cubicBezTo>
                    <a:pt x="110" y="546"/>
                    <a:pt x="112" y="548"/>
                    <a:pt x="113" y="550"/>
                  </a:cubicBezTo>
                  <a:lnTo>
                    <a:pt x="65" y="583"/>
                  </a:lnTo>
                  <a:close/>
                  <a:moveTo>
                    <a:pt x="688" y="577"/>
                  </a:moveTo>
                  <a:cubicBezTo>
                    <a:pt x="639" y="545"/>
                    <a:pt x="639" y="545"/>
                    <a:pt x="639" y="545"/>
                  </a:cubicBezTo>
                  <a:cubicBezTo>
                    <a:pt x="641" y="543"/>
                    <a:pt x="642" y="541"/>
                    <a:pt x="643" y="539"/>
                  </a:cubicBezTo>
                  <a:cubicBezTo>
                    <a:pt x="693" y="570"/>
                    <a:pt x="693" y="570"/>
                    <a:pt x="693" y="570"/>
                  </a:cubicBezTo>
                  <a:cubicBezTo>
                    <a:pt x="691" y="572"/>
                    <a:pt x="690" y="575"/>
                    <a:pt x="688" y="577"/>
                  </a:cubicBezTo>
                  <a:close/>
                  <a:moveTo>
                    <a:pt x="56" y="570"/>
                  </a:moveTo>
                  <a:cubicBezTo>
                    <a:pt x="54" y="567"/>
                    <a:pt x="53" y="565"/>
                    <a:pt x="52" y="562"/>
                  </a:cubicBezTo>
                  <a:cubicBezTo>
                    <a:pt x="102" y="533"/>
                    <a:pt x="102" y="533"/>
                    <a:pt x="102" y="533"/>
                  </a:cubicBezTo>
                  <a:cubicBezTo>
                    <a:pt x="103" y="535"/>
                    <a:pt x="104" y="537"/>
                    <a:pt x="106" y="539"/>
                  </a:cubicBezTo>
                  <a:lnTo>
                    <a:pt x="56" y="570"/>
                  </a:lnTo>
                  <a:close/>
                  <a:moveTo>
                    <a:pt x="697" y="564"/>
                  </a:moveTo>
                  <a:cubicBezTo>
                    <a:pt x="646" y="534"/>
                    <a:pt x="646" y="534"/>
                    <a:pt x="646" y="534"/>
                  </a:cubicBezTo>
                  <a:cubicBezTo>
                    <a:pt x="648" y="532"/>
                    <a:pt x="649" y="530"/>
                    <a:pt x="650" y="528"/>
                  </a:cubicBezTo>
                  <a:cubicBezTo>
                    <a:pt x="701" y="556"/>
                    <a:pt x="701" y="556"/>
                    <a:pt x="701" y="556"/>
                  </a:cubicBezTo>
                  <a:cubicBezTo>
                    <a:pt x="700" y="559"/>
                    <a:pt x="698" y="561"/>
                    <a:pt x="697" y="564"/>
                  </a:cubicBezTo>
                  <a:close/>
                  <a:moveTo>
                    <a:pt x="48" y="556"/>
                  </a:moveTo>
                  <a:cubicBezTo>
                    <a:pt x="47" y="554"/>
                    <a:pt x="45" y="551"/>
                    <a:pt x="44" y="549"/>
                  </a:cubicBezTo>
                  <a:cubicBezTo>
                    <a:pt x="95" y="521"/>
                    <a:pt x="95" y="521"/>
                    <a:pt x="95" y="521"/>
                  </a:cubicBezTo>
                  <a:cubicBezTo>
                    <a:pt x="97" y="523"/>
                    <a:pt x="98" y="525"/>
                    <a:pt x="99" y="528"/>
                  </a:cubicBezTo>
                  <a:lnTo>
                    <a:pt x="48" y="556"/>
                  </a:lnTo>
                  <a:close/>
                  <a:moveTo>
                    <a:pt x="704" y="550"/>
                  </a:moveTo>
                  <a:cubicBezTo>
                    <a:pt x="653" y="522"/>
                    <a:pt x="653" y="522"/>
                    <a:pt x="653" y="522"/>
                  </a:cubicBezTo>
                  <a:cubicBezTo>
                    <a:pt x="654" y="520"/>
                    <a:pt x="655" y="518"/>
                    <a:pt x="656" y="516"/>
                  </a:cubicBezTo>
                  <a:cubicBezTo>
                    <a:pt x="708" y="542"/>
                    <a:pt x="708" y="542"/>
                    <a:pt x="708" y="542"/>
                  </a:cubicBezTo>
                  <a:cubicBezTo>
                    <a:pt x="707" y="545"/>
                    <a:pt x="706" y="547"/>
                    <a:pt x="704" y="550"/>
                  </a:cubicBezTo>
                  <a:close/>
                  <a:moveTo>
                    <a:pt x="40" y="542"/>
                  </a:moveTo>
                  <a:cubicBezTo>
                    <a:pt x="39" y="540"/>
                    <a:pt x="38" y="537"/>
                    <a:pt x="37" y="534"/>
                  </a:cubicBezTo>
                  <a:cubicBezTo>
                    <a:pt x="89" y="509"/>
                    <a:pt x="89" y="509"/>
                    <a:pt x="89" y="509"/>
                  </a:cubicBezTo>
                  <a:cubicBezTo>
                    <a:pt x="91" y="511"/>
                    <a:pt x="92" y="514"/>
                    <a:pt x="93" y="516"/>
                  </a:cubicBezTo>
                  <a:lnTo>
                    <a:pt x="40" y="542"/>
                  </a:lnTo>
                  <a:close/>
                  <a:moveTo>
                    <a:pt x="712" y="536"/>
                  </a:moveTo>
                  <a:cubicBezTo>
                    <a:pt x="659" y="510"/>
                    <a:pt x="659" y="510"/>
                    <a:pt x="659" y="510"/>
                  </a:cubicBezTo>
                  <a:cubicBezTo>
                    <a:pt x="660" y="508"/>
                    <a:pt x="661" y="506"/>
                    <a:pt x="662" y="504"/>
                  </a:cubicBezTo>
                  <a:cubicBezTo>
                    <a:pt x="715" y="528"/>
                    <a:pt x="715" y="528"/>
                    <a:pt x="715" y="528"/>
                  </a:cubicBezTo>
                  <a:cubicBezTo>
                    <a:pt x="714" y="531"/>
                    <a:pt x="713" y="533"/>
                    <a:pt x="712" y="536"/>
                  </a:cubicBezTo>
                  <a:close/>
                  <a:moveTo>
                    <a:pt x="34" y="528"/>
                  </a:moveTo>
                  <a:cubicBezTo>
                    <a:pt x="32" y="525"/>
                    <a:pt x="31" y="523"/>
                    <a:pt x="30" y="520"/>
                  </a:cubicBezTo>
                  <a:cubicBezTo>
                    <a:pt x="84" y="497"/>
                    <a:pt x="84" y="497"/>
                    <a:pt x="84" y="497"/>
                  </a:cubicBezTo>
                  <a:cubicBezTo>
                    <a:pt x="85" y="499"/>
                    <a:pt x="86" y="502"/>
                    <a:pt x="87" y="504"/>
                  </a:cubicBezTo>
                  <a:lnTo>
                    <a:pt x="34" y="528"/>
                  </a:lnTo>
                  <a:close/>
                  <a:moveTo>
                    <a:pt x="718" y="521"/>
                  </a:moveTo>
                  <a:cubicBezTo>
                    <a:pt x="665" y="498"/>
                    <a:pt x="665" y="498"/>
                    <a:pt x="665" y="498"/>
                  </a:cubicBezTo>
                  <a:cubicBezTo>
                    <a:pt x="666" y="496"/>
                    <a:pt x="666" y="494"/>
                    <a:pt x="667" y="491"/>
                  </a:cubicBezTo>
                  <a:cubicBezTo>
                    <a:pt x="722" y="513"/>
                    <a:pt x="722" y="513"/>
                    <a:pt x="722" y="513"/>
                  </a:cubicBezTo>
                  <a:cubicBezTo>
                    <a:pt x="721" y="516"/>
                    <a:pt x="719" y="519"/>
                    <a:pt x="718" y="521"/>
                  </a:cubicBezTo>
                  <a:close/>
                  <a:moveTo>
                    <a:pt x="27" y="513"/>
                  </a:moveTo>
                  <a:cubicBezTo>
                    <a:pt x="26" y="511"/>
                    <a:pt x="25" y="508"/>
                    <a:pt x="24" y="505"/>
                  </a:cubicBezTo>
                  <a:cubicBezTo>
                    <a:pt x="79" y="485"/>
                    <a:pt x="79" y="485"/>
                    <a:pt x="79" y="485"/>
                  </a:cubicBezTo>
                  <a:cubicBezTo>
                    <a:pt x="80" y="487"/>
                    <a:pt x="81" y="489"/>
                    <a:pt x="82" y="491"/>
                  </a:cubicBezTo>
                  <a:lnTo>
                    <a:pt x="27" y="513"/>
                  </a:lnTo>
                  <a:close/>
                  <a:moveTo>
                    <a:pt x="724" y="506"/>
                  </a:moveTo>
                  <a:cubicBezTo>
                    <a:pt x="670" y="486"/>
                    <a:pt x="670" y="486"/>
                    <a:pt x="670" y="486"/>
                  </a:cubicBezTo>
                  <a:cubicBezTo>
                    <a:pt x="670" y="483"/>
                    <a:pt x="671" y="481"/>
                    <a:pt x="672" y="479"/>
                  </a:cubicBezTo>
                  <a:cubicBezTo>
                    <a:pt x="727" y="498"/>
                    <a:pt x="727" y="498"/>
                    <a:pt x="727" y="498"/>
                  </a:cubicBezTo>
                  <a:cubicBezTo>
                    <a:pt x="726" y="501"/>
                    <a:pt x="725" y="504"/>
                    <a:pt x="724" y="506"/>
                  </a:cubicBezTo>
                  <a:close/>
                  <a:moveTo>
                    <a:pt x="22" y="498"/>
                  </a:moveTo>
                  <a:cubicBezTo>
                    <a:pt x="21" y="496"/>
                    <a:pt x="20" y="493"/>
                    <a:pt x="19" y="490"/>
                  </a:cubicBezTo>
                  <a:cubicBezTo>
                    <a:pt x="75" y="472"/>
                    <a:pt x="75" y="472"/>
                    <a:pt x="75" y="472"/>
                  </a:cubicBezTo>
                  <a:cubicBezTo>
                    <a:pt x="75" y="474"/>
                    <a:pt x="76" y="477"/>
                    <a:pt x="77" y="479"/>
                  </a:cubicBezTo>
                  <a:lnTo>
                    <a:pt x="22" y="498"/>
                  </a:lnTo>
                  <a:close/>
                  <a:moveTo>
                    <a:pt x="730" y="491"/>
                  </a:moveTo>
                  <a:cubicBezTo>
                    <a:pt x="674" y="473"/>
                    <a:pt x="674" y="473"/>
                    <a:pt x="674" y="473"/>
                  </a:cubicBezTo>
                  <a:cubicBezTo>
                    <a:pt x="675" y="471"/>
                    <a:pt x="676" y="468"/>
                    <a:pt x="676" y="466"/>
                  </a:cubicBezTo>
                  <a:cubicBezTo>
                    <a:pt x="732" y="483"/>
                    <a:pt x="732" y="483"/>
                    <a:pt x="732" y="483"/>
                  </a:cubicBezTo>
                  <a:cubicBezTo>
                    <a:pt x="731" y="486"/>
                    <a:pt x="731" y="489"/>
                    <a:pt x="730" y="491"/>
                  </a:cubicBezTo>
                  <a:close/>
                  <a:moveTo>
                    <a:pt x="17" y="483"/>
                  </a:moveTo>
                  <a:cubicBezTo>
                    <a:pt x="16" y="481"/>
                    <a:pt x="15" y="478"/>
                    <a:pt x="14" y="475"/>
                  </a:cubicBezTo>
                  <a:cubicBezTo>
                    <a:pt x="71" y="459"/>
                    <a:pt x="71" y="459"/>
                    <a:pt x="71" y="459"/>
                  </a:cubicBezTo>
                  <a:cubicBezTo>
                    <a:pt x="71" y="462"/>
                    <a:pt x="72" y="464"/>
                    <a:pt x="73" y="466"/>
                  </a:cubicBezTo>
                  <a:lnTo>
                    <a:pt x="17" y="483"/>
                  </a:lnTo>
                  <a:close/>
                  <a:moveTo>
                    <a:pt x="734" y="476"/>
                  </a:moveTo>
                  <a:cubicBezTo>
                    <a:pt x="678" y="460"/>
                    <a:pt x="678" y="460"/>
                    <a:pt x="678" y="460"/>
                  </a:cubicBezTo>
                  <a:cubicBezTo>
                    <a:pt x="679" y="458"/>
                    <a:pt x="679" y="456"/>
                    <a:pt x="680" y="453"/>
                  </a:cubicBezTo>
                  <a:cubicBezTo>
                    <a:pt x="737" y="468"/>
                    <a:pt x="737" y="468"/>
                    <a:pt x="737" y="468"/>
                  </a:cubicBezTo>
                  <a:cubicBezTo>
                    <a:pt x="736" y="471"/>
                    <a:pt x="735" y="473"/>
                    <a:pt x="734" y="476"/>
                  </a:cubicBezTo>
                  <a:close/>
                  <a:moveTo>
                    <a:pt x="12" y="468"/>
                  </a:moveTo>
                  <a:cubicBezTo>
                    <a:pt x="12" y="465"/>
                    <a:pt x="11" y="463"/>
                    <a:pt x="10" y="460"/>
                  </a:cubicBezTo>
                  <a:cubicBezTo>
                    <a:pt x="67" y="446"/>
                    <a:pt x="67" y="446"/>
                    <a:pt x="67" y="446"/>
                  </a:cubicBezTo>
                  <a:cubicBezTo>
                    <a:pt x="68" y="449"/>
                    <a:pt x="68" y="451"/>
                    <a:pt x="69" y="453"/>
                  </a:cubicBezTo>
                  <a:lnTo>
                    <a:pt x="12" y="468"/>
                  </a:lnTo>
                  <a:close/>
                  <a:moveTo>
                    <a:pt x="738" y="461"/>
                  </a:moveTo>
                  <a:cubicBezTo>
                    <a:pt x="681" y="447"/>
                    <a:pt x="681" y="447"/>
                    <a:pt x="681" y="447"/>
                  </a:cubicBezTo>
                  <a:cubicBezTo>
                    <a:pt x="682" y="445"/>
                    <a:pt x="683" y="443"/>
                    <a:pt x="683" y="440"/>
                  </a:cubicBezTo>
                  <a:cubicBezTo>
                    <a:pt x="740" y="452"/>
                    <a:pt x="740" y="452"/>
                    <a:pt x="740" y="452"/>
                  </a:cubicBezTo>
                  <a:cubicBezTo>
                    <a:pt x="740" y="455"/>
                    <a:pt x="739" y="458"/>
                    <a:pt x="738" y="461"/>
                  </a:cubicBezTo>
                  <a:close/>
                  <a:moveTo>
                    <a:pt x="9" y="453"/>
                  </a:moveTo>
                  <a:cubicBezTo>
                    <a:pt x="8" y="450"/>
                    <a:pt x="8" y="447"/>
                    <a:pt x="7" y="444"/>
                  </a:cubicBezTo>
                  <a:cubicBezTo>
                    <a:pt x="65" y="433"/>
                    <a:pt x="65" y="433"/>
                    <a:pt x="65" y="433"/>
                  </a:cubicBezTo>
                  <a:cubicBezTo>
                    <a:pt x="65" y="436"/>
                    <a:pt x="65" y="438"/>
                    <a:pt x="66" y="440"/>
                  </a:cubicBezTo>
                  <a:lnTo>
                    <a:pt x="9" y="453"/>
                  </a:lnTo>
                  <a:close/>
                  <a:moveTo>
                    <a:pt x="742" y="445"/>
                  </a:moveTo>
                  <a:cubicBezTo>
                    <a:pt x="684" y="434"/>
                    <a:pt x="684" y="434"/>
                    <a:pt x="684" y="434"/>
                  </a:cubicBezTo>
                  <a:cubicBezTo>
                    <a:pt x="685" y="432"/>
                    <a:pt x="685" y="429"/>
                    <a:pt x="686" y="427"/>
                  </a:cubicBezTo>
                  <a:cubicBezTo>
                    <a:pt x="743" y="437"/>
                    <a:pt x="743" y="437"/>
                    <a:pt x="743" y="437"/>
                  </a:cubicBezTo>
                  <a:cubicBezTo>
                    <a:pt x="743" y="440"/>
                    <a:pt x="742" y="443"/>
                    <a:pt x="742" y="445"/>
                  </a:cubicBezTo>
                  <a:close/>
                  <a:moveTo>
                    <a:pt x="6" y="437"/>
                  </a:moveTo>
                  <a:cubicBezTo>
                    <a:pt x="5" y="434"/>
                    <a:pt x="5" y="431"/>
                    <a:pt x="4" y="429"/>
                  </a:cubicBezTo>
                  <a:cubicBezTo>
                    <a:pt x="62" y="420"/>
                    <a:pt x="62" y="420"/>
                    <a:pt x="62" y="420"/>
                  </a:cubicBezTo>
                  <a:cubicBezTo>
                    <a:pt x="63" y="422"/>
                    <a:pt x="63" y="425"/>
                    <a:pt x="63" y="427"/>
                  </a:cubicBezTo>
                  <a:lnTo>
                    <a:pt x="6" y="437"/>
                  </a:lnTo>
                  <a:close/>
                  <a:moveTo>
                    <a:pt x="744" y="430"/>
                  </a:moveTo>
                  <a:cubicBezTo>
                    <a:pt x="687" y="421"/>
                    <a:pt x="687" y="421"/>
                    <a:pt x="687" y="421"/>
                  </a:cubicBezTo>
                  <a:cubicBezTo>
                    <a:pt x="687" y="419"/>
                    <a:pt x="687" y="416"/>
                    <a:pt x="688" y="414"/>
                  </a:cubicBezTo>
                  <a:cubicBezTo>
                    <a:pt x="746" y="421"/>
                    <a:pt x="746" y="421"/>
                    <a:pt x="746" y="421"/>
                  </a:cubicBezTo>
                  <a:cubicBezTo>
                    <a:pt x="745" y="424"/>
                    <a:pt x="745" y="427"/>
                    <a:pt x="744" y="430"/>
                  </a:cubicBezTo>
                  <a:close/>
                  <a:moveTo>
                    <a:pt x="3" y="421"/>
                  </a:moveTo>
                  <a:cubicBezTo>
                    <a:pt x="3" y="418"/>
                    <a:pt x="3" y="416"/>
                    <a:pt x="2" y="413"/>
                  </a:cubicBezTo>
                  <a:cubicBezTo>
                    <a:pt x="61" y="407"/>
                    <a:pt x="61" y="407"/>
                    <a:pt x="61" y="407"/>
                  </a:cubicBezTo>
                  <a:cubicBezTo>
                    <a:pt x="61" y="409"/>
                    <a:pt x="61" y="412"/>
                    <a:pt x="61" y="414"/>
                  </a:cubicBezTo>
                  <a:lnTo>
                    <a:pt x="3" y="421"/>
                  </a:lnTo>
                  <a:close/>
                  <a:moveTo>
                    <a:pt x="746" y="414"/>
                  </a:moveTo>
                  <a:cubicBezTo>
                    <a:pt x="688" y="408"/>
                    <a:pt x="688" y="408"/>
                    <a:pt x="688" y="408"/>
                  </a:cubicBezTo>
                  <a:cubicBezTo>
                    <a:pt x="689" y="405"/>
                    <a:pt x="689" y="403"/>
                    <a:pt x="689" y="400"/>
                  </a:cubicBezTo>
                  <a:cubicBezTo>
                    <a:pt x="747" y="405"/>
                    <a:pt x="747" y="405"/>
                    <a:pt x="747" y="405"/>
                  </a:cubicBezTo>
                  <a:cubicBezTo>
                    <a:pt x="747" y="408"/>
                    <a:pt x="747" y="411"/>
                    <a:pt x="746" y="414"/>
                  </a:cubicBezTo>
                  <a:close/>
                  <a:moveTo>
                    <a:pt x="2" y="406"/>
                  </a:moveTo>
                  <a:cubicBezTo>
                    <a:pt x="2" y="403"/>
                    <a:pt x="1" y="400"/>
                    <a:pt x="1" y="397"/>
                  </a:cubicBezTo>
                  <a:cubicBezTo>
                    <a:pt x="60" y="393"/>
                    <a:pt x="60" y="393"/>
                    <a:pt x="60" y="393"/>
                  </a:cubicBezTo>
                  <a:cubicBezTo>
                    <a:pt x="60" y="396"/>
                    <a:pt x="60" y="398"/>
                    <a:pt x="60" y="401"/>
                  </a:cubicBezTo>
                  <a:lnTo>
                    <a:pt x="2" y="406"/>
                  </a:lnTo>
                  <a:close/>
                  <a:moveTo>
                    <a:pt x="748" y="398"/>
                  </a:moveTo>
                  <a:cubicBezTo>
                    <a:pt x="689" y="394"/>
                    <a:pt x="689" y="394"/>
                    <a:pt x="689" y="394"/>
                  </a:cubicBezTo>
                  <a:cubicBezTo>
                    <a:pt x="690" y="392"/>
                    <a:pt x="690" y="390"/>
                    <a:pt x="690" y="387"/>
                  </a:cubicBezTo>
                  <a:cubicBezTo>
                    <a:pt x="748" y="390"/>
                    <a:pt x="748" y="390"/>
                    <a:pt x="748" y="390"/>
                  </a:cubicBezTo>
                  <a:cubicBezTo>
                    <a:pt x="748" y="392"/>
                    <a:pt x="748" y="395"/>
                    <a:pt x="748" y="398"/>
                  </a:cubicBezTo>
                  <a:close/>
                  <a:moveTo>
                    <a:pt x="1" y="390"/>
                  </a:moveTo>
                  <a:cubicBezTo>
                    <a:pt x="1" y="387"/>
                    <a:pt x="1" y="384"/>
                    <a:pt x="1" y="381"/>
                  </a:cubicBezTo>
                  <a:cubicBezTo>
                    <a:pt x="59" y="380"/>
                    <a:pt x="59" y="380"/>
                    <a:pt x="59" y="380"/>
                  </a:cubicBezTo>
                  <a:cubicBezTo>
                    <a:pt x="59" y="382"/>
                    <a:pt x="59" y="385"/>
                    <a:pt x="59" y="387"/>
                  </a:cubicBezTo>
                  <a:lnTo>
                    <a:pt x="1" y="390"/>
                  </a:lnTo>
                  <a:close/>
                  <a:moveTo>
                    <a:pt x="748" y="382"/>
                  </a:moveTo>
                  <a:cubicBezTo>
                    <a:pt x="690" y="381"/>
                    <a:pt x="690" y="381"/>
                    <a:pt x="690" y="381"/>
                  </a:cubicBezTo>
                  <a:cubicBezTo>
                    <a:pt x="690" y="379"/>
                    <a:pt x="690" y="376"/>
                    <a:pt x="690" y="374"/>
                  </a:cubicBezTo>
                  <a:cubicBezTo>
                    <a:pt x="690" y="373"/>
                    <a:pt x="690" y="373"/>
                    <a:pt x="690" y="373"/>
                  </a:cubicBezTo>
                  <a:cubicBezTo>
                    <a:pt x="749" y="373"/>
                    <a:pt x="749" y="373"/>
                    <a:pt x="749" y="373"/>
                  </a:cubicBezTo>
                  <a:cubicBezTo>
                    <a:pt x="749" y="374"/>
                    <a:pt x="749" y="374"/>
                    <a:pt x="749" y="374"/>
                  </a:cubicBezTo>
                  <a:cubicBezTo>
                    <a:pt x="749" y="377"/>
                    <a:pt x="749" y="379"/>
                    <a:pt x="748" y="382"/>
                  </a:cubicBezTo>
                  <a:close/>
                  <a:moveTo>
                    <a:pt x="59" y="374"/>
                  </a:moveTo>
                  <a:cubicBezTo>
                    <a:pt x="42" y="374"/>
                    <a:pt x="42" y="374"/>
                    <a:pt x="42" y="374"/>
                  </a:cubicBezTo>
                  <a:cubicBezTo>
                    <a:pt x="0" y="374"/>
                    <a:pt x="0" y="374"/>
                    <a:pt x="0" y="374"/>
                  </a:cubicBezTo>
                  <a:cubicBezTo>
                    <a:pt x="0" y="374"/>
                    <a:pt x="0" y="374"/>
                    <a:pt x="0" y="374"/>
                  </a:cubicBezTo>
                  <a:cubicBezTo>
                    <a:pt x="0" y="371"/>
                    <a:pt x="0" y="368"/>
                    <a:pt x="1" y="365"/>
                  </a:cubicBezTo>
                  <a:cubicBezTo>
                    <a:pt x="59" y="367"/>
                    <a:pt x="59" y="367"/>
                    <a:pt x="59" y="367"/>
                  </a:cubicBezTo>
                  <a:cubicBezTo>
                    <a:pt x="59" y="369"/>
                    <a:pt x="59" y="371"/>
                    <a:pt x="59" y="374"/>
                  </a:cubicBezTo>
                  <a:close/>
                  <a:moveTo>
                    <a:pt x="690" y="367"/>
                  </a:moveTo>
                  <a:cubicBezTo>
                    <a:pt x="690" y="365"/>
                    <a:pt x="690" y="362"/>
                    <a:pt x="690" y="360"/>
                  </a:cubicBezTo>
                  <a:cubicBezTo>
                    <a:pt x="748" y="357"/>
                    <a:pt x="748" y="357"/>
                    <a:pt x="748" y="357"/>
                  </a:cubicBezTo>
                  <a:cubicBezTo>
                    <a:pt x="748" y="360"/>
                    <a:pt x="748" y="363"/>
                    <a:pt x="748" y="366"/>
                  </a:cubicBezTo>
                  <a:lnTo>
                    <a:pt x="690" y="367"/>
                  </a:lnTo>
                  <a:close/>
                  <a:moveTo>
                    <a:pt x="59" y="360"/>
                  </a:moveTo>
                  <a:cubicBezTo>
                    <a:pt x="1" y="358"/>
                    <a:pt x="1" y="358"/>
                    <a:pt x="1" y="358"/>
                  </a:cubicBezTo>
                  <a:cubicBezTo>
                    <a:pt x="1" y="355"/>
                    <a:pt x="1" y="352"/>
                    <a:pt x="1" y="349"/>
                  </a:cubicBezTo>
                  <a:cubicBezTo>
                    <a:pt x="60" y="353"/>
                    <a:pt x="60" y="353"/>
                    <a:pt x="60" y="353"/>
                  </a:cubicBezTo>
                  <a:cubicBezTo>
                    <a:pt x="59" y="356"/>
                    <a:pt x="59" y="358"/>
                    <a:pt x="59" y="360"/>
                  </a:cubicBezTo>
                  <a:close/>
                  <a:moveTo>
                    <a:pt x="689" y="354"/>
                  </a:moveTo>
                  <a:cubicBezTo>
                    <a:pt x="689" y="351"/>
                    <a:pt x="689" y="349"/>
                    <a:pt x="689" y="346"/>
                  </a:cubicBezTo>
                  <a:cubicBezTo>
                    <a:pt x="747" y="342"/>
                    <a:pt x="747" y="342"/>
                    <a:pt x="747" y="342"/>
                  </a:cubicBezTo>
                  <a:cubicBezTo>
                    <a:pt x="747" y="344"/>
                    <a:pt x="748" y="347"/>
                    <a:pt x="748" y="350"/>
                  </a:cubicBezTo>
                  <a:lnTo>
                    <a:pt x="689" y="354"/>
                  </a:lnTo>
                  <a:close/>
                  <a:moveTo>
                    <a:pt x="60" y="347"/>
                  </a:moveTo>
                  <a:cubicBezTo>
                    <a:pt x="2" y="342"/>
                    <a:pt x="2" y="342"/>
                    <a:pt x="2" y="342"/>
                  </a:cubicBezTo>
                  <a:cubicBezTo>
                    <a:pt x="2" y="339"/>
                    <a:pt x="2" y="336"/>
                    <a:pt x="3" y="334"/>
                  </a:cubicBezTo>
                  <a:cubicBezTo>
                    <a:pt x="61" y="340"/>
                    <a:pt x="61" y="340"/>
                    <a:pt x="61" y="340"/>
                  </a:cubicBezTo>
                  <a:cubicBezTo>
                    <a:pt x="60" y="342"/>
                    <a:pt x="60" y="345"/>
                    <a:pt x="60" y="347"/>
                  </a:cubicBezTo>
                  <a:close/>
                  <a:moveTo>
                    <a:pt x="688" y="340"/>
                  </a:moveTo>
                  <a:cubicBezTo>
                    <a:pt x="688" y="338"/>
                    <a:pt x="688" y="336"/>
                    <a:pt x="688" y="333"/>
                  </a:cubicBezTo>
                  <a:cubicBezTo>
                    <a:pt x="746" y="326"/>
                    <a:pt x="746" y="326"/>
                    <a:pt x="746" y="326"/>
                  </a:cubicBezTo>
                  <a:cubicBezTo>
                    <a:pt x="746" y="329"/>
                    <a:pt x="746" y="331"/>
                    <a:pt x="747" y="334"/>
                  </a:cubicBezTo>
                  <a:lnTo>
                    <a:pt x="688" y="340"/>
                  </a:lnTo>
                  <a:close/>
                  <a:moveTo>
                    <a:pt x="61" y="334"/>
                  </a:moveTo>
                  <a:cubicBezTo>
                    <a:pt x="3" y="326"/>
                    <a:pt x="3" y="326"/>
                    <a:pt x="3" y="326"/>
                  </a:cubicBezTo>
                  <a:cubicBezTo>
                    <a:pt x="4" y="324"/>
                    <a:pt x="4" y="321"/>
                    <a:pt x="5" y="318"/>
                  </a:cubicBezTo>
                  <a:cubicBezTo>
                    <a:pt x="62" y="327"/>
                    <a:pt x="62" y="327"/>
                    <a:pt x="62" y="327"/>
                  </a:cubicBezTo>
                  <a:cubicBezTo>
                    <a:pt x="62" y="329"/>
                    <a:pt x="62" y="331"/>
                    <a:pt x="61" y="334"/>
                  </a:cubicBezTo>
                  <a:close/>
                  <a:moveTo>
                    <a:pt x="687" y="327"/>
                  </a:moveTo>
                  <a:cubicBezTo>
                    <a:pt x="686" y="325"/>
                    <a:pt x="686" y="322"/>
                    <a:pt x="686" y="320"/>
                  </a:cubicBezTo>
                  <a:cubicBezTo>
                    <a:pt x="743" y="310"/>
                    <a:pt x="743" y="310"/>
                    <a:pt x="743" y="310"/>
                  </a:cubicBezTo>
                  <a:cubicBezTo>
                    <a:pt x="744" y="313"/>
                    <a:pt x="744" y="316"/>
                    <a:pt x="745" y="319"/>
                  </a:cubicBezTo>
                  <a:lnTo>
                    <a:pt x="687" y="327"/>
                  </a:lnTo>
                  <a:close/>
                  <a:moveTo>
                    <a:pt x="63" y="320"/>
                  </a:moveTo>
                  <a:cubicBezTo>
                    <a:pt x="6" y="311"/>
                    <a:pt x="6" y="311"/>
                    <a:pt x="6" y="311"/>
                  </a:cubicBezTo>
                  <a:cubicBezTo>
                    <a:pt x="6" y="308"/>
                    <a:pt x="7" y="305"/>
                    <a:pt x="7" y="302"/>
                  </a:cubicBezTo>
                  <a:cubicBezTo>
                    <a:pt x="65" y="313"/>
                    <a:pt x="65" y="313"/>
                    <a:pt x="65" y="313"/>
                  </a:cubicBezTo>
                  <a:cubicBezTo>
                    <a:pt x="64" y="316"/>
                    <a:pt x="64" y="318"/>
                    <a:pt x="63" y="320"/>
                  </a:cubicBezTo>
                  <a:close/>
                  <a:moveTo>
                    <a:pt x="684" y="314"/>
                  </a:moveTo>
                  <a:cubicBezTo>
                    <a:pt x="684" y="312"/>
                    <a:pt x="683" y="309"/>
                    <a:pt x="683" y="307"/>
                  </a:cubicBezTo>
                  <a:cubicBezTo>
                    <a:pt x="740" y="294"/>
                    <a:pt x="740" y="294"/>
                    <a:pt x="740" y="294"/>
                  </a:cubicBezTo>
                  <a:cubicBezTo>
                    <a:pt x="741" y="297"/>
                    <a:pt x="741" y="300"/>
                    <a:pt x="742" y="303"/>
                  </a:cubicBezTo>
                  <a:lnTo>
                    <a:pt x="684" y="314"/>
                  </a:lnTo>
                  <a:close/>
                  <a:moveTo>
                    <a:pt x="66" y="307"/>
                  </a:moveTo>
                  <a:cubicBezTo>
                    <a:pt x="9" y="295"/>
                    <a:pt x="9" y="295"/>
                    <a:pt x="9" y="295"/>
                  </a:cubicBezTo>
                  <a:cubicBezTo>
                    <a:pt x="9" y="292"/>
                    <a:pt x="10" y="289"/>
                    <a:pt x="11" y="287"/>
                  </a:cubicBezTo>
                  <a:cubicBezTo>
                    <a:pt x="68" y="300"/>
                    <a:pt x="68" y="300"/>
                    <a:pt x="68" y="300"/>
                  </a:cubicBezTo>
                  <a:cubicBezTo>
                    <a:pt x="67" y="303"/>
                    <a:pt x="66" y="305"/>
                    <a:pt x="66" y="307"/>
                  </a:cubicBezTo>
                  <a:close/>
                  <a:moveTo>
                    <a:pt x="682" y="301"/>
                  </a:moveTo>
                  <a:cubicBezTo>
                    <a:pt x="681" y="298"/>
                    <a:pt x="680" y="296"/>
                    <a:pt x="680" y="294"/>
                  </a:cubicBezTo>
                  <a:cubicBezTo>
                    <a:pt x="736" y="279"/>
                    <a:pt x="736" y="279"/>
                    <a:pt x="736" y="279"/>
                  </a:cubicBezTo>
                  <a:cubicBezTo>
                    <a:pt x="737" y="282"/>
                    <a:pt x="738" y="285"/>
                    <a:pt x="739" y="287"/>
                  </a:cubicBezTo>
                  <a:lnTo>
                    <a:pt x="682" y="301"/>
                  </a:lnTo>
                  <a:close/>
                  <a:moveTo>
                    <a:pt x="69" y="294"/>
                  </a:moveTo>
                  <a:cubicBezTo>
                    <a:pt x="12" y="280"/>
                    <a:pt x="12" y="280"/>
                    <a:pt x="12" y="280"/>
                  </a:cubicBezTo>
                  <a:cubicBezTo>
                    <a:pt x="13" y="277"/>
                    <a:pt x="14" y="274"/>
                    <a:pt x="15" y="271"/>
                  </a:cubicBezTo>
                  <a:cubicBezTo>
                    <a:pt x="71" y="287"/>
                    <a:pt x="71" y="287"/>
                    <a:pt x="71" y="287"/>
                  </a:cubicBezTo>
                  <a:cubicBezTo>
                    <a:pt x="70" y="290"/>
                    <a:pt x="70" y="292"/>
                    <a:pt x="69" y="294"/>
                  </a:cubicBezTo>
                  <a:close/>
                  <a:moveTo>
                    <a:pt x="678" y="288"/>
                  </a:moveTo>
                  <a:cubicBezTo>
                    <a:pt x="678" y="286"/>
                    <a:pt x="677" y="283"/>
                    <a:pt x="676" y="281"/>
                  </a:cubicBezTo>
                  <a:cubicBezTo>
                    <a:pt x="732" y="264"/>
                    <a:pt x="732" y="264"/>
                    <a:pt x="732" y="264"/>
                  </a:cubicBezTo>
                  <a:cubicBezTo>
                    <a:pt x="733" y="266"/>
                    <a:pt x="734" y="269"/>
                    <a:pt x="735" y="272"/>
                  </a:cubicBezTo>
                  <a:lnTo>
                    <a:pt x="678" y="288"/>
                  </a:lnTo>
                  <a:close/>
                  <a:moveTo>
                    <a:pt x="73" y="281"/>
                  </a:moveTo>
                  <a:cubicBezTo>
                    <a:pt x="17" y="264"/>
                    <a:pt x="17" y="264"/>
                    <a:pt x="17" y="264"/>
                  </a:cubicBezTo>
                  <a:cubicBezTo>
                    <a:pt x="18" y="262"/>
                    <a:pt x="18" y="259"/>
                    <a:pt x="19" y="256"/>
                  </a:cubicBezTo>
                  <a:cubicBezTo>
                    <a:pt x="75" y="274"/>
                    <a:pt x="75" y="274"/>
                    <a:pt x="75" y="274"/>
                  </a:cubicBezTo>
                  <a:cubicBezTo>
                    <a:pt x="74" y="277"/>
                    <a:pt x="73" y="279"/>
                    <a:pt x="73" y="281"/>
                  </a:cubicBezTo>
                  <a:close/>
                  <a:moveTo>
                    <a:pt x="674" y="275"/>
                  </a:moveTo>
                  <a:cubicBezTo>
                    <a:pt x="674" y="273"/>
                    <a:pt x="673" y="270"/>
                    <a:pt x="672" y="268"/>
                  </a:cubicBezTo>
                  <a:cubicBezTo>
                    <a:pt x="727" y="249"/>
                    <a:pt x="727" y="249"/>
                    <a:pt x="727" y="249"/>
                  </a:cubicBezTo>
                  <a:cubicBezTo>
                    <a:pt x="728" y="251"/>
                    <a:pt x="729" y="254"/>
                    <a:pt x="730" y="257"/>
                  </a:cubicBezTo>
                  <a:lnTo>
                    <a:pt x="674" y="275"/>
                  </a:lnTo>
                  <a:close/>
                  <a:moveTo>
                    <a:pt x="77" y="269"/>
                  </a:moveTo>
                  <a:cubicBezTo>
                    <a:pt x="22" y="249"/>
                    <a:pt x="22" y="249"/>
                    <a:pt x="22" y="249"/>
                  </a:cubicBezTo>
                  <a:cubicBezTo>
                    <a:pt x="23" y="246"/>
                    <a:pt x="24" y="244"/>
                    <a:pt x="25" y="241"/>
                  </a:cubicBezTo>
                  <a:cubicBezTo>
                    <a:pt x="79" y="262"/>
                    <a:pt x="79" y="262"/>
                    <a:pt x="79" y="262"/>
                  </a:cubicBezTo>
                  <a:cubicBezTo>
                    <a:pt x="78" y="264"/>
                    <a:pt x="78" y="266"/>
                    <a:pt x="77" y="269"/>
                  </a:cubicBezTo>
                  <a:close/>
                  <a:moveTo>
                    <a:pt x="670" y="262"/>
                  </a:moveTo>
                  <a:cubicBezTo>
                    <a:pt x="669" y="260"/>
                    <a:pt x="668" y="258"/>
                    <a:pt x="667" y="256"/>
                  </a:cubicBezTo>
                  <a:cubicBezTo>
                    <a:pt x="722" y="234"/>
                    <a:pt x="722" y="234"/>
                    <a:pt x="722" y="234"/>
                  </a:cubicBezTo>
                  <a:cubicBezTo>
                    <a:pt x="723" y="236"/>
                    <a:pt x="724" y="239"/>
                    <a:pt x="725" y="242"/>
                  </a:cubicBezTo>
                  <a:lnTo>
                    <a:pt x="670" y="262"/>
                  </a:lnTo>
                  <a:close/>
                  <a:moveTo>
                    <a:pt x="82" y="256"/>
                  </a:moveTo>
                  <a:cubicBezTo>
                    <a:pt x="27" y="234"/>
                    <a:pt x="27" y="234"/>
                    <a:pt x="27" y="234"/>
                  </a:cubicBezTo>
                  <a:cubicBezTo>
                    <a:pt x="28" y="232"/>
                    <a:pt x="29" y="229"/>
                    <a:pt x="31" y="226"/>
                  </a:cubicBezTo>
                  <a:cubicBezTo>
                    <a:pt x="84" y="249"/>
                    <a:pt x="84" y="249"/>
                    <a:pt x="84" y="249"/>
                  </a:cubicBezTo>
                  <a:cubicBezTo>
                    <a:pt x="83" y="252"/>
                    <a:pt x="82" y="254"/>
                    <a:pt x="82" y="256"/>
                  </a:cubicBezTo>
                  <a:close/>
                  <a:moveTo>
                    <a:pt x="665" y="250"/>
                  </a:moveTo>
                  <a:cubicBezTo>
                    <a:pt x="664" y="248"/>
                    <a:pt x="663" y="246"/>
                    <a:pt x="662" y="243"/>
                  </a:cubicBezTo>
                  <a:cubicBezTo>
                    <a:pt x="715" y="219"/>
                    <a:pt x="715" y="219"/>
                    <a:pt x="715" y="219"/>
                  </a:cubicBezTo>
                  <a:cubicBezTo>
                    <a:pt x="716" y="222"/>
                    <a:pt x="718" y="224"/>
                    <a:pt x="719" y="227"/>
                  </a:cubicBezTo>
                  <a:lnTo>
                    <a:pt x="665" y="250"/>
                  </a:lnTo>
                  <a:close/>
                  <a:moveTo>
                    <a:pt x="87" y="244"/>
                  </a:moveTo>
                  <a:cubicBezTo>
                    <a:pt x="34" y="220"/>
                    <a:pt x="34" y="220"/>
                    <a:pt x="34" y="220"/>
                  </a:cubicBezTo>
                  <a:cubicBezTo>
                    <a:pt x="35" y="217"/>
                    <a:pt x="36" y="214"/>
                    <a:pt x="37" y="212"/>
                  </a:cubicBezTo>
                  <a:cubicBezTo>
                    <a:pt x="90" y="237"/>
                    <a:pt x="90" y="237"/>
                    <a:pt x="90" y="237"/>
                  </a:cubicBezTo>
                  <a:cubicBezTo>
                    <a:pt x="89" y="239"/>
                    <a:pt x="88" y="242"/>
                    <a:pt x="87" y="244"/>
                  </a:cubicBezTo>
                  <a:close/>
                  <a:moveTo>
                    <a:pt x="659" y="238"/>
                  </a:moveTo>
                  <a:cubicBezTo>
                    <a:pt x="658" y="236"/>
                    <a:pt x="657" y="234"/>
                    <a:pt x="656" y="231"/>
                  </a:cubicBezTo>
                  <a:cubicBezTo>
                    <a:pt x="708" y="205"/>
                    <a:pt x="708" y="205"/>
                    <a:pt x="708" y="205"/>
                  </a:cubicBezTo>
                  <a:cubicBezTo>
                    <a:pt x="710" y="208"/>
                    <a:pt x="711" y="210"/>
                    <a:pt x="712" y="213"/>
                  </a:cubicBezTo>
                  <a:lnTo>
                    <a:pt x="659" y="238"/>
                  </a:lnTo>
                  <a:close/>
                  <a:moveTo>
                    <a:pt x="93" y="232"/>
                  </a:moveTo>
                  <a:cubicBezTo>
                    <a:pt x="40" y="205"/>
                    <a:pt x="40" y="205"/>
                    <a:pt x="40" y="205"/>
                  </a:cubicBezTo>
                  <a:cubicBezTo>
                    <a:pt x="42" y="203"/>
                    <a:pt x="43" y="200"/>
                    <a:pt x="44" y="198"/>
                  </a:cubicBezTo>
                  <a:cubicBezTo>
                    <a:pt x="96" y="225"/>
                    <a:pt x="96" y="225"/>
                    <a:pt x="96" y="225"/>
                  </a:cubicBezTo>
                  <a:cubicBezTo>
                    <a:pt x="95" y="227"/>
                    <a:pt x="94" y="229"/>
                    <a:pt x="93" y="232"/>
                  </a:cubicBezTo>
                  <a:close/>
                  <a:moveTo>
                    <a:pt x="653" y="226"/>
                  </a:moveTo>
                  <a:cubicBezTo>
                    <a:pt x="652" y="224"/>
                    <a:pt x="651" y="222"/>
                    <a:pt x="650" y="220"/>
                  </a:cubicBezTo>
                  <a:cubicBezTo>
                    <a:pt x="701" y="191"/>
                    <a:pt x="701" y="191"/>
                    <a:pt x="701" y="191"/>
                  </a:cubicBezTo>
                  <a:cubicBezTo>
                    <a:pt x="702" y="193"/>
                    <a:pt x="704" y="196"/>
                    <a:pt x="705" y="199"/>
                  </a:cubicBezTo>
                  <a:lnTo>
                    <a:pt x="653" y="226"/>
                  </a:lnTo>
                  <a:close/>
                  <a:moveTo>
                    <a:pt x="99" y="220"/>
                  </a:moveTo>
                  <a:cubicBezTo>
                    <a:pt x="48" y="191"/>
                    <a:pt x="48" y="191"/>
                    <a:pt x="48" y="191"/>
                  </a:cubicBezTo>
                  <a:cubicBezTo>
                    <a:pt x="49" y="189"/>
                    <a:pt x="51" y="186"/>
                    <a:pt x="52" y="184"/>
                  </a:cubicBezTo>
                  <a:cubicBezTo>
                    <a:pt x="103" y="213"/>
                    <a:pt x="103" y="213"/>
                    <a:pt x="103" y="213"/>
                  </a:cubicBezTo>
                  <a:cubicBezTo>
                    <a:pt x="101" y="216"/>
                    <a:pt x="100" y="218"/>
                    <a:pt x="99" y="220"/>
                  </a:cubicBezTo>
                  <a:close/>
                  <a:moveTo>
                    <a:pt x="647" y="214"/>
                  </a:moveTo>
                  <a:cubicBezTo>
                    <a:pt x="646" y="212"/>
                    <a:pt x="644" y="210"/>
                    <a:pt x="643" y="208"/>
                  </a:cubicBezTo>
                  <a:cubicBezTo>
                    <a:pt x="693" y="177"/>
                    <a:pt x="693" y="177"/>
                    <a:pt x="693" y="177"/>
                  </a:cubicBezTo>
                  <a:cubicBezTo>
                    <a:pt x="694" y="180"/>
                    <a:pt x="696" y="182"/>
                    <a:pt x="697" y="185"/>
                  </a:cubicBezTo>
                  <a:lnTo>
                    <a:pt x="647" y="214"/>
                  </a:lnTo>
                  <a:close/>
                  <a:moveTo>
                    <a:pt x="106" y="208"/>
                  </a:moveTo>
                  <a:cubicBezTo>
                    <a:pt x="56" y="178"/>
                    <a:pt x="56" y="178"/>
                    <a:pt x="56" y="178"/>
                  </a:cubicBezTo>
                  <a:cubicBezTo>
                    <a:pt x="57" y="175"/>
                    <a:pt x="59" y="173"/>
                    <a:pt x="61" y="170"/>
                  </a:cubicBezTo>
                  <a:cubicBezTo>
                    <a:pt x="110" y="202"/>
                    <a:pt x="110" y="202"/>
                    <a:pt x="110" y="202"/>
                  </a:cubicBezTo>
                  <a:cubicBezTo>
                    <a:pt x="108" y="204"/>
                    <a:pt x="107" y="206"/>
                    <a:pt x="106" y="208"/>
                  </a:cubicBezTo>
                  <a:close/>
                  <a:moveTo>
                    <a:pt x="640" y="203"/>
                  </a:moveTo>
                  <a:cubicBezTo>
                    <a:pt x="639" y="201"/>
                    <a:pt x="637" y="199"/>
                    <a:pt x="636" y="197"/>
                  </a:cubicBezTo>
                  <a:cubicBezTo>
                    <a:pt x="684" y="164"/>
                    <a:pt x="684" y="164"/>
                    <a:pt x="684" y="164"/>
                  </a:cubicBezTo>
                  <a:cubicBezTo>
                    <a:pt x="686" y="166"/>
                    <a:pt x="688" y="169"/>
                    <a:pt x="689" y="171"/>
                  </a:cubicBezTo>
                  <a:lnTo>
                    <a:pt x="640" y="203"/>
                  </a:lnTo>
                  <a:close/>
                  <a:moveTo>
                    <a:pt x="113" y="197"/>
                  </a:moveTo>
                  <a:cubicBezTo>
                    <a:pt x="65" y="164"/>
                    <a:pt x="65" y="164"/>
                    <a:pt x="65" y="164"/>
                  </a:cubicBezTo>
                  <a:cubicBezTo>
                    <a:pt x="66" y="162"/>
                    <a:pt x="68" y="159"/>
                    <a:pt x="70" y="157"/>
                  </a:cubicBezTo>
                  <a:cubicBezTo>
                    <a:pt x="117" y="191"/>
                    <a:pt x="117" y="191"/>
                    <a:pt x="117" y="191"/>
                  </a:cubicBezTo>
                  <a:cubicBezTo>
                    <a:pt x="116" y="193"/>
                    <a:pt x="114" y="195"/>
                    <a:pt x="113" y="197"/>
                  </a:cubicBezTo>
                  <a:close/>
                  <a:moveTo>
                    <a:pt x="632" y="192"/>
                  </a:moveTo>
                  <a:cubicBezTo>
                    <a:pt x="631" y="190"/>
                    <a:pt x="630" y="188"/>
                    <a:pt x="628" y="186"/>
                  </a:cubicBezTo>
                  <a:cubicBezTo>
                    <a:pt x="675" y="151"/>
                    <a:pt x="675" y="151"/>
                    <a:pt x="675" y="151"/>
                  </a:cubicBezTo>
                  <a:cubicBezTo>
                    <a:pt x="677" y="153"/>
                    <a:pt x="679" y="156"/>
                    <a:pt x="680" y="158"/>
                  </a:cubicBezTo>
                  <a:lnTo>
                    <a:pt x="632" y="192"/>
                  </a:lnTo>
                  <a:close/>
                  <a:moveTo>
                    <a:pt x="121" y="186"/>
                  </a:moveTo>
                  <a:cubicBezTo>
                    <a:pt x="74" y="151"/>
                    <a:pt x="74" y="151"/>
                    <a:pt x="74" y="151"/>
                  </a:cubicBezTo>
                  <a:cubicBezTo>
                    <a:pt x="75" y="149"/>
                    <a:pt x="77" y="147"/>
                    <a:pt x="79" y="144"/>
                  </a:cubicBezTo>
                  <a:cubicBezTo>
                    <a:pt x="125" y="180"/>
                    <a:pt x="125" y="180"/>
                    <a:pt x="125" y="180"/>
                  </a:cubicBezTo>
                  <a:cubicBezTo>
                    <a:pt x="124" y="182"/>
                    <a:pt x="122" y="184"/>
                    <a:pt x="121" y="186"/>
                  </a:cubicBezTo>
                  <a:close/>
                  <a:moveTo>
                    <a:pt x="624" y="181"/>
                  </a:moveTo>
                  <a:cubicBezTo>
                    <a:pt x="623" y="179"/>
                    <a:pt x="622" y="177"/>
                    <a:pt x="620" y="175"/>
                  </a:cubicBezTo>
                  <a:cubicBezTo>
                    <a:pt x="665" y="139"/>
                    <a:pt x="665" y="139"/>
                    <a:pt x="665" y="139"/>
                  </a:cubicBezTo>
                  <a:cubicBezTo>
                    <a:pt x="667" y="141"/>
                    <a:pt x="669" y="143"/>
                    <a:pt x="671" y="145"/>
                  </a:cubicBezTo>
                  <a:lnTo>
                    <a:pt x="624" y="181"/>
                  </a:lnTo>
                  <a:close/>
                  <a:moveTo>
                    <a:pt x="129" y="175"/>
                  </a:moveTo>
                  <a:cubicBezTo>
                    <a:pt x="83" y="139"/>
                    <a:pt x="83" y="139"/>
                    <a:pt x="83" y="139"/>
                  </a:cubicBezTo>
                  <a:cubicBezTo>
                    <a:pt x="85" y="136"/>
                    <a:pt x="87" y="134"/>
                    <a:pt x="89" y="132"/>
                  </a:cubicBezTo>
                  <a:cubicBezTo>
                    <a:pt x="134" y="170"/>
                    <a:pt x="134" y="170"/>
                    <a:pt x="134" y="170"/>
                  </a:cubicBezTo>
                  <a:cubicBezTo>
                    <a:pt x="132" y="172"/>
                    <a:pt x="130" y="174"/>
                    <a:pt x="129" y="175"/>
                  </a:cubicBezTo>
                  <a:close/>
                  <a:moveTo>
                    <a:pt x="616" y="171"/>
                  </a:moveTo>
                  <a:cubicBezTo>
                    <a:pt x="615" y="169"/>
                    <a:pt x="613" y="167"/>
                    <a:pt x="611" y="165"/>
                  </a:cubicBezTo>
                  <a:cubicBezTo>
                    <a:pt x="655" y="126"/>
                    <a:pt x="655" y="126"/>
                    <a:pt x="655" y="126"/>
                  </a:cubicBezTo>
                  <a:cubicBezTo>
                    <a:pt x="657" y="129"/>
                    <a:pt x="659" y="131"/>
                    <a:pt x="661" y="133"/>
                  </a:cubicBezTo>
                  <a:lnTo>
                    <a:pt x="616" y="171"/>
                  </a:lnTo>
                  <a:close/>
                  <a:moveTo>
                    <a:pt x="138" y="165"/>
                  </a:moveTo>
                  <a:cubicBezTo>
                    <a:pt x="94" y="127"/>
                    <a:pt x="94" y="127"/>
                    <a:pt x="94" y="127"/>
                  </a:cubicBezTo>
                  <a:cubicBezTo>
                    <a:pt x="96" y="124"/>
                    <a:pt x="98" y="122"/>
                    <a:pt x="100" y="120"/>
                  </a:cubicBezTo>
                  <a:cubicBezTo>
                    <a:pt x="142" y="160"/>
                    <a:pt x="142" y="160"/>
                    <a:pt x="142" y="160"/>
                  </a:cubicBezTo>
                  <a:cubicBezTo>
                    <a:pt x="141" y="162"/>
                    <a:pt x="139" y="163"/>
                    <a:pt x="138" y="165"/>
                  </a:cubicBezTo>
                  <a:close/>
                  <a:moveTo>
                    <a:pt x="607" y="161"/>
                  </a:moveTo>
                  <a:cubicBezTo>
                    <a:pt x="606" y="159"/>
                    <a:pt x="604" y="157"/>
                    <a:pt x="602" y="155"/>
                  </a:cubicBezTo>
                  <a:cubicBezTo>
                    <a:pt x="644" y="115"/>
                    <a:pt x="644" y="115"/>
                    <a:pt x="644" y="115"/>
                  </a:cubicBezTo>
                  <a:cubicBezTo>
                    <a:pt x="646" y="117"/>
                    <a:pt x="648" y="119"/>
                    <a:pt x="650" y="121"/>
                  </a:cubicBezTo>
                  <a:lnTo>
                    <a:pt x="607" y="161"/>
                  </a:lnTo>
                  <a:close/>
                  <a:moveTo>
                    <a:pt x="147" y="155"/>
                  </a:moveTo>
                  <a:cubicBezTo>
                    <a:pt x="104" y="115"/>
                    <a:pt x="104" y="115"/>
                    <a:pt x="104" y="115"/>
                  </a:cubicBezTo>
                  <a:cubicBezTo>
                    <a:pt x="106" y="113"/>
                    <a:pt x="108" y="111"/>
                    <a:pt x="111" y="109"/>
                  </a:cubicBezTo>
                  <a:cubicBezTo>
                    <a:pt x="152" y="150"/>
                    <a:pt x="152" y="150"/>
                    <a:pt x="152" y="150"/>
                  </a:cubicBezTo>
                  <a:cubicBezTo>
                    <a:pt x="150" y="152"/>
                    <a:pt x="148" y="154"/>
                    <a:pt x="147" y="155"/>
                  </a:cubicBezTo>
                  <a:close/>
                  <a:moveTo>
                    <a:pt x="598" y="151"/>
                  </a:moveTo>
                  <a:cubicBezTo>
                    <a:pt x="596" y="149"/>
                    <a:pt x="595" y="147"/>
                    <a:pt x="593" y="146"/>
                  </a:cubicBezTo>
                  <a:cubicBezTo>
                    <a:pt x="633" y="104"/>
                    <a:pt x="633" y="104"/>
                    <a:pt x="633" y="104"/>
                  </a:cubicBezTo>
                  <a:cubicBezTo>
                    <a:pt x="635" y="106"/>
                    <a:pt x="637" y="108"/>
                    <a:pt x="639" y="110"/>
                  </a:cubicBezTo>
                  <a:lnTo>
                    <a:pt x="598" y="151"/>
                  </a:lnTo>
                  <a:close/>
                  <a:moveTo>
                    <a:pt x="156" y="146"/>
                  </a:moveTo>
                  <a:cubicBezTo>
                    <a:pt x="116" y="104"/>
                    <a:pt x="116" y="104"/>
                    <a:pt x="116" y="104"/>
                  </a:cubicBezTo>
                  <a:cubicBezTo>
                    <a:pt x="118" y="102"/>
                    <a:pt x="120" y="100"/>
                    <a:pt x="122" y="98"/>
                  </a:cubicBezTo>
                  <a:cubicBezTo>
                    <a:pt x="161" y="141"/>
                    <a:pt x="161" y="141"/>
                    <a:pt x="161" y="141"/>
                  </a:cubicBezTo>
                  <a:cubicBezTo>
                    <a:pt x="160" y="142"/>
                    <a:pt x="158" y="144"/>
                    <a:pt x="156" y="146"/>
                  </a:cubicBezTo>
                  <a:close/>
                  <a:moveTo>
                    <a:pt x="588" y="142"/>
                  </a:moveTo>
                  <a:cubicBezTo>
                    <a:pt x="587" y="140"/>
                    <a:pt x="585" y="138"/>
                    <a:pt x="583" y="137"/>
                  </a:cubicBezTo>
                  <a:cubicBezTo>
                    <a:pt x="622" y="93"/>
                    <a:pt x="622" y="93"/>
                    <a:pt x="622" y="93"/>
                  </a:cubicBezTo>
                  <a:cubicBezTo>
                    <a:pt x="624" y="95"/>
                    <a:pt x="626" y="97"/>
                    <a:pt x="628" y="99"/>
                  </a:cubicBezTo>
                  <a:lnTo>
                    <a:pt x="588" y="142"/>
                  </a:lnTo>
                  <a:close/>
                  <a:moveTo>
                    <a:pt x="166" y="137"/>
                  </a:moveTo>
                  <a:cubicBezTo>
                    <a:pt x="127" y="93"/>
                    <a:pt x="127" y="93"/>
                    <a:pt x="127" y="93"/>
                  </a:cubicBezTo>
                  <a:cubicBezTo>
                    <a:pt x="130" y="91"/>
                    <a:pt x="132" y="89"/>
                    <a:pt x="134" y="87"/>
                  </a:cubicBezTo>
                  <a:cubicBezTo>
                    <a:pt x="172" y="132"/>
                    <a:pt x="172" y="132"/>
                    <a:pt x="172" y="132"/>
                  </a:cubicBezTo>
                  <a:cubicBezTo>
                    <a:pt x="170" y="134"/>
                    <a:pt x="168" y="135"/>
                    <a:pt x="166" y="137"/>
                  </a:cubicBezTo>
                  <a:close/>
                  <a:moveTo>
                    <a:pt x="578" y="133"/>
                  </a:moveTo>
                  <a:cubicBezTo>
                    <a:pt x="576" y="131"/>
                    <a:pt x="575" y="130"/>
                    <a:pt x="573" y="128"/>
                  </a:cubicBezTo>
                  <a:cubicBezTo>
                    <a:pt x="609" y="83"/>
                    <a:pt x="609" y="83"/>
                    <a:pt x="609" y="83"/>
                  </a:cubicBezTo>
                  <a:cubicBezTo>
                    <a:pt x="612" y="84"/>
                    <a:pt x="614" y="86"/>
                    <a:pt x="616" y="88"/>
                  </a:cubicBezTo>
                  <a:lnTo>
                    <a:pt x="578" y="133"/>
                  </a:lnTo>
                  <a:close/>
                  <a:moveTo>
                    <a:pt x="176" y="128"/>
                  </a:moveTo>
                  <a:cubicBezTo>
                    <a:pt x="139" y="83"/>
                    <a:pt x="139" y="83"/>
                    <a:pt x="139" y="83"/>
                  </a:cubicBezTo>
                  <a:cubicBezTo>
                    <a:pt x="142" y="81"/>
                    <a:pt x="144" y="79"/>
                    <a:pt x="146" y="77"/>
                  </a:cubicBezTo>
                  <a:cubicBezTo>
                    <a:pt x="182" y="124"/>
                    <a:pt x="182" y="124"/>
                    <a:pt x="182" y="124"/>
                  </a:cubicBezTo>
                  <a:cubicBezTo>
                    <a:pt x="180" y="125"/>
                    <a:pt x="178" y="127"/>
                    <a:pt x="176" y="128"/>
                  </a:cubicBezTo>
                  <a:close/>
                  <a:moveTo>
                    <a:pt x="568" y="124"/>
                  </a:moveTo>
                  <a:cubicBezTo>
                    <a:pt x="566" y="123"/>
                    <a:pt x="564" y="121"/>
                    <a:pt x="562" y="120"/>
                  </a:cubicBezTo>
                  <a:cubicBezTo>
                    <a:pt x="597" y="73"/>
                    <a:pt x="597" y="73"/>
                    <a:pt x="597" y="73"/>
                  </a:cubicBezTo>
                  <a:cubicBezTo>
                    <a:pt x="599" y="75"/>
                    <a:pt x="601" y="76"/>
                    <a:pt x="604" y="78"/>
                  </a:cubicBezTo>
                  <a:lnTo>
                    <a:pt x="568" y="124"/>
                  </a:lnTo>
                  <a:close/>
                  <a:moveTo>
                    <a:pt x="187" y="120"/>
                  </a:moveTo>
                  <a:cubicBezTo>
                    <a:pt x="152" y="73"/>
                    <a:pt x="152" y="73"/>
                    <a:pt x="152" y="73"/>
                  </a:cubicBezTo>
                  <a:cubicBezTo>
                    <a:pt x="154" y="71"/>
                    <a:pt x="157" y="70"/>
                    <a:pt x="159" y="68"/>
                  </a:cubicBezTo>
                  <a:cubicBezTo>
                    <a:pt x="193" y="116"/>
                    <a:pt x="193" y="116"/>
                    <a:pt x="193" y="116"/>
                  </a:cubicBezTo>
                  <a:cubicBezTo>
                    <a:pt x="191" y="117"/>
                    <a:pt x="189" y="118"/>
                    <a:pt x="187" y="120"/>
                  </a:cubicBezTo>
                  <a:close/>
                  <a:moveTo>
                    <a:pt x="557" y="116"/>
                  </a:moveTo>
                  <a:cubicBezTo>
                    <a:pt x="555" y="115"/>
                    <a:pt x="553" y="113"/>
                    <a:pt x="551" y="112"/>
                  </a:cubicBezTo>
                  <a:cubicBezTo>
                    <a:pt x="584" y="64"/>
                    <a:pt x="584" y="64"/>
                    <a:pt x="584" y="64"/>
                  </a:cubicBezTo>
                  <a:cubicBezTo>
                    <a:pt x="586" y="65"/>
                    <a:pt x="589" y="67"/>
                    <a:pt x="591" y="69"/>
                  </a:cubicBezTo>
                  <a:lnTo>
                    <a:pt x="557" y="116"/>
                  </a:lnTo>
                  <a:close/>
                  <a:moveTo>
                    <a:pt x="198" y="112"/>
                  </a:moveTo>
                  <a:cubicBezTo>
                    <a:pt x="165" y="64"/>
                    <a:pt x="165" y="64"/>
                    <a:pt x="165" y="64"/>
                  </a:cubicBezTo>
                  <a:cubicBezTo>
                    <a:pt x="167" y="62"/>
                    <a:pt x="170" y="61"/>
                    <a:pt x="172" y="59"/>
                  </a:cubicBezTo>
                  <a:cubicBezTo>
                    <a:pt x="204" y="108"/>
                    <a:pt x="204" y="108"/>
                    <a:pt x="204" y="108"/>
                  </a:cubicBezTo>
                  <a:cubicBezTo>
                    <a:pt x="202" y="109"/>
                    <a:pt x="200" y="111"/>
                    <a:pt x="198" y="112"/>
                  </a:cubicBezTo>
                  <a:close/>
                  <a:moveTo>
                    <a:pt x="546" y="109"/>
                  </a:moveTo>
                  <a:cubicBezTo>
                    <a:pt x="544" y="107"/>
                    <a:pt x="542" y="106"/>
                    <a:pt x="540" y="105"/>
                  </a:cubicBezTo>
                  <a:cubicBezTo>
                    <a:pt x="571" y="55"/>
                    <a:pt x="571" y="55"/>
                    <a:pt x="571" y="55"/>
                  </a:cubicBezTo>
                  <a:cubicBezTo>
                    <a:pt x="573" y="57"/>
                    <a:pt x="575" y="58"/>
                    <a:pt x="578" y="60"/>
                  </a:cubicBezTo>
                  <a:lnTo>
                    <a:pt x="546" y="109"/>
                  </a:lnTo>
                  <a:close/>
                  <a:moveTo>
                    <a:pt x="209" y="105"/>
                  </a:moveTo>
                  <a:cubicBezTo>
                    <a:pt x="178" y="55"/>
                    <a:pt x="178" y="55"/>
                    <a:pt x="178" y="55"/>
                  </a:cubicBezTo>
                  <a:cubicBezTo>
                    <a:pt x="181" y="54"/>
                    <a:pt x="183" y="52"/>
                    <a:pt x="186" y="51"/>
                  </a:cubicBezTo>
                  <a:cubicBezTo>
                    <a:pt x="215" y="101"/>
                    <a:pt x="215" y="101"/>
                    <a:pt x="215" y="101"/>
                  </a:cubicBezTo>
                  <a:cubicBezTo>
                    <a:pt x="213" y="102"/>
                    <a:pt x="211" y="104"/>
                    <a:pt x="209" y="105"/>
                  </a:cubicBezTo>
                  <a:close/>
                  <a:moveTo>
                    <a:pt x="535" y="102"/>
                  </a:moveTo>
                  <a:cubicBezTo>
                    <a:pt x="533" y="100"/>
                    <a:pt x="530" y="99"/>
                    <a:pt x="528" y="98"/>
                  </a:cubicBezTo>
                  <a:cubicBezTo>
                    <a:pt x="557" y="47"/>
                    <a:pt x="557" y="47"/>
                    <a:pt x="557" y="47"/>
                  </a:cubicBezTo>
                  <a:cubicBezTo>
                    <a:pt x="559" y="48"/>
                    <a:pt x="562" y="50"/>
                    <a:pt x="564" y="51"/>
                  </a:cubicBezTo>
                  <a:lnTo>
                    <a:pt x="535" y="102"/>
                  </a:lnTo>
                  <a:close/>
                  <a:moveTo>
                    <a:pt x="220" y="98"/>
                  </a:moveTo>
                  <a:cubicBezTo>
                    <a:pt x="192" y="47"/>
                    <a:pt x="192" y="47"/>
                    <a:pt x="192" y="47"/>
                  </a:cubicBezTo>
                  <a:cubicBezTo>
                    <a:pt x="194" y="46"/>
                    <a:pt x="197" y="44"/>
                    <a:pt x="199" y="43"/>
                  </a:cubicBezTo>
                  <a:cubicBezTo>
                    <a:pt x="227" y="95"/>
                    <a:pt x="227" y="95"/>
                    <a:pt x="227" y="95"/>
                  </a:cubicBezTo>
                  <a:cubicBezTo>
                    <a:pt x="225" y="96"/>
                    <a:pt x="223" y="97"/>
                    <a:pt x="220" y="98"/>
                  </a:cubicBezTo>
                  <a:close/>
                  <a:moveTo>
                    <a:pt x="523" y="95"/>
                  </a:moveTo>
                  <a:cubicBezTo>
                    <a:pt x="521" y="94"/>
                    <a:pt x="519" y="93"/>
                    <a:pt x="516" y="92"/>
                  </a:cubicBezTo>
                  <a:cubicBezTo>
                    <a:pt x="543" y="40"/>
                    <a:pt x="543" y="40"/>
                    <a:pt x="543" y="40"/>
                  </a:cubicBezTo>
                  <a:cubicBezTo>
                    <a:pt x="545" y="41"/>
                    <a:pt x="548" y="42"/>
                    <a:pt x="550" y="44"/>
                  </a:cubicBezTo>
                  <a:lnTo>
                    <a:pt x="523" y="95"/>
                  </a:lnTo>
                  <a:close/>
                  <a:moveTo>
                    <a:pt x="232" y="92"/>
                  </a:moveTo>
                  <a:cubicBezTo>
                    <a:pt x="206" y="40"/>
                    <a:pt x="206" y="40"/>
                    <a:pt x="206" y="40"/>
                  </a:cubicBezTo>
                  <a:cubicBezTo>
                    <a:pt x="208" y="38"/>
                    <a:pt x="211" y="37"/>
                    <a:pt x="214" y="36"/>
                  </a:cubicBezTo>
                  <a:cubicBezTo>
                    <a:pt x="239" y="89"/>
                    <a:pt x="239" y="89"/>
                    <a:pt x="239" y="89"/>
                  </a:cubicBezTo>
                  <a:cubicBezTo>
                    <a:pt x="237" y="90"/>
                    <a:pt x="234" y="91"/>
                    <a:pt x="232" y="92"/>
                  </a:cubicBezTo>
                  <a:close/>
                  <a:moveTo>
                    <a:pt x="511" y="89"/>
                  </a:moveTo>
                  <a:cubicBezTo>
                    <a:pt x="509" y="88"/>
                    <a:pt x="507" y="87"/>
                    <a:pt x="504" y="86"/>
                  </a:cubicBezTo>
                  <a:cubicBezTo>
                    <a:pt x="528" y="33"/>
                    <a:pt x="528" y="33"/>
                    <a:pt x="528" y="33"/>
                  </a:cubicBezTo>
                  <a:cubicBezTo>
                    <a:pt x="531" y="34"/>
                    <a:pt x="534" y="35"/>
                    <a:pt x="536" y="36"/>
                  </a:cubicBezTo>
                  <a:lnTo>
                    <a:pt x="511" y="89"/>
                  </a:lnTo>
                  <a:close/>
                  <a:moveTo>
                    <a:pt x="244" y="86"/>
                  </a:moveTo>
                  <a:cubicBezTo>
                    <a:pt x="220" y="33"/>
                    <a:pt x="220" y="33"/>
                    <a:pt x="220" y="33"/>
                  </a:cubicBezTo>
                  <a:cubicBezTo>
                    <a:pt x="223" y="32"/>
                    <a:pt x="225" y="31"/>
                    <a:pt x="228" y="29"/>
                  </a:cubicBezTo>
                  <a:cubicBezTo>
                    <a:pt x="251" y="83"/>
                    <a:pt x="251" y="83"/>
                    <a:pt x="251" y="83"/>
                  </a:cubicBezTo>
                  <a:cubicBezTo>
                    <a:pt x="249" y="84"/>
                    <a:pt x="247" y="85"/>
                    <a:pt x="244" y="86"/>
                  </a:cubicBezTo>
                  <a:close/>
                  <a:moveTo>
                    <a:pt x="499" y="83"/>
                  </a:moveTo>
                  <a:cubicBezTo>
                    <a:pt x="496" y="83"/>
                    <a:pt x="494" y="82"/>
                    <a:pt x="492" y="81"/>
                  </a:cubicBezTo>
                  <a:cubicBezTo>
                    <a:pt x="514" y="26"/>
                    <a:pt x="514" y="26"/>
                    <a:pt x="514" y="26"/>
                  </a:cubicBezTo>
                  <a:cubicBezTo>
                    <a:pt x="516" y="27"/>
                    <a:pt x="519" y="29"/>
                    <a:pt x="522" y="30"/>
                  </a:cubicBezTo>
                  <a:lnTo>
                    <a:pt x="499" y="83"/>
                  </a:lnTo>
                  <a:close/>
                  <a:moveTo>
                    <a:pt x="257" y="81"/>
                  </a:moveTo>
                  <a:cubicBezTo>
                    <a:pt x="235" y="27"/>
                    <a:pt x="235" y="27"/>
                    <a:pt x="235" y="27"/>
                  </a:cubicBezTo>
                  <a:cubicBezTo>
                    <a:pt x="237" y="26"/>
                    <a:pt x="240" y="24"/>
                    <a:pt x="243" y="23"/>
                  </a:cubicBezTo>
                  <a:cubicBezTo>
                    <a:pt x="263" y="78"/>
                    <a:pt x="263" y="78"/>
                    <a:pt x="263" y="78"/>
                  </a:cubicBezTo>
                  <a:cubicBezTo>
                    <a:pt x="261" y="79"/>
                    <a:pt x="259" y="80"/>
                    <a:pt x="257" y="81"/>
                  </a:cubicBezTo>
                  <a:close/>
                  <a:moveTo>
                    <a:pt x="486" y="78"/>
                  </a:moveTo>
                  <a:cubicBezTo>
                    <a:pt x="484" y="78"/>
                    <a:pt x="482" y="77"/>
                    <a:pt x="479" y="76"/>
                  </a:cubicBezTo>
                  <a:cubicBezTo>
                    <a:pt x="499" y="21"/>
                    <a:pt x="499" y="21"/>
                    <a:pt x="499" y="21"/>
                  </a:cubicBezTo>
                  <a:cubicBezTo>
                    <a:pt x="502" y="22"/>
                    <a:pt x="504" y="23"/>
                    <a:pt x="507" y="24"/>
                  </a:cubicBezTo>
                  <a:lnTo>
                    <a:pt x="486" y="78"/>
                  </a:lnTo>
                  <a:close/>
                  <a:moveTo>
                    <a:pt x="269" y="76"/>
                  </a:moveTo>
                  <a:cubicBezTo>
                    <a:pt x="250" y="21"/>
                    <a:pt x="250" y="21"/>
                    <a:pt x="250" y="21"/>
                  </a:cubicBezTo>
                  <a:cubicBezTo>
                    <a:pt x="252" y="20"/>
                    <a:pt x="255" y="19"/>
                    <a:pt x="258" y="18"/>
                  </a:cubicBezTo>
                  <a:cubicBezTo>
                    <a:pt x="276" y="74"/>
                    <a:pt x="276" y="74"/>
                    <a:pt x="276" y="74"/>
                  </a:cubicBezTo>
                  <a:cubicBezTo>
                    <a:pt x="274" y="75"/>
                    <a:pt x="271" y="75"/>
                    <a:pt x="269" y="76"/>
                  </a:cubicBezTo>
                  <a:close/>
                  <a:moveTo>
                    <a:pt x="474" y="74"/>
                  </a:moveTo>
                  <a:cubicBezTo>
                    <a:pt x="471" y="73"/>
                    <a:pt x="469" y="72"/>
                    <a:pt x="467" y="72"/>
                  </a:cubicBezTo>
                  <a:cubicBezTo>
                    <a:pt x="484" y="16"/>
                    <a:pt x="484" y="16"/>
                    <a:pt x="484" y="16"/>
                  </a:cubicBezTo>
                  <a:cubicBezTo>
                    <a:pt x="486" y="17"/>
                    <a:pt x="489" y="18"/>
                    <a:pt x="492" y="18"/>
                  </a:cubicBezTo>
                  <a:lnTo>
                    <a:pt x="474" y="74"/>
                  </a:lnTo>
                  <a:close/>
                  <a:moveTo>
                    <a:pt x="282" y="72"/>
                  </a:moveTo>
                  <a:cubicBezTo>
                    <a:pt x="265" y="16"/>
                    <a:pt x="265" y="16"/>
                    <a:pt x="265" y="16"/>
                  </a:cubicBezTo>
                  <a:cubicBezTo>
                    <a:pt x="267" y="15"/>
                    <a:pt x="270" y="14"/>
                    <a:pt x="273" y="14"/>
                  </a:cubicBezTo>
                  <a:cubicBezTo>
                    <a:pt x="289" y="70"/>
                    <a:pt x="289" y="70"/>
                    <a:pt x="289" y="70"/>
                  </a:cubicBezTo>
                  <a:cubicBezTo>
                    <a:pt x="286" y="71"/>
                    <a:pt x="284" y="71"/>
                    <a:pt x="282" y="72"/>
                  </a:cubicBezTo>
                  <a:close/>
                  <a:moveTo>
                    <a:pt x="461" y="70"/>
                  </a:moveTo>
                  <a:cubicBezTo>
                    <a:pt x="458" y="69"/>
                    <a:pt x="456" y="69"/>
                    <a:pt x="454" y="68"/>
                  </a:cubicBezTo>
                  <a:cubicBezTo>
                    <a:pt x="468" y="12"/>
                    <a:pt x="468" y="12"/>
                    <a:pt x="468" y="12"/>
                  </a:cubicBezTo>
                  <a:cubicBezTo>
                    <a:pt x="471" y="12"/>
                    <a:pt x="474" y="13"/>
                    <a:pt x="477" y="14"/>
                  </a:cubicBezTo>
                  <a:lnTo>
                    <a:pt x="461" y="70"/>
                  </a:lnTo>
                  <a:close/>
                  <a:moveTo>
                    <a:pt x="295" y="68"/>
                  </a:moveTo>
                  <a:cubicBezTo>
                    <a:pt x="280" y="12"/>
                    <a:pt x="280" y="12"/>
                    <a:pt x="280" y="12"/>
                  </a:cubicBezTo>
                  <a:cubicBezTo>
                    <a:pt x="283" y="11"/>
                    <a:pt x="286" y="10"/>
                    <a:pt x="288" y="10"/>
                  </a:cubicBezTo>
                  <a:cubicBezTo>
                    <a:pt x="302" y="67"/>
                    <a:pt x="302" y="67"/>
                    <a:pt x="302" y="67"/>
                  </a:cubicBezTo>
                  <a:cubicBezTo>
                    <a:pt x="299" y="67"/>
                    <a:pt x="297" y="68"/>
                    <a:pt x="295" y="68"/>
                  </a:cubicBezTo>
                  <a:close/>
                  <a:moveTo>
                    <a:pt x="448" y="67"/>
                  </a:moveTo>
                  <a:cubicBezTo>
                    <a:pt x="445" y="66"/>
                    <a:pt x="443" y="66"/>
                    <a:pt x="441" y="65"/>
                  </a:cubicBezTo>
                  <a:cubicBezTo>
                    <a:pt x="453" y="8"/>
                    <a:pt x="453" y="8"/>
                    <a:pt x="453" y="8"/>
                  </a:cubicBezTo>
                  <a:cubicBezTo>
                    <a:pt x="456" y="8"/>
                    <a:pt x="459" y="9"/>
                    <a:pt x="461" y="10"/>
                  </a:cubicBezTo>
                  <a:lnTo>
                    <a:pt x="448" y="67"/>
                  </a:lnTo>
                  <a:close/>
                  <a:moveTo>
                    <a:pt x="308" y="65"/>
                  </a:moveTo>
                  <a:cubicBezTo>
                    <a:pt x="295" y="8"/>
                    <a:pt x="295" y="8"/>
                    <a:pt x="295" y="8"/>
                  </a:cubicBezTo>
                  <a:cubicBezTo>
                    <a:pt x="298" y="7"/>
                    <a:pt x="301" y="7"/>
                    <a:pt x="304" y="6"/>
                  </a:cubicBezTo>
                  <a:cubicBezTo>
                    <a:pt x="315" y="64"/>
                    <a:pt x="315" y="64"/>
                    <a:pt x="315" y="64"/>
                  </a:cubicBezTo>
                  <a:cubicBezTo>
                    <a:pt x="312" y="64"/>
                    <a:pt x="310" y="65"/>
                    <a:pt x="308" y="65"/>
                  </a:cubicBezTo>
                  <a:close/>
                  <a:moveTo>
                    <a:pt x="435" y="64"/>
                  </a:moveTo>
                  <a:cubicBezTo>
                    <a:pt x="432" y="63"/>
                    <a:pt x="430" y="63"/>
                    <a:pt x="428" y="63"/>
                  </a:cubicBezTo>
                  <a:cubicBezTo>
                    <a:pt x="437" y="5"/>
                    <a:pt x="437" y="5"/>
                    <a:pt x="437" y="5"/>
                  </a:cubicBezTo>
                  <a:cubicBezTo>
                    <a:pt x="440" y="5"/>
                    <a:pt x="443" y="6"/>
                    <a:pt x="446" y="6"/>
                  </a:cubicBezTo>
                  <a:lnTo>
                    <a:pt x="435" y="64"/>
                  </a:lnTo>
                  <a:close/>
                  <a:moveTo>
                    <a:pt x="321" y="63"/>
                  </a:moveTo>
                  <a:cubicBezTo>
                    <a:pt x="311" y="5"/>
                    <a:pt x="311" y="5"/>
                    <a:pt x="311" y="5"/>
                  </a:cubicBezTo>
                  <a:cubicBezTo>
                    <a:pt x="314" y="5"/>
                    <a:pt x="317" y="4"/>
                    <a:pt x="320" y="4"/>
                  </a:cubicBezTo>
                  <a:cubicBezTo>
                    <a:pt x="328" y="61"/>
                    <a:pt x="328" y="61"/>
                    <a:pt x="328" y="61"/>
                  </a:cubicBezTo>
                  <a:cubicBezTo>
                    <a:pt x="326" y="62"/>
                    <a:pt x="323" y="62"/>
                    <a:pt x="321" y="63"/>
                  </a:cubicBezTo>
                  <a:close/>
                  <a:moveTo>
                    <a:pt x="422" y="62"/>
                  </a:moveTo>
                  <a:cubicBezTo>
                    <a:pt x="419" y="61"/>
                    <a:pt x="417" y="61"/>
                    <a:pt x="414" y="61"/>
                  </a:cubicBezTo>
                  <a:cubicBezTo>
                    <a:pt x="422" y="3"/>
                    <a:pt x="422" y="3"/>
                    <a:pt x="422" y="3"/>
                  </a:cubicBezTo>
                  <a:cubicBezTo>
                    <a:pt x="424" y="3"/>
                    <a:pt x="427" y="3"/>
                    <a:pt x="430" y="4"/>
                  </a:cubicBezTo>
                  <a:lnTo>
                    <a:pt x="422" y="62"/>
                  </a:lnTo>
                  <a:close/>
                  <a:moveTo>
                    <a:pt x="334" y="61"/>
                  </a:moveTo>
                  <a:cubicBezTo>
                    <a:pt x="327" y="3"/>
                    <a:pt x="327" y="3"/>
                    <a:pt x="327" y="3"/>
                  </a:cubicBezTo>
                  <a:cubicBezTo>
                    <a:pt x="330" y="2"/>
                    <a:pt x="332" y="2"/>
                    <a:pt x="335" y="2"/>
                  </a:cubicBezTo>
                  <a:cubicBezTo>
                    <a:pt x="341" y="60"/>
                    <a:pt x="341" y="60"/>
                    <a:pt x="341" y="60"/>
                  </a:cubicBezTo>
                  <a:cubicBezTo>
                    <a:pt x="339" y="60"/>
                    <a:pt x="337" y="60"/>
                    <a:pt x="334" y="61"/>
                  </a:cubicBezTo>
                  <a:close/>
                  <a:moveTo>
                    <a:pt x="408" y="60"/>
                  </a:moveTo>
                  <a:cubicBezTo>
                    <a:pt x="406" y="60"/>
                    <a:pt x="403" y="59"/>
                    <a:pt x="401" y="59"/>
                  </a:cubicBezTo>
                  <a:cubicBezTo>
                    <a:pt x="406" y="1"/>
                    <a:pt x="406" y="1"/>
                    <a:pt x="406" y="1"/>
                  </a:cubicBezTo>
                  <a:cubicBezTo>
                    <a:pt x="409" y="1"/>
                    <a:pt x="412" y="1"/>
                    <a:pt x="414" y="2"/>
                  </a:cubicBezTo>
                  <a:lnTo>
                    <a:pt x="408" y="60"/>
                  </a:lnTo>
                  <a:close/>
                  <a:moveTo>
                    <a:pt x="347" y="59"/>
                  </a:moveTo>
                  <a:cubicBezTo>
                    <a:pt x="342" y="1"/>
                    <a:pt x="342" y="1"/>
                    <a:pt x="342" y="1"/>
                  </a:cubicBezTo>
                  <a:cubicBezTo>
                    <a:pt x="345" y="1"/>
                    <a:pt x="348" y="1"/>
                    <a:pt x="351" y="0"/>
                  </a:cubicBezTo>
                  <a:cubicBezTo>
                    <a:pt x="355" y="59"/>
                    <a:pt x="355" y="59"/>
                    <a:pt x="355" y="59"/>
                  </a:cubicBezTo>
                  <a:cubicBezTo>
                    <a:pt x="352" y="59"/>
                    <a:pt x="350" y="59"/>
                    <a:pt x="347" y="59"/>
                  </a:cubicBezTo>
                  <a:close/>
                  <a:moveTo>
                    <a:pt x="395" y="59"/>
                  </a:moveTo>
                  <a:cubicBezTo>
                    <a:pt x="392" y="59"/>
                    <a:pt x="390" y="58"/>
                    <a:pt x="388" y="58"/>
                  </a:cubicBezTo>
                  <a:cubicBezTo>
                    <a:pt x="390" y="0"/>
                    <a:pt x="390" y="0"/>
                    <a:pt x="390" y="0"/>
                  </a:cubicBezTo>
                  <a:cubicBezTo>
                    <a:pt x="393" y="0"/>
                    <a:pt x="396" y="0"/>
                    <a:pt x="399" y="0"/>
                  </a:cubicBezTo>
                  <a:lnTo>
                    <a:pt x="395" y="59"/>
                  </a:lnTo>
                  <a:close/>
                  <a:moveTo>
                    <a:pt x="361" y="58"/>
                  </a:moveTo>
                  <a:cubicBezTo>
                    <a:pt x="358" y="0"/>
                    <a:pt x="358" y="0"/>
                    <a:pt x="358" y="0"/>
                  </a:cubicBezTo>
                  <a:cubicBezTo>
                    <a:pt x="361" y="0"/>
                    <a:pt x="364" y="0"/>
                    <a:pt x="367" y="0"/>
                  </a:cubicBezTo>
                  <a:cubicBezTo>
                    <a:pt x="368" y="58"/>
                    <a:pt x="368" y="58"/>
                    <a:pt x="368" y="58"/>
                  </a:cubicBezTo>
                  <a:cubicBezTo>
                    <a:pt x="366" y="58"/>
                    <a:pt x="363" y="58"/>
                    <a:pt x="361" y="58"/>
                  </a:cubicBezTo>
                  <a:close/>
                  <a:moveTo>
                    <a:pt x="382" y="58"/>
                  </a:moveTo>
                  <a:cubicBezTo>
                    <a:pt x="379" y="58"/>
                    <a:pt x="377" y="58"/>
                    <a:pt x="375" y="58"/>
                  </a:cubicBezTo>
                  <a:cubicBezTo>
                    <a:pt x="374" y="58"/>
                    <a:pt x="374" y="58"/>
                    <a:pt x="374" y="58"/>
                  </a:cubicBezTo>
                  <a:cubicBezTo>
                    <a:pt x="374" y="23"/>
                    <a:pt x="374" y="23"/>
                    <a:pt x="374" y="23"/>
                  </a:cubicBezTo>
                  <a:cubicBezTo>
                    <a:pt x="374" y="0"/>
                    <a:pt x="374" y="0"/>
                    <a:pt x="374" y="0"/>
                  </a:cubicBezTo>
                  <a:cubicBezTo>
                    <a:pt x="375" y="0"/>
                    <a:pt x="375" y="0"/>
                    <a:pt x="375" y="0"/>
                  </a:cubicBezTo>
                  <a:cubicBezTo>
                    <a:pt x="377" y="0"/>
                    <a:pt x="380" y="0"/>
                    <a:pt x="383" y="0"/>
                  </a:cubicBezTo>
                  <a:lnTo>
                    <a:pt x="382" y="58"/>
                  </a:lnTo>
                  <a:close/>
                  <a:moveTo>
                    <a:pt x="374" y="23"/>
                  </a:moveTo>
                  <a:cubicBezTo>
                    <a:pt x="374" y="29"/>
                    <a:pt x="374" y="29"/>
                    <a:pt x="374" y="29"/>
                  </a:cubicBezTo>
                  <a:cubicBezTo>
                    <a:pt x="374" y="24"/>
                    <a:pt x="374" y="24"/>
                    <a:pt x="374" y="24"/>
                  </a:cubicBezTo>
                  <a:lnTo>
                    <a:pt x="374" y="2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2" name="Google Shape;1312;p32"/>
            <p:cNvSpPr/>
            <p:nvPr/>
          </p:nvSpPr>
          <p:spPr>
            <a:xfrm>
              <a:off x="5734050" y="4329113"/>
              <a:ext cx="985838" cy="987424"/>
            </a:xfrm>
            <a:custGeom>
              <a:avLst/>
              <a:gdLst/>
              <a:ahLst/>
              <a:cxnLst/>
              <a:rect l="l" t="t" r="r" b="b"/>
              <a:pathLst>
                <a:path w="585" h="585" extrusionOk="0">
                  <a:moveTo>
                    <a:pt x="293" y="585"/>
                  </a:moveTo>
                  <a:cubicBezTo>
                    <a:pt x="131" y="585"/>
                    <a:pt x="0" y="454"/>
                    <a:pt x="0" y="293"/>
                  </a:cubicBezTo>
                  <a:cubicBezTo>
                    <a:pt x="0" y="131"/>
                    <a:pt x="131" y="0"/>
                    <a:pt x="293" y="0"/>
                  </a:cubicBezTo>
                  <a:cubicBezTo>
                    <a:pt x="454" y="0"/>
                    <a:pt x="585" y="131"/>
                    <a:pt x="585" y="293"/>
                  </a:cubicBezTo>
                  <a:cubicBezTo>
                    <a:pt x="585" y="454"/>
                    <a:pt x="454" y="585"/>
                    <a:pt x="293" y="585"/>
                  </a:cubicBezTo>
                  <a:close/>
                  <a:moveTo>
                    <a:pt x="293" y="5"/>
                  </a:moveTo>
                  <a:cubicBezTo>
                    <a:pt x="134" y="5"/>
                    <a:pt x="5" y="134"/>
                    <a:pt x="5" y="293"/>
                  </a:cubicBezTo>
                  <a:cubicBezTo>
                    <a:pt x="5" y="451"/>
                    <a:pt x="134" y="580"/>
                    <a:pt x="293" y="580"/>
                  </a:cubicBezTo>
                  <a:cubicBezTo>
                    <a:pt x="451" y="580"/>
                    <a:pt x="580" y="451"/>
                    <a:pt x="580" y="293"/>
                  </a:cubicBezTo>
                  <a:cubicBezTo>
                    <a:pt x="580" y="134"/>
                    <a:pt x="451" y="5"/>
                    <a:pt x="293" y="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3" name="Google Shape;1313;p32"/>
            <p:cNvSpPr/>
            <p:nvPr/>
          </p:nvSpPr>
          <p:spPr>
            <a:xfrm>
              <a:off x="5738813" y="4333875"/>
              <a:ext cx="974725" cy="976313"/>
            </a:xfrm>
            <a:custGeom>
              <a:avLst/>
              <a:gdLst/>
              <a:ahLst/>
              <a:cxnLst/>
              <a:rect l="l" t="t" r="r" b="b"/>
              <a:pathLst>
                <a:path w="578" h="579" extrusionOk="0">
                  <a:moveTo>
                    <a:pt x="290" y="0"/>
                  </a:moveTo>
                  <a:cubicBezTo>
                    <a:pt x="289" y="0"/>
                    <a:pt x="289" y="0"/>
                    <a:pt x="289" y="0"/>
                  </a:cubicBezTo>
                  <a:cubicBezTo>
                    <a:pt x="289" y="0"/>
                    <a:pt x="289" y="0"/>
                    <a:pt x="289" y="0"/>
                  </a:cubicBezTo>
                  <a:cubicBezTo>
                    <a:pt x="289" y="0"/>
                    <a:pt x="289" y="0"/>
                    <a:pt x="289" y="0"/>
                  </a:cubicBezTo>
                  <a:cubicBezTo>
                    <a:pt x="289" y="0"/>
                    <a:pt x="289" y="0"/>
                    <a:pt x="289" y="0"/>
                  </a:cubicBezTo>
                  <a:cubicBezTo>
                    <a:pt x="289" y="0"/>
                    <a:pt x="289" y="0"/>
                    <a:pt x="289" y="0"/>
                  </a:cubicBezTo>
                  <a:cubicBezTo>
                    <a:pt x="288" y="0"/>
                    <a:pt x="287" y="0"/>
                    <a:pt x="287" y="0"/>
                  </a:cubicBezTo>
                  <a:cubicBezTo>
                    <a:pt x="287" y="49"/>
                    <a:pt x="287" y="49"/>
                    <a:pt x="287" y="49"/>
                  </a:cubicBezTo>
                  <a:cubicBezTo>
                    <a:pt x="288" y="49"/>
                    <a:pt x="289" y="49"/>
                    <a:pt x="290" y="49"/>
                  </a:cubicBezTo>
                  <a:lnTo>
                    <a:pt x="290" y="0"/>
                  </a:lnTo>
                  <a:close/>
                  <a:moveTo>
                    <a:pt x="234" y="5"/>
                  </a:moveTo>
                  <a:cubicBezTo>
                    <a:pt x="233" y="6"/>
                    <a:pt x="233" y="6"/>
                    <a:pt x="232" y="6"/>
                  </a:cubicBezTo>
                  <a:cubicBezTo>
                    <a:pt x="232" y="6"/>
                    <a:pt x="232" y="6"/>
                    <a:pt x="232" y="6"/>
                  </a:cubicBezTo>
                  <a:cubicBezTo>
                    <a:pt x="232" y="6"/>
                    <a:pt x="232" y="6"/>
                    <a:pt x="232" y="6"/>
                  </a:cubicBezTo>
                  <a:cubicBezTo>
                    <a:pt x="232" y="6"/>
                    <a:pt x="232" y="6"/>
                    <a:pt x="232" y="6"/>
                  </a:cubicBezTo>
                  <a:cubicBezTo>
                    <a:pt x="232" y="6"/>
                    <a:pt x="232" y="6"/>
                    <a:pt x="232" y="6"/>
                  </a:cubicBezTo>
                  <a:cubicBezTo>
                    <a:pt x="231" y="6"/>
                    <a:pt x="231" y="6"/>
                    <a:pt x="231" y="6"/>
                  </a:cubicBezTo>
                  <a:cubicBezTo>
                    <a:pt x="241" y="54"/>
                    <a:pt x="241" y="54"/>
                    <a:pt x="241" y="54"/>
                  </a:cubicBezTo>
                  <a:cubicBezTo>
                    <a:pt x="242" y="54"/>
                    <a:pt x="243" y="54"/>
                    <a:pt x="243" y="54"/>
                  </a:cubicBezTo>
                  <a:lnTo>
                    <a:pt x="234" y="5"/>
                  </a:lnTo>
                  <a:close/>
                  <a:moveTo>
                    <a:pt x="181" y="21"/>
                  </a:moveTo>
                  <a:cubicBezTo>
                    <a:pt x="180" y="22"/>
                    <a:pt x="179" y="22"/>
                    <a:pt x="179" y="22"/>
                  </a:cubicBezTo>
                  <a:cubicBezTo>
                    <a:pt x="179" y="22"/>
                    <a:pt x="179" y="22"/>
                    <a:pt x="179" y="22"/>
                  </a:cubicBezTo>
                  <a:cubicBezTo>
                    <a:pt x="179" y="22"/>
                    <a:pt x="179" y="22"/>
                    <a:pt x="179" y="22"/>
                  </a:cubicBezTo>
                  <a:cubicBezTo>
                    <a:pt x="179" y="22"/>
                    <a:pt x="179" y="22"/>
                    <a:pt x="179" y="22"/>
                  </a:cubicBezTo>
                  <a:cubicBezTo>
                    <a:pt x="179" y="22"/>
                    <a:pt x="179" y="22"/>
                    <a:pt x="179" y="22"/>
                  </a:cubicBezTo>
                  <a:cubicBezTo>
                    <a:pt x="178" y="22"/>
                    <a:pt x="178" y="22"/>
                    <a:pt x="178" y="22"/>
                  </a:cubicBezTo>
                  <a:cubicBezTo>
                    <a:pt x="197" y="68"/>
                    <a:pt x="197" y="68"/>
                    <a:pt x="197" y="68"/>
                  </a:cubicBezTo>
                  <a:cubicBezTo>
                    <a:pt x="198" y="67"/>
                    <a:pt x="198" y="67"/>
                    <a:pt x="199" y="67"/>
                  </a:cubicBezTo>
                  <a:lnTo>
                    <a:pt x="181" y="21"/>
                  </a:lnTo>
                  <a:close/>
                  <a:moveTo>
                    <a:pt x="131" y="47"/>
                  </a:moveTo>
                  <a:cubicBezTo>
                    <a:pt x="131" y="47"/>
                    <a:pt x="130" y="48"/>
                    <a:pt x="130" y="48"/>
                  </a:cubicBezTo>
                  <a:cubicBezTo>
                    <a:pt x="130" y="48"/>
                    <a:pt x="130" y="48"/>
                    <a:pt x="130" y="48"/>
                  </a:cubicBezTo>
                  <a:cubicBezTo>
                    <a:pt x="130" y="48"/>
                    <a:pt x="130" y="48"/>
                    <a:pt x="130" y="48"/>
                  </a:cubicBezTo>
                  <a:cubicBezTo>
                    <a:pt x="130" y="48"/>
                    <a:pt x="130" y="48"/>
                    <a:pt x="130" y="48"/>
                  </a:cubicBezTo>
                  <a:cubicBezTo>
                    <a:pt x="130" y="48"/>
                    <a:pt x="130" y="48"/>
                    <a:pt x="130" y="48"/>
                  </a:cubicBezTo>
                  <a:cubicBezTo>
                    <a:pt x="129" y="48"/>
                    <a:pt x="129" y="48"/>
                    <a:pt x="129" y="48"/>
                  </a:cubicBezTo>
                  <a:cubicBezTo>
                    <a:pt x="129" y="48"/>
                    <a:pt x="129" y="48"/>
                    <a:pt x="129" y="48"/>
                  </a:cubicBezTo>
                  <a:cubicBezTo>
                    <a:pt x="129" y="49"/>
                    <a:pt x="129" y="49"/>
                    <a:pt x="129" y="49"/>
                  </a:cubicBezTo>
                  <a:cubicBezTo>
                    <a:pt x="156" y="90"/>
                    <a:pt x="156" y="90"/>
                    <a:pt x="156" y="90"/>
                  </a:cubicBezTo>
                  <a:cubicBezTo>
                    <a:pt x="157" y="89"/>
                    <a:pt x="157" y="89"/>
                    <a:pt x="158" y="88"/>
                  </a:cubicBezTo>
                  <a:lnTo>
                    <a:pt x="131" y="47"/>
                  </a:lnTo>
                  <a:close/>
                  <a:moveTo>
                    <a:pt x="88" y="82"/>
                  </a:moveTo>
                  <a:cubicBezTo>
                    <a:pt x="87" y="82"/>
                    <a:pt x="87" y="83"/>
                    <a:pt x="87" y="83"/>
                  </a:cubicBezTo>
                  <a:cubicBezTo>
                    <a:pt x="87" y="83"/>
                    <a:pt x="87" y="83"/>
                    <a:pt x="87" y="83"/>
                  </a:cubicBezTo>
                  <a:cubicBezTo>
                    <a:pt x="86" y="83"/>
                    <a:pt x="86" y="83"/>
                    <a:pt x="86" y="83"/>
                  </a:cubicBezTo>
                  <a:cubicBezTo>
                    <a:pt x="86" y="83"/>
                    <a:pt x="86" y="83"/>
                    <a:pt x="86" y="83"/>
                  </a:cubicBezTo>
                  <a:cubicBezTo>
                    <a:pt x="86" y="83"/>
                    <a:pt x="86" y="83"/>
                    <a:pt x="86" y="83"/>
                  </a:cubicBezTo>
                  <a:cubicBezTo>
                    <a:pt x="86" y="84"/>
                    <a:pt x="86" y="84"/>
                    <a:pt x="86" y="84"/>
                  </a:cubicBezTo>
                  <a:cubicBezTo>
                    <a:pt x="120" y="119"/>
                    <a:pt x="120" y="119"/>
                    <a:pt x="120" y="119"/>
                  </a:cubicBezTo>
                  <a:cubicBezTo>
                    <a:pt x="121" y="118"/>
                    <a:pt x="121" y="118"/>
                    <a:pt x="122" y="117"/>
                  </a:cubicBezTo>
                  <a:lnTo>
                    <a:pt x="88" y="82"/>
                  </a:lnTo>
                  <a:close/>
                  <a:moveTo>
                    <a:pt x="52" y="125"/>
                  </a:moveTo>
                  <a:cubicBezTo>
                    <a:pt x="51" y="125"/>
                    <a:pt x="51" y="125"/>
                    <a:pt x="51" y="125"/>
                  </a:cubicBezTo>
                  <a:cubicBezTo>
                    <a:pt x="51" y="125"/>
                    <a:pt x="51" y="125"/>
                    <a:pt x="51" y="125"/>
                  </a:cubicBezTo>
                  <a:cubicBezTo>
                    <a:pt x="51" y="125"/>
                    <a:pt x="51" y="125"/>
                    <a:pt x="51" y="125"/>
                  </a:cubicBezTo>
                  <a:cubicBezTo>
                    <a:pt x="51" y="125"/>
                    <a:pt x="51" y="125"/>
                    <a:pt x="51" y="125"/>
                  </a:cubicBezTo>
                  <a:cubicBezTo>
                    <a:pt x="51" y="125"/>
                    <a:pt x="51" y="125"/>
                    <a:pt x="51" y="125"/>
                  </a:cubicBezTo>
                  <a:cubicBezTo>
                    <a:pt x="51" y="126"/>
                    <a:pt x="51" y="126"/>
                    <a:pt x="51" y="126"/>
                  </a:cubicBezTo>
                  <a:cubicBezTo>
                    <a:pt x="51" y="126"/>
                    <a:pt x="51" y="126"/>
                    <a:pt x="51" y="126"/>
                  </a:cubicBezTo>
                  <a:cubicBezTo>
                    <a:pt x="51" y="126"/>
                    <a:pt x="51" y="126"/>
                    <a:pt x="51" y="126"/>
                  </a:cubicBezTo>
                  <a:cubicBezTo>
                    <a:pt x="51" y="126"/>
                    <a:pt x="51" y="126"/>
                    <a:pt x="51" y="126"/>
                  </a:cubicBezTo>
                  <a:cubicBezTo>
                    <a:pt x="51" y="126"/>
                    <a:pt x="51" y="126"/>
                    <a:pt x="51" y="126"/>
                  </a:cubicBezTo>
                  <a:cubicBezTo>
                    <a:pt x="51" y="126"/>
                    <a:pt x="51" y="126"/>
                    <a:pt x="51" y="126"/>
                  </a:cubicBezTo>
                  <a:cubicBezTo>
                    <a:pt x="51" y="126"/>
                    <a:pt x="51" y="126"/>
                    <a:pt x="51" y="126"/>
                  </a:cubicBezTo>
                  <a:cubicBezTo>
                    <a:pt x="51" y="126"/>
                    <a:pt x="51" y="126"/>
                    <a:pt x="51" y="126"/>
                  </a:cubicBezTo>
                  <a:cubicBezTo>
                    <a:pt x="51" y="126"/>
                    <a:pt x="51" y="126"/>
                    <a:pt x="51" y="126"/>
                  </a:cubicBezTo>
                  <a:cubicBezTo>
                    <a:pt x="50" y="127"/>
                    <a:pt x="50" y="127"/>
                    <a:pt x="50" y="127"/>
                  </a:cubicBezTo>
                  <a:cubicBezTo>
                    <a:pt x="91" y="155"/>
                    <a:pt x="91" y="155"/>
                    <a:pt x="91" y="155"/>
                  </a:cubicBezTo>
                  <a:cubicBezTo>
                    <a:pt x="91" y="154"/>
                    <a:pt x="92" y="153"/>
                    <a:pt x="92" y="153"/>
                  </a:cubicBezTo>
                  <a:lnTo>
                    <a:pt x="52" y="125"/>
                  </a:lnTo>
                  <a:close/>
                  <a:moveTo>
                    <a:pt x="24" y="173"/>
                  </a:moveTo>
                  <a:cubicBezTo>
                    <a:pt x="24" y="173"/>
                    <a:pt x="24" y="173"/>
                    <a:pt x="24" y="173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4" y="174"/>
                    <a:pt x="24" y="175"/>
                    <a:pt x="23" y="176"/>
                  </a:cubicBezTo>
                  <a:cubicBezTo>
                    <a:pt x="23" y="176"/>
                    <a:pt x="23" y="176"/>
                    <a:pt x="23" y="176"/>
                  </a:cubicBezTo>
                  <a:cubicBezTo>
                    <a:pt x="23" y="176"/>
                    <a:pt x="23" y="176"/>
                    <a:pt x="23" y="176"/>
                  </a:cubicBezTo>
                  <a:cubicBezTo>
                    <a:pt x="23" y="176"/>
                    <a:pt x="23" y="176"/>
                    <a:pt x="23" y="176"/>
                  </a:cubicBezTo>
                  <a:cubicBezTo>
                    <a:pt x="23" y="176"/>
                    <a:pt x="23" y="176"/>
                    <a:pt x="23" y="176"/>
                  </a:cubicBezTo>
                  <a:cubicBezTo>
                    <a:pt x="68" y="195"/>
                    <a:pt x="68" y="195"/>
                    <a:pt x="68" y="195"/>
                  </a:cubicBezTo>
                  <a:cubicBezTo>
                    <a:pt x="69" y="194"/>
                    <a:pt x="69" y="194"/>
                    <a:pt x="69" y="193"/>
                  </a:cubicBezTo>
                  <a:lnTo>
                    <a:pt x="24" y="173"/>
                  </a:lnTo>
                  <a:close/>
                  <a:moveTo>
                    <a:pt x="7" y="226"/>
                  </a:moveTo>
                  <a:cubicBezTo>
                    <a:pt x="7" y="227"/>
                    <a:pt x="7" y="227"/>
                    <a:pt x="7" y="228"/>
                  </a:cubicBezTo>
                  <a:cubicBezTo>
                    <a:pt x="7" y="228"/>
                    <a:pt x="7" y="228"/>
                    <a:pt x="7" y="228"/>
                  </a:cubicBezTo>
                  <a:cubicBezTo>
                    <a:pt x="7" y="228"/>
                    <a:pt x="7" y="228"/>
                    <a:pt x="7" y="228"/>
                  </a:cubicBezTo>
                  <a:cubicBezTo>
                    <a:pt x="6" y="229"/>
                    <a:pt x="6" y="229"/>
                    <a:pt x="6" y="229"/>
                  </a:cubicBezTo>
                  <a:cubicBezTo>
                    <a:pt x="54" y="239"/>
                    <a:pt x="54" y="239"/>
                    <a:pt x="54" y="239"/>
                  </a:cubicBezTo>
                  <a:cubicBezTo>
                    <a:pt x="55" y="238"/>
                    <a:pt x="55" y="238"/>
                    <a:pt x="55" y="237"/>
                  </a:cubicBezTo>
                  <a:cubicBezTo>
                    <a:pt x="7" y="226"/>
                    <a:pt x="7" y="226"/>
                    <a:pt x="7" y="226"/>
                  </a:cubicBezTo>
                  <a:close/>
                  <a:moveTo>
                    <a:pt x="0" y="281"/>
                  </a:moveTo>
                  <a:cubicBezTo>
                    <a:pt x="0" y="281"/>
                    <a:pt x="0" y="281"/>
                    <a:pt x="0" y="281"/>
                  </a:cubicBezTo>
                  <a:cubicBezTo>
                    <a:pt x="0" y="282"/>
                    <a:pt x="0" y="282"/>
                    <a:pt x="0" y="282"/>
                  </a:cubicBezTo>
                  <a:cubicBezTo>
                    <a:pt x="0" y="282"/>
                    <a:pt x="0" y="282"/>
                    <a:pt x="0" y="282"/>
                  </a:cubicBezTo>
                  <a:cubicBezTo>
                    <a:pt x="0" y="282"/>
                    <a:pt x="0" y="282"/>
                    <a:pt x="0" y="282"/>
                  </a:cubicBezTo>
                  <a:cubicBezTo>
                    <a:pt x="0" y="282"/>
                    <a:pt x="0" y="282"/>
                    <a:pt x="0" y="282"/>
                  </a:cubicBezTo>
                  <a:cubicBezTo>
                    <a:pt x="0" y="282"/>
                    <a:pt x="0" y="282"/>
                    <a:pt x="0" y="282"/>
                  </a:cubicBezTo>
                  <a:cubicBezTo>
                    <a:pt x="0" y="283"/>
                    <a:pt x="0" y="283"/>
                    <a:pt x="0" y="283"/>
                  </a:cubicBezTo>
                  <a:cubicBezTo>
                    <a:pt x="0" y="283"/>
                    <a:pt x="0" y="283"/>
                    <a:pt x="0" y="283"/>
                  </a:cubicBezTo>
                  <a:cubicBezTo>
                    <a:pt x="0" y="283"/>
                    <a:pt x="0" y="283"/>
                    <a:pt x="0" y="283"/>
                  </a:cubicBezTo>
                  <a:cubicBezTo>
                    <a:pt x="0" y="283"/>
                    <a:pt x="0" y="283"/>
                    <a:pt x="0" y="283"/>
                  </a:cubicBezTo>
                  <a:cubicBezTo>
                    <a:pt x="0" y="283"/>
                    <a:pt x="0" y="283"/>
                    <a:pt x="0" y="283"/>
                  </a:cubicBezTo>
                  <a:cubicBezTo>
                    <a:pt x="0" y="283"/>
                    <a:pt x="0" y="283"/>
                    <a:pt x="0" y="283"/>
                  </a:cubicBezTo>
                  <a:cubicBezTo>
                    <a:pt x="0" y="283"/>
                    <a:pt x="0" y="283"/>
                    <a:pt x="0" y="283"/>
                  </a:cubicBezTo>
                  <a:cubicBezTo>
                    <a:pt x="0" y="283"/>
                    <a:pt x="0" y="283"/>
                    <a:pt x="0" y="283"/>
                  </a:cubicBezTo>
                  <a:cubicBezTo>
                    <a:pt x="0" y="284"/>
                    <a:pt x="0" y="284"/>
                    <a:pt x="0" y="284"/>
                  </a:cubicBezTo>
                  <a:cubicBezTo>
                    <a:pt x="0" y="284"/>
                    <a:pt x="0" y="284"/>
                    <a:pt x="0" y="284"/>
                  </a:cubicBezTo>
                  <a:cubicBezTo>
                    <a:pt x="0" y="284"/>
                    <a:pt x="0" y="284"/>
                    <a:pt x="0" y="284"/>
                  </a:cubicBezTo>
                  <a:cubicBezTo>
                    <a:pt x="0" y="284"/>
                    <a:pt x="0" y="284"/>
                    <a:pt x="0" y="284"/>
                  </a:cubicBezTo>
                  <a:cubicBezTo>
                    <a:pt x="0" y="284"/>
                    <a:pt x="0" y="284"/>
                    <a:pt x="0" y="284"/>
                  </a:cubicBezTo>
                  <a:cubicBezTo>
                    <a:pt x="0" y="284"/>
                    <a:pt x="0" y="284"/>
                    <a:pt x="0" y="284"/>
                  </a:cubicBezTo>
                  <a:cubicBezTo>
                    <a:pt x="49" y="285"/>
                    <a:pt x="49" y="285"/>
                    <a:pt x="49" y="285"/>
                  </a:cubicBezTo>
                  <a:cubicBezTo>
                    <a:pt x="49" y="284"/>
                    <a:pt x="49" y="284"/>
                    <a:pt x="49" y="283"/>
                  </a:cubicBezTo>
                  <a:lnTo>
                    <a:pt x="0" y="281"/>
                  </a:lnTo>
                  <a:close/>
                  <a:moveTo>
                    <a:pt x="52" y="329"/>
                  </a:moveTo>
                  <a:cubicBezTo>
                    <a:pt x="4" y="337"/>
                    <a:pt x="4" y="337"/>
                    <a:pt x="4" y="337"/>
                  </a:cubicBezTo>
                  <a:cubicBezTo>
                    <a:pt x="4" y="338"/>
                    <a:pt x="4" y="338"/>
                    <a:pt x="4" y="338"/>
                  </a:cubicBezTo>
                  <a:cubicBezTo>
                    <a:pt x="4" y="338"/>
                    <a:pt x="4" y="338"/>
                    <a:pt x="4" y="338"/>
                  </a:cubicBezTo>
                  <a:cubicBezTo>
                    <a:pt x="4" y="339"/>
                    <a:pt x="4" y="339"/>
                    <a:pt x="4" y="340"/>
                  </a:cubicBezTo>
                  <a:cubicBezTo>
                    <a:pt x="4" y="340"/>
                    <a:pt x="4" y="340"/>
                    <a:pt x="4" y="340"/>
                  </a:cubicBezTo>
                  <a:cubicBezTo>
                    <a:pt x="4" y="340"/>
                    <a:pt x="4" y="340"/>
                    <a:pt x="4" y="340"/>
                  </a:cubicBezTo>
                  <a:cubicBezTo>
                    <a:pt x="53" y="331"/>
                    <a:pt x="53" y="331"/>
                    <a:pt x="53" y="331"/>
                  </a:cubicBezTo>
                  <a:cubicBezTo>
                    <a:pt x="53" y="331"/>
                    <a:pt x="52" y="330"/>
                    <a:pt x="52" y="329"/>
                  </a:cubicBezTo>
                  <a:close/>
                  <a:moveTo>
                    <a:pt x="64" y="374"/>
                  </a:moveTo>
                  <a:cubicBezTo>
                    <a:pt x="18" y="391"/>
                    <a:pt x="18" y="391"/>
                    <a:pt x="18" y="391"/>
                  </a:cubicBezTo>
                  <a:cubicBezTo>
                    <a:pt x="19" y="392"/>
                    <a:pt x="19" y="393"/>
                    <a:pt x="19" y="394"/>
                  </a:cubicBezTo>
                  <a:cubicBezTo>
                    <a:pt x="65" y="376"/>
                    <a:pt x="65" y="376"/>
                    <a:pt x="65" y="376"/>
                  </a:cubicBezTo>
                  <a:cubicBezTo>
                    <a:pt x="65" y="375"/>
                    <a:pt x="64" y="374"/>
                    <a:pt x="64" y="374"/>
                  </a:cubicBezTo>
                  <a:close/>
                  <a:moveTo>
                    <a:pt x="84" y="415"/>
                  </a:moveTo>
                  <a:cubicBezTo>
                    <a:pt x="43" y="441"/>
                    <a:pt x="43" y="441"/>
                    <a:pt x="43" y="441"/>
                  </a:cubicBezTo>
                  <a:cubicBezTo>
                    <a:pt x="43" y="441"/>
                    <a:pt x="43" y="442"/>
                    <a:pt x="44" y="442"/>
                  </a:cubicBezTo>
                  <a:cubicBezTo>
                    <a:pt x="44" y="443"/>
                    <a:pt x="44" y="443"/>
                    <a:pt x="44" y="443"/>
                  </a:cubicBezTo>
                  <a:cubicBezTo>
                    <a:pt x="44" y="443"/>
                    <a:pt x="44" y="443"/>
                    <a:pt x="44" y="443"/>
                  </a:cubicBezTo>
                  <a:cubicBezTo>
                    <a:pt x="44" y="443"/>
                    <a:pt x="44" y="443"/>
                    <a:pt x="44" y="443"/>
                  </a:cubicBezTo>
                  <a:cubicBezTo>
                    <a:pt x="44" y="443"/>
                    <a:pt x="44" y="443"/>
                    <a:pt x="44" y="443"/>
                  </a:cubicBezTo>
                  <a:cubicBezTo>
                    <a:pt x="44" y="443"/>
                    <a:pt x="44" y="443"/>
                    <a:pt x="44" y="443"/>
                  </a:cubicBezTo>
                  <a:cubicBezTo>
                    <a:pt x="44" y="443"/>
                    <a:pt x="44" y="443"/>
                    <a:pt x="44" y="443"/>
                  </a:cubicBezTo>
                  <a:cubicBezTo>
                    <a:pt x="44" y="443"/>
                    <a:pt x="44" y="443"/>
                    <a:pt x="44" y="443"/>
                  </a:cubicBezTo>
                  <a:cubicBezTo>
                    <a:pt x="86" y="417"/>
                    <a:pt x="86" y="417"/>
                    <a:pt x="86" y="417"/>
                  </a:cubicBezTo>
                  <a:cubicBezTo>
                    <a:pt x="85" y="417"/>
                    <a:pt x="85" y="416"/>
                    <a:pt x="84" y="415"/>
                  </a:cubicBezTo>
                  <a:close/>
                  <a:moveTo>
                    <a:pt x="112" y="452"/>
                  </a:moveTo>
                  <a:cubicBezTo>
                    <a:pt x="76" y="485"/>
                    <a:pt x="76" y="485"/>
                    <a:pt x="76" y="485"/>
                  </a:cubicBezTo>
                  <a:cubicBezTo>
                    <a:pt x="77" y="486"/>
                    <a:pt x="77" y="486"/>
                    <a:pt x="77" y="486"/>
                  </a:cubicBezTo>
                  <a:cubicBezTo>
                    <a:pt x="77" y="486"/>
                    <a:pt x="77" y="486"/>
                    <a:pt x="77" y="486"/>
                  </a:cubicBezTo>
                  <a:cubicBezTo>
                    <a:pt x="77" y="486"/>
                    <a:pt x="77" y="486"/>
                    <a:pt x="77" y="486"/>
                  </a:cubicBezTo>
                  <a:cubicBezTo>
                    <a:pt x="77" y="486"/>
                    <a:pt x="77" y="486"/>
                    <a:pt x="77" y="486"/>
                  </a:cubicBezTo>
                  <a:cubicBezTo>
                    <a:pt x="77" y="486"/>
                    <a:pt x="77" y="486"/>
                    <a:pt x="77" y="486"/>
                  </a:cubicBezTo>
                  <a:cubicBezTo>
                    <a:pt x="77" y="487"/>
                    <a:pt x="78" y="487"/>
                    <a:pt x="78" y="487"/>
                  </a:cubicBezTo>
                  <a:cubicBezTo>
                    <a:pt x="78" y="487"/>
                    <a:pt x="78" y="487"/>
                    <a:pt x="78" y="487"/>
                  </a:cubicBezTo>
                  <a:cubicBezTo>
                    <a:pt x="78" y="487"/>
                    <a:pt x="78" y="487"/>
                    <a:pt x="78" y="487"/>
                  </a:cubicBezTo>
                  <a:cubicBezTo>
                    <a:pt x="78" y="488"/>
                    <a:pt x="78" y="488"/>
                    <a:pt x="78" y="488"/>
                  </a:cubicBezTo>
                  <a:cubicBezTo>
                    <a:pt x="78" y="488"/>
                    <a:pt x="78" y="488"/>
                    <a:pt x="78" y="488"/>
                  </a:cubicBezTo>
                  <a:cubicBezTo>
                    <a:pt x="114" y="454"/>
                    <a:pt x="114" y="454"/>
                    <a:pt x="114" y="454"/>
                  </a:cubicBezTo>
                  <a:cubicBezTo>
                    <a:pt x="113" y="453"/>
                    <a:pt x="113" y="453"/>
                    <a:pt x="112" y="452"/>
                  </a:cubicBezTo>
                  <a:close/>
                  <a:moveTo>
                    <a:pt x="147" y="483"/>
                  </a:moveTo>
                  <a:cubicBezTo>
                    <a:pt x="118" y="523"/>
                    <a:pt x="118" y="523"/>
                    <a:pt x="118" y="523"/>
                  </a:cubicBezTo>
                  <a:cubicBezTo>
                    <a:pt x="119" y="523"/>
                    <a:pt x="119" y="523"/>
                    <a:pt x="119" y="523"/>
                  </a:cubicBezTo>
                  <a:cubicBezTo>
                    <a:pt x="119" y="523"/>
                    <a:pt x="119" y="523"/>
                    <a:pt x="119" y="523"/>
                  </a:cubicBezTo>
                  <a:cubicBezTo>
                    <a:pt x="119" y="523"/>
                    <a:pt x="119" y="523"/>
                    <a:pt x="119" y="523"/>
                  </a:cubicBezTo>
                  <a:cubicBezTo>
                    <a:pt x="119" y="524"/>
                    <a:pt x="119" y="524"/>
                    <a:pt x="119" y="524"/>
                  </a:cubicBezTo>
                  <a:cubicBezTo>
                    <a:pt x="119" y="524"/>
                    <a:pt x="119" y="524"/>
                    <a:pt x="119" y="524"/>
                  </a:cubicBezTo>
                  <a:cubicBezTo>
                    <a:pt x="120" y="524"/>
                    <a:pt x="120" y="524"/>
                    <a:pt x="120" y="524"/>
                  </a:cubicBezTo>
                  <a:cubicBezTo>
                    <a:pt x="120" y="524"/>
                    <a:pt x="120" y="524"/>
                    <a:pt x="120" y="524"/>
                  </a:cubicBezTo>
                  <a:cubicBezTo>
                    <a:pt x="149" y="485"/>
                    <a:pt x="149" y="485"/>
                    <a:pt x="149" y="485"/>
                  </a:cubicBezTo>
                  <a:cubicBezTo>
                    <a:pt x="148" y="484"/>
                    <a:pt x="147" y="484"/>
                    <a:pt x="147" y="483"/>
                  </a:cubicBezTo>
                  <a:close/>
                  <a:moveTo>
                    <a:pt x="187" y="507"/>
                  </a:moveTo>
                  <a:cubicBezTo>
                    <a:pt x="165" y="551"/>
                    <a:pt x="165" y="551"/>
                    <a:pt x="165" y="551"/>
                  </a:cubicBezTo>
                  <a:cubicBezTo>
                    <a:pt x="166" y="552"/>
                    <a:pt x="167" y="552"/>
                    <a:pt x="167" y="552"/>
                  </a:cubicBezTo>
                  <a:cubicBezTo>
                    <a:pt x="167" y="552"/>
                    <a:pt x="167" y="552"/>
                    <a:pt x="167" y="552"/>
                  </a:cubicBezTo>
                  <a:cubicBezTo>
                    <a:pt x="168" y="552"/>
                    <a:pt x="168" y="552"/>
                    <a:pt x="168" y="552"/>
                  </a:cubicBezTo>
                  <a:cubicBezTo>
                    <a:pt x="168" y="552"/>
                    <a:pt x="168" y="552"/>
                    <a:pt x="168" y="552"/>
                  </a:cubicBezTo>
                  <a:cubicBezTo>
                    <a:pt x="168" y="552"/>
                    <a:pt x="168" y="552"/>
                    <a:pt x="168" y="552"/>
                  </a:cubicBezTo>
                  <a:cubicBezTo>
                    <a:pt x="168" y="553"/>
                    <a:pt x="168" y="553"/>
                    <a:pt x="168" y="553"/>
                  </a:cubicBezTo>
                  <a:cubicBezTo>
                    <a:pt x="189" y="508"/>
                    <a:pt x="189" y="508"/>
                    <a:pt x="189" y="508"/>
                  </a:cubicBezTo>
                  <a:cubicBezTo>
                    <a:pt x="188" y="508"/>
                    <a:pt x="187" y="507"/>
                    <a:pt x="187" y="507"/>
                  </a:cubicBezTo>
                  <a:close/>
                  <a:moveTo>
                    <a:pt x="230" y="523"/>
                  </a:moveTo>
                  <a:cubicBezTo>
                    <a:pt x="218" y="570"/>
                    <a:pt x="218" y="570"/>
                    <a:pt x="218" y="570"/>
                  </a:cubicBezTo>
                  <a:cubicBezTo>
                    <a:pt x="218" y="570"/>
                    <a:pt x="218" y="570"/>
                    <a:pt x="218" y="570"/>
                  </a:cubicBezTo>
                  <a:cubicBezTo>
                    <a:pt x="218" y="570"/>
                    <a:pt x="218" y="570"/>
                    <a:pt x="218" y="570"/>
                  </a:cubicBezTo>
                  <a:cubicBezTo>
                    <a:pt x="218" y="570"/>
                    <a:pt x="218" y="570"/>
                    <a:pt x="218" y="570"/>
                  </a:cubicBezTo>
                  <a:cubicBezTo>
                    <a:pt x="218" y="570"/>
                    <a:pt x="218" y="570"/>
                    <a:pt x="218" y="570"/>
                  </a:cubicBezTo>
                  <a:cubicBezTo>
                    <a:pt x="218" y="570"/>
                    <a:pt x="218" y="570"/>
                    <a:pt x="218" y="570"/>
                  </a:cubicBezTo>
                  <a:cubicBezTo>
                    <a:pt x="219" y="570"/>
                    <a:pt x="219" y="570"/>
                    <a:pt x="219" y="570"/>
                  </a:cubicBezTo>
                  <a:cubicBezTo>
                    <a:pt x="219" y="570"/>
                    <a:pt x="219" y="570"/>
                    <a:pt x="219" y="570"/>
                  </a:cubicBezTo>
                  <a:cubicBezTo>
                    <a:pt x="219" y="570"/>
                    <a:pt x="219" y="570"/>
                    <a:pt x="219" y="570"/>
                  </a:cubicBezTo>
                  <a:cubicBezTo>
                    <a:pt x="219" y="570"/>
                    <a:pt x="219" y="570"/>
                    <a:pt x="219" y="570"/>
                  </a:cubicBezTo>
                  <a:cubicBezTo>
                    <a:pt x="219" y="571"/>
                    <a:pt x="219" y="571"/>
                    <a:pt x="219" y="571"/>
                  </a:cubicBezTo>
                  <a:cubicBezTo>
                    <a:pt x="219" y="571"/>
                    <a:pt x="219" y="571"/>
                    <a:pt x="219" y="571"/>
                  </a:cubicBezTo>
                  <a:cubicBezTo>
                    <a:pt x="219" y="571"/>
                    <a:pt x="219" y="571"/>
                    <a:pt x="219" y="571"/>
                  </a:cubicBezTo>
                  <a:cubicBezTo>
                    <a:pt x="220" y="571"/>
                    <a:pt x="220" y="571"/>
                    <a:pt x="221" y="571"/>
                  </a:cubicBezTo>
                  <a:cubicBezTo>
                    <a:pt x="232" y="523"/>
                    <a:pt x="232" y="523"/>
                    <a:pt x="232" y="523"/>
                  </a:cubicBezTo>
                  <a:cubicBezTo>
                    <a:pt x="232" y="523"/>
                    <a:pt x="231" y="523"/>
                    <a:pt x="230" y="523"/>
                  </a:cubicBezTo>
                  <a:close/>
                  <a:moveTo>
                    <a:pt x="276" y="530"/>
                  </a:moveTo>
                  <a:cubicBezTo>
                    <a:pt x="273" y="579"/>
                    <a:pt x="273" y="579"/>
                    <a:pt x="273" y="579"/>
                  </a:cubicBezTo>
                  <a:cubicBezTo>
                    <a:pt x="273" y="579"/>
                    <a:pt x="273" y="579"/>
                    <a:pt x="273" y="579"/>
                  </a:cubicBezTo>
                  <a:cubicBezTo>
                    <a:pt x="273" y="579"/>
                    <a:pt x="273" y="579"/>
                    <a:pt x="273" y="579"/>
                  </a:cubicBezTo>
                  <a:cubicBezTo>
                    <a:pt x="274" y="579"/>
                    <a:pt x="274" y="579"/>
                    <a:pt x="274" y="579"/>
                  </a:cubicBezTo>
                  <a:cubicBezTo>
                    <a:pt x="274" y="579"/>
                    <a:pt x="274" y="579"/>
                    <a:pt x="274" y="579"/>
                  </a:cubicBezTo>
                  <a:cubicBezTo>
                    <a:pt x="274" y="579"/>
                    <a:pt x="274" y="579"/>
                    <a:pt x="274" y="579"/>
                  </a:cubicBezTo>
                  <a:cubicBezTo>
                    <a:pt x="274" y="579"/>
                    <a:pt x="275" y="579"/>
                    <a:pt x="276" y="579"/>
                  </a:cubicBezTo>
                  <a:cubicBezTo>
                    <a:pt x="278" y="530"/>
                    <a:pt x="278" y="530"/>
                    <a:pt x="278" y="530"/>
                  </a:cubicBezTo>
                  <a:cubicBezTo>
                    <a:pt x="277" y="530"/>
                    <a:pt x="277" y="530"/>
                    <a:pt x="276" y="530"/>
                  </a:cubicBezTo>
                  <a:close/>
                  <a:moveTo>
                    <a:pt x="325" y="528"/>
                  </a:moveTo>
                  <a:cubicBezTo>
                    <a:pt x="324" y="528"/>
                    <a:pt x="323" y="528"/>
                    <a:pt x="322" y="528"/>
                  </a:cubicBezTo>
                  <a:cubicBezTo>
                    <a:pt x="329" y="577"/>
                    <a:pt x="329" y="577"/>
                    <a:pt x="329" y="577"/>
                  </a:cubicBezTo>
                  <a:cubicBezTo>
                    <a:pt x="329" y="577"/>
                    <a:pt x="329" y="577"/>
                    <a:pt x="329" y="577"/>
                  </a:cubicBezTo>
                  <a:cubicBezTo>
                    <a:pt x="330" y="576"/>
                    <a:pt x="331" y="576"/>
                    <a:pt x="332" y="576"/>
                  </a:cubicBezTo>
                  <a:lnTo>
                    <a:pt x="325" y="528"/>
                  </a:lnTo>
                  <a:close/>
                  <a:moveTo>
                    <a:pt x="369" y="516"/>
                  </a:moveTo>
                  <a:cubicBezTo>
                    <a:pt x="369" y="517"/>
                    <a:pt x="368" y="517"/>
                    <a:pt x="367" y="517"/>
                  </a:cubicBezTo>
                  <a:cubicBezTo>
                    <a:pt x="383" y="564"/>
                    <a:pt x="383" y="564"/>
                    <a:pt x="383" y="564"/>
                  </a:cubicBezTo>
                  <a:cubicBezTo>
                    <a:pt x="384" y="563"/>
                    <a:pt x="384" y="563"/>
                    <a:pt x="384" y="563"/>
                  </a:cubicBezTo>
                  <a:cubicBezTo>
                    <a:pt x="384" y="563"/>
                    <a:pt x="384" y="563"/>
                    <a:pt x="384" y="563"/>
                  </a:cubicBezTo>
                  <a:cubicBezTo>
                    <a:pt x="384" y="563"/>
                    <a:pt x="384" y="563"/>
                    <a:pt x="384" y="563"/>
                  </a:cubicBezTo>
                  <a:cubicBezTo>
                    <a:pt x="385" y="563"/>
                    <a:pt x="385" y="563"/>
                    <a:pt x="386" y="563"/>
                  </a:cubicBezTo>
                  <a:lnTo>
                    <a:pt x="369" y="516"/>
                  </a:lnTo>
                  <a:close/>
                  <a:moveTo>
                    <a:pt x="411" y="497"/>
                  </a:moveTo>
                  <a:cubicBezTo>
                    <a:pt x="411" y="497"/>
                    <a:pt x="410" y="498"/>
                    <a:pt x="409" y="498"/>
                  </a:cubicBezTo>
                  <a:cubicBezTo>
                    <a:pt x="434" y="541"/>
                    <a:pt x="434" y="541"/>
                    <a:pt x="434" y="541"/>
                  </a:cubicBezTo>
                  <a:cubicBezTo>
                    <a:pt x="434" y="541"/>
                    <a:pt x="434" y="541"/>
                    <a:pt x="434" y="541"/>
                  </a:cubicBezTo>
                  <a:cubicBezTo>
                    <a:pt x="434" y="541"/>
                    <a:pt x="434" y="541"/>
                    <a:pt x="434" y="541"/>
                  </a:cubicBezTo>
                  <a:cubicBezTo>
                    <a:pt x="434" y="541"/>
                    <a:pt x="434" y="541"/>
                    <a:pt x="434" y="541"/>
                  </a:cubicBezTo>
                  <a:cubicBezTo>
                    <a:pt x="435" y="540"/>
                    <a:pt x="436" y="540"/>
                    <a:pt x="436" y="539"/>
                  </a:cubicBezTo>
                  <a:lnTo>
                    <a:pt x="411" y="497"/>
                  </a:lnTo>
                  <a:close/>
                  <a:moveTo>
                    <a:pt x="449" y="470"/>
                  </a:moveTo>
                  <a:cubicBezTo>
                    <a:pt x="448" y="470"/>
                    <a:pt x="448" y="471"/>
                    <a:pt x="447" y="471"/>
                  </a:cubicBezTo>
                  <a:cubicBezTo>
                    <a:pt x="479" y="508"/>
                    <a:pt x="479" y="508"/>
                    <a:pt x="479" y="508"/>
                  </a:cubicBezTo>
                  <a:cubicBezTo>
                    <a:pt x="480" y="508"/>
                    <a:pt x="480" y="508"/>
                    <a:pt x="480" y="508"/>
                  </a:cubicBezTo>
                  <a:cubicBezTo>
                    <a:pt x="480" y="507"/>
                    <a:pt x="480" y="507"/>
                    <a:pt x="480" y="507"/>
                  </a:cubicBezTo>
                  <a:cubicBezTo>
                    <a:pt x="480" y="507"/>
                    <a:pt x="480" y="507"/>
                    <a:pt x="480" y="507"/>
                  </a:cubicBezTo>
                  <a:cubicBezTo>
                    <a:pt x="481" y="507"/>
                    <a:pt x="481" y="507"/>
                    <a:pt x="481" y="507"/>
                  </a:cubicBezTo>
                  <a:lnTo>
                    <a:pt x="449" y="470"/>
                  </a:lnTo>
                  <a:close/>
                  <a:moveTo>
                    <a:pt x="480" y="436"/>
                  </a:moveTo>
                  <a:cubicBezTo>
                    <a:pt x="480" y="437"/>
                    <a:pt x="479" y="437"/>
                    <a:pt x="479" y="438"/>
                  </a:cubicBezTo>
                  <a:cubicBezTo>
                    <a:pt x="518" y="468"/>
                    <a:pt x="518" y="468"/>
                    <a:pt x="518" y="468"/>
                  </a:cubicBezTo>
                  <a:cubicBezTo>
                    <a:pt x="518" y="467"/>
                    <a:pt x="519" y="467"/>
                    <a:pt x="519" y="466"/>
                  </a:cubicBezTo>
                  <a:cubicBezTo>
                    <a:pt x="519" y="466"/>
                    <a:pt x="519" y="466"/>
                    <a:pt x="519" y="466"/>
                  </a:cubicBezTo>
                  <a:cubicBezTo>
                    <a:pt x="519" y="466"/>
                    <a:pt x="519" y="466"/>
                    <a:pt x="519" y="466"/>
                  </a:cubicBezTo>
                  <a:cubicBezTo>
                    <a:pt x="519" y="466"/>
                    <a:pt x="519" y="466"/>
                    <a:pt x="519" y="466"/>
                  </a:cubicBezTo>
                  <a:cubicBezTo>
                    <a:pt x="519" y="466"/>
                    <a:pt x="519" y="466"/>
                    <a:pt x="519" y="466"/>
                  </a:cubicBezTo>
                  <a:lnTo>
                    <a:pt x="480" y="436"/>
                  </a:lnTo>
                  <a:close/>
                  <a:moveTo>
                    <a:pt x="505" y="397"/>
                  </a:moveTo>
                  <a:cubicBezTo>
                    <a:pt x="505" y="397"/>
                    <a:pt x="504" y="398"/>
                    <a:pt x="504" y="399"/>
                  </a:cubicBezTo>
                  <a:cubicBezTo>
                    <a:pt x="548" y="421"/>
                    <a:pt x="548" y="421"/>
                    <a:pt x="548" y="421"/>
                  </a:cubicBezTo>
                  <a:cubicBezTo>
                    <a:pt x="548" y="421"/>
                    <a:pt x="548" y="420"/>
                    <a:pt x="548" y="420"/>
                  </a:cubicBezTo>
                  <a:cubicBezTo>
                    <a:pt x="548" y="420"/>
                    <a:pt x="548" y="420"/>
                    <a:pt x="548" y="420"/>
                  </a:cubicBezTo>
                  <a:cubicBezTo>
                    <a:pt x="548" y="419"/>
                    <a:pt x="548" y="419"/>
                    <a:pt x="548" y="419"/>
                  </a:cubicBezTo>
                  <a:cubicBezTo>
                    <a:pt x="548" y="419"/>
                    <a:pt x="548" y="419"/>
                    <a:pt x="548" y="419"/>
                  </a:cubicBezTo>
                  <a:cubicBezTo>
                    <a:pt x="548" y="419"/>
                    <a:pt x="548" y="419"/>
                    <a:pt x="548" y="419"/>
                  </a:cubicBezTo>
                  <a:cubicBezTo>
                    <a:pt x="549" y="418"/>
                    <a:pt x="549" y="418"/>
                    <a:pt x="549" y="418"/>
                  </a:cubicBezTo>
                  <a:lnTo>
                    <a:pt x="505" y="397"/>
                  </a:lnTo>
                  <a:close/>
                  <a:moveTo>
                    <a:pt x="521" y="353"/>
                  </a:moveTo>
                  <a:cubicBezTo>
                    <a:pt x="521" y="354"/>
                    <a:pt x="521" y="355"/>
                    <a:pt x="521" y="356"/>
                  </a:cubicBezTo>
                  <a:cubicBezTo>
                    <a:pt x="568" y="369"/>
                    <a:pt x="568" y="369"/>
                    <a:pt x="568" y="369"/>
                  </a:cubicBezTo>
                  <a:cubicBezTo>
                    <a:pt x="568" y="368"/>
                    <a:pt x="568" y="367"/>
                    <a:pt x="569" y="366"/>
                  </a:cubicBezTo>
                  <a:lnTo>
                    <a:pt x="521" y="353"/>
                  </a:lnTo>
                  <a:close/>
                  <a:moveTo>
                    <a:pt x="529" y="308"/>
                  </a:moveTo>
                  <a:cubicBezTo>
                    <a:pt x="529" y="309"/>
                    <a:pt x="529" y="309"/>
                    <a:pt x="529" y="310"/>
                  </a:cubicBezTo>
                  <a:cubicBezTo>
                    <a:pt x="578" y="314"/>
                    <a:pt x="578" y="314"/>
                    <a:pt x="578" y="314"/>
                  </a:cubicBezTo>
                  <a:cubicBezTo>
                    <a:pt x="578" y="314"/>
                    <a:pt x="578" y="314"/>
                    <a:pt x="578" y="314"/>
                  </a:cubicBezTo>
                  <a:cubicBezTo>
                    <a:pt x="578" y="314"/>
                    <a:pt x="578" y="314"/>
                    <a:pt x="578" y="314"/>
                  </a:cubicBezTo>
                  <a:cubicBezTo>
                    <a:pt x="578" y="314"/>
                    <a:pt x="578" y="314"/>
                    <a:pt x="578" y="314"/>
                  </a:cubicBezTo>
                  <a:cubicBezTo>
                    <a:pt x="578" y="314"/>
                    <a:pt x="578" y="314"/>
                    <a:pt x="578" y="314"/>
                  </a:cubicBezTo>
                  <a:cubicBezTo>
                    <a:pt x="578" y="314"/>
                    <a:pt x="578" y="314"/>
                    <a:pt x="578" y="314"/>
                  </a:cubicBezTo>
                  <a:cubicBezTo>
                    <a:pt x="578" y="314"/>
                    <a:pt x="578" y="314"/>
                    <a:pt x="578" y="314"/>
                  </a:cubicBezTo>
                  <a:cubicBezTo>
                    <a:pt x="578" y="313"/>
                    <a:pt x="578" y="312"/>
                    <a:pt x="578" y="311"/>
                  </a:cubicBezTo>
                  <a:lnTo>
                    <a:pt x="529" y="308"/>
                  </a:lnTo>
                  <a:close/>
                  <a:moveTo>
                    <a:pt x="577" y="256"/>
                  </a:moveTo>
                  <a:cubicBezTo>
                    <a:pt x="528" y="261"/>
                    <a:pt x="528" y="261"/>
                    <a:pt x="528" y="261"/>
                  </a:cubicBezTo>
                  <a:cubicBezTo>
                    <a:pt x="528" y="262"/>
                    <a:pt x="528" y="263"/>
                    <a:pt x="529" y="264"/>
                  </a:cubicBezTo>
                  <a:cubicBezTo>
                    <a:pt x="577" y="259"/>
                    <a:pt x="577" y="259"/>
                    <a:pt x="577" y="259"/>
                  </a:cubicBezTo>
                  <a:cubicBezTo>
                    <a:pt x="577" y="258"/>
                    <a:pt x="577" y="257"/>
                    <a:pt x="577" y="256"/>
                  </a:cubicBezTo>
                  <a:cubicBezTo>
                    <a:pt x="577" y="256"/>
                    <a:pt x="577" y="256"/>
                    <a:pt x="577" y="256"/>
                  </a:cubicBezTo>
                  <a:cubicBezTo>
                    <a:pt x="577" y="256"/>
                    <a:pt x="577" y="256"/>
                    <a:pt x="577" y="256"/>
                  </a:cubicBezTo>
                  <a:cubicBezTo>
                    <a:pt x="577" y="256"/>
                    <a:pt x="577" y="256"/>
                    <a:pt x="577" y="256"/>
                  </a:cubicBezTo>
                  <a:close/>
                  <a:moveTo>
                    <a:pt x="565" y="201"/>
                  </a:moveTo>
                  <a:cubicBezTo>
                    <a:pt x="519" y="216"/>
                    <a:pt x="519" y="216"/>
                    <a:pt x="519" y="216"/>
                  </a:cubicBezTo>
                  <a:cubicBezTo>
                    <a:pt x="519" y="217"/>
                    <a:pt x="519" y="218"/>
                    <a:pt x="519" y="219"/>
                  </a:cubicBezTo>
                  <a:cubicBezTo>
                    <a:pt x="566" y="204"/>
                    <a:pt x="566" y="204"/>
                    <a:pt x="566" y="204"/>
                  </a:cubicBezTo>
                  <a:cubicBezTo>
                    <a:pt x="566" y="203"/>
                    <a:pt x="566" y="202"/>
                    <a:pt x="565" y="201"/>
                  </a:cubicBezTo>
                  <a:close/>
                  <a:moveTo>
                    <a:pt x="543" y="150"/>
                  </a:moveTo>
                  <a:cubicBezTo>
                    <a:pt x="500" y="174"/>
                    <a:pt x="500" y="174"/>
                    <a:pt x="500" y="174"/>
                  </a:cubicBezTo>
                  <a:cubicBezTo>
                    <a:pt x="501" y="175"/>
                    <a:pt x="501" y="175"/>
                    <a:pt x="501" y="176"/>
                  </a:cubicBezTo>
                  <a:cubicBezTo>
                    <a:pt x="545" y="153"/>
                    <a:pt x="545" y="153"/>
                    <a:pt x="545" y="153"/>
                  </a:cubicBezTo>
                  <a:cubicBezTo>
                    <a:pt x="544" y="152"/>
                    <a:pt x="544" y="151"/>
                    <a:pt x="543" y="150"/>
                  </a:cubicBezTo>
                  <a:close/>
                  <a:moveTo>
                    <a:pt x="512" y="104"/>
                  </a:moveTo>
                  <a:cubicBezTo>
                    <a:pt x="474" y="136"/>
                    <a:pt x="474" y="136"/>
                    <a:pt x="474" y="136"/>
                  </a:cubicBezTo>
                  <a:cubicBezTo>
                    <a:pt x="475" y="136"/>
                    <a:pt x="475" y="137"/>
                    <a:pt x="476" y="137"/>
                  </a:cubicBezTo>
                  <a:cubicBezTo>
                    <a:pt x="514" y="106"/>
                    <a:pt x="514" y="106"/>
                    <a:pt x="514" y="106"/>
                  </a:cubicBezTo>
                  <a:cubicBezTo>
                    <a:pt x="513" y="106"/>
                    <a:pt x="513" y="106"/>
                    <a:pt x="513" y="106"/>
                  </a:cubicBezTo>
                  <a:cubicBezTo>
                    <a:pt x="513" y="106"/>
                    <a:pt x="513" y="106"/>
                    <a:pt x="513" y="106"/>
                  </a:cubicBezTo>
                  <a:cubicBezTo>
                    <a:pt x="513" y="106"/>
                    <a:pt x="513" y="106"/>
                    <a:pt x="513" y="106"/>
                  </a:cubicBezTo>
                  <a:cubicBezTo>
                    <a:pt x="513" y="106"/>
                    <a:pt x="513" y="106"/>
                    <a:pt x="513" y="106"/>
                  </a:cubicBezTo>
                  <a:cubicBezTo>
                    <a:pt x="513" y="106"/>
                    <a:pt x="513" y="106"/>
                    <a:pt x="513" y="106"/>
                  </a:cubicBezTo>
                  <a:cubicBezTo>
                    <a:pt x="513" y="106"/>
                    <a:pt x="513" y="106"/>
                    <a:pt x="513" y="106"/>
                  </a:cubicBezTo>
                  <a:cubicBezTo>
                    <a:pt x="513" y="106"/>
                    <a:pt x="513" y="106"/>
                    <a:pt x="513" y="106"/>
                  </a:cubicBezTo>
                  <a:cubicBezTo>
                    <a:pt x="513" y="106"/>
                    <a:pt x="513" y="106"/>
                    <a:pt x="513" y="106"/>
                  </a:cubicBezTo>
                  <a:cubicBezTo>
                    <a:pt x="513" y="106"/>
                    <a:pt x="513" y="106"/>
                    <a:pt x="513" y="106"/>
                  </a:cubicBezTo>
                  <a:cubicBezTo>
                    <a:pt x="513" y="105"/>
                    <a:pt x="512" y="105"/>
                    <a:pt x="512" y="104"/>
                  </a:cubicBezTo>
                  <a:close/>
                  <a:moveTo>
                    <a:pt x="472" y="65"/>
                  </a:moveTo>
                  <a:cubicBezTo>
                    <a:pt x="441" y="103"/>
                    <a:pt x="441" y="103"/>
                    <a:pt x="441" y="103"/>
                  </a:cubicBezTo>
                  <a:cubicBezTo>
                    <a:pt x="442" y="104"/>
                    <a:pt x="442" y="104"/>
                    <a:pt x="443" y="105"/>
                  </a:cubicBezTo>
                  <a:cubicBezTo>
                    <a:pt x="474" y="67"/>
                    <a:pt x="474" y="67"/>
                    <a:pt x="474" y="67"/>
                  </a:cubicBezTo>
                  <a:cubicBezTo>
                    <a:pt x="473" y="66"/>
                    <a:pt x="473" y="66"/>
                    <a:pt x="473" y="66"/>
                  </a:cubicBezTo>
                  <a:cubicBezTo>
                    <a:pt x="473" y="66"/>
                    <a:pt x="473" y="66"/>
                    <a:pt x="473" y="66"/>
                  </a:cubicBezTo>
                  <a:cubicBezTo>
                    <a:pt x="473" y="66"/>
                    <a:pt x="473" y="66"/>
                    <a:pt x="473" y="66"/>
                  </a:cubicBezTo>
                  <a:cubicBezTo>
                    <a:pt x="473" y="66"/>
                    <a:pt x="473" y="66"/>
                    <a:pt x="473" y="66"/>
                  </a:cubicBezTo>
                  <a:cubicBezTo>
                    <a:pt x="473" y="66"/>
                    <a:pt x="473" y="66"/>
                    <a:pt x="473" y="66"/>
                  </a:cubicBezTo>
                  <a:cubicBezTo>
                    <a:pt x="473" y="66"/>
                    <a:pt x="473" y="66"/>
                    <a:pt x="473" y="66"/>
                  </a:cubicBezTo>
                  <a:cubicBezTo>
                    <a:pt x="473" y="66"/>
                    <a:pt x="473" y="66"/>
                    <a:pt x="473" y="66"/>
                  </a:cubicBezTo>
                  <a:cubicBezTo>
                    <a:pt x="473" y="66"/>
                    <a:pt x="473" y="66"/>
                    <a:pt x="473" y="66"/>
                  </a:cubicBezTo>
                  <a:cubicBezTo>
                    <a:pt x="473" y="65"/>
                    <a:pt x="473" y="65"/>
                    <a:pt x="473" y="65"/>
                  </a:cubicBezTo>
                  <a:cubicBezTo>
                    <a:pt x="473" y="65"/>
                    <a:pt x="473" y="65"/>
                    <a:pt x="473" y="65"/>
                  </a:cubicBezTo>
                  <a:lnTo>
                    <a:pt x="472" y="65"/>
                  </a:lnTo>
                  <a:close/>
                  <a:moveTo>
                    <a:pt x="426" y="34"/>
                  </a:moveTo>
                  <a:cubicBezTo>
                    <a:pt x="403" y="77"/>
                    <a:pt x="403" y="77"/>
                    <a:pt x="403" y="77"/>
                  </a:cubicBezTo>
                  <a:cubicBezTo>
                    <a:pt x="403" y="78"/>
                    <a:pt x="404" y="78"/>
                    <a:pt x="405" y="79"/>
                  </a:cubicBezTo>
                  <a:cubicBezTo>
                    <a:pt x="428" y="35"/>
                    <a:pt x="428" y="35"/>
                    <a:pt x="428" y="35"/>
                  </a:cubicBezTo>
                  <a:cubicBezTo>
                    <a:pt x="428" y="35"/>
                    <a:pt x="428" y="35"/>
                    <a:pt x="428" y="35"/>
                  </a:cubicBezTo>
                  <a:cubicBezTo>
                    <a:pt x="428" y="35"/>
                    <a:pt x="428" y="35"/>
                    <a:pt x="428" y="35"/>
                  </a:cubicBezTo>
                  <a:cubicBezTo>
                    <a:pt x="428" y="35"/>
                    <a:pt x="428" y="35"/>
                    <a:pt x="428" y="35"/>
                  </a:cubicBezTo>
                  <a:cubicBezTo>
                    <a:pt x="427" y="35"/>
                    <a:pt x="426" y="35"/>
                    <a:pt x="426" y="34"/>
                  </a:cubicBezTo>
                  <a:close/>
                  <a:moveTo>
                    <a:pt x="374" y="13"/>
                  </a:moveTo>
                  <a:cubicBezTo>
                    <a:pt x="360" y="60"/>
                    <a:pt x="360" y="60"/>
                    <a:pt x="360" y="60"/>
                  </a:cubicBezTo>
                  <a:cubicBezTo>
                    <a:pt x="361" y="60"/>
                    <a:pt x="361" y="60"/>
                    <a:pt x="362" y="60"/>
                  </a:cubicBezTo>
                  <a:cubicBezTo>
                    <a:pt x="377" y="14"/>
                    <a:pt x="377" y="14"/>
                    <a:pt x="377" y="14"/>
                  </a:cubicBezTo>
                  <a:cubicBezTo>
                    <a:pt x="376" y="13"/>
                    <a:pt x="376" y="13"/>
                    <a:pt x="375" y="13"/>
                  </a:cubicBezTo>
                  <a:cubicBezTo>
                    <a:pt x="375" y="13"/>
                    <a:pt x="375" y="13"/>
                    <a:pt x="375" y="13"/>
                  </a:cubicBezTo>
                  <a:cubicBezTo>
                    <a:pt x="375" y="13"/>
                    <a:pt x="375" y="13"/>
                    <a:pt x="375" y="13"/>
                  </a:cubicBezTo>
                  <a:cubicBezTo>
                    <a:pt x="375" y="13"/>
                    <a:pt x="375" y="13"/>
                    <a:pt x="375" y="13"/>
                  </a:cubicBezTo>
                  <a:cubicBezTo>
                    <a:pt x="375" y="13"/>
                    <a:pt x="375" y="13"/>
                    <a:pt x="375" y="13"/>
                  </a:cubicBezTo>
                  <a:cubicBezTo>
                    <a:pt x="375" y="13"/>
                    <a:pt x="375" y="13"/>
                    <a:pt x="375" y="13"/>
                  </a:cubicBezTo>
                  <a:cubicBezTo>
                    <a:pt x="375" y="13"/>
                    <a:pt x="375" y="13"/>
                    <a:pt x="375" y="13"/>
                  </a:cubicBezTo>
                  <a:lnTo>
                    <a:pt x="374" y="13"/>
                  </a:lnTo>
                  <a:close/>
                  <a:moveTo>
                    <a:pt x="320" y="2"/>
                  </a:moveTo>
                  <a:cubicBezTo>
                    <a:pt x="315" y="51"/>
                    <a:pt x="315" y="51"/>
                    <a:pt x="315" y="51"/>
                  </a:cubicBezTo>
                  <a:cubicBezTo>
                    <a:pt x="315" y="51"/>
                    <a:pt x="316" y="51"/>
                    <a:pt x="317" y="51"/>
                  </a:cubicBezTo>
                  <a:cubicBezTo>
                    <a:pt x="322" y="2"/>
                    <a:pt x="322" y="2"/>
                    <a:pt x="322" y="2"/>
                  </a:cubicBezTo>
                  <a:cubicBezTo>
                    <a:pt x="322" y="2"/>
                    <a:pt x="321" y="2"/>
                    <a:pt x="320" y="2"/>
                  </a:cubicBezTo>
                  <a:cubicBezTo>
                    <a:pt x="320" y="2"/>
                    <a:pt x="320" y="2"/>
                    <a:pt x="320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4" name="Google Shape;1314;p32"/>
            <p:cNvSpPr/>
            <p:nvPr/>
          </p:nvSpPr>
          <p:spPr>
            <a:xfrm>
              <a:off x="5867400" y="4462463"/>
              <a:ext cx="720725" cy="722312"/>
            </a:xfrm>
            <a:custGeom>
              <a:avLst/>
              <a:gdLst/>
              <a:ahLst/>
              <a:cxnLst/>
              <a:rect l="l" t="t" r="r" b="b"/>
              <a:pathLst>
                <a:path w="428" h="428" extrusionOk="0">
                  <a:moveTo>
                    <a:pt x="214" y="422"/>
                  </a:moveTo>
                  <a:cubicBezTo>
                    <a:pt x="214" y="419"/>
                    <a:pt x="217" y="416"/>
                    <a:pt x="220" y="416"/>
                  </a:cubicBezTo>
                  <a:cubicBezTo>
                    <a:pt x="223" y="416"/>
                    <a:pt x="226" y="418"/>
                    <a:pt x="226" y="422"/>
                  </a:cubicBezTo>
                  <a:cubicBezTo>
                    <a:pt x="226" y="425"/>
                    <a:pt x="223" y="428"/>
                    <a:pt x="220" y="428"/>
                  </a:cubicBezTo>
                  <a:cubicBezTo>
                    <a:pt x="220" y="428"/>
                    <a:pt x="220" y="428"/>
                    <a:pt x="220" y="428"/>
                  </a:cubicBezTo>
                  <a:cubicBezTo>
                    <a:pt x="217" y="428"/>
                    <a:pt x="214" y="425"/>
                    <a:pt x="214" y="422"/>
                  </a:cubicBezTo>
                  <a:close/>
                  <a:moveTo>
                    <a:pt x="187" y="426"/>
                  </a:moveTo>
                  <a:cubicBezTo>
                    <a:pt x="187" y="426"/>
                    <a:pt x="187" y="426"/>
                    <a:pt x="187" y="426"/>
                  </a:cubicBezTo>
                  <a:cubicBezTo>
                    <a:pt x="184" y="426"/>
                    <a:pt x="182" y="423"/>
                    <a:pt x="182" y="420"/>
                  </a:cubicBezTo>
                  <a:cubicBezTo>
                    <a:pt x="182" y="416"/>
                    <a:pt x="185" y="414"/>
                    <a:pt x="189" y="415"/>
                  </a:cubicBezTo>
                  <a:cubicBezTo>
                    <a:pt x="189" y="415"/>
                    <a:pt x="189" y="415"/>
                    <a:pt x="189" y="415"/>
                  </a:cubicBezTo>
                  <a:cubicBezTo>
                    <a:pt x="192" y="415"/>
                    <a:pt x="194" y="418"/>
                    <a:pt x="194" y="421"/>
                  </a:cubicBezTo>
                  <a:cubicBezTo>
                    <a:pt x="193" y="424"/>
                    <a:pt x="191" y="426"/>
                    <a:pt x="188" y="426"/>
                  </a:cubicBezTo>
                  <a:lnTo>
                    <a:pt x="187" y="426"/>
                  </a:lnTo>
                  <a:close/>
                  <a:moveTo>
                    <a:pt x="246" y="419"/>
                  </a:moveTo>
                  <a:cubicBezTo>
                    <a:pt x="245" y="416"/>
                    <a:pt x="248" y="413"/>
                    <a:pt x="251" y="413"/>
                  </a:cubicBezTo>
                  <a:cubicBezTo>
                    <a:pt x="254" y="412"/>
                    <a:pt x="257" y="414"/>
                    <a:pt x="257" y="417"/>
                  </a:cubicBezTo>
                  <a:cubicBezTo>
                    <a:pt x="258" y="420"/>
                    <a:pt x="256" y="424"/>
                    <a:pt x="253" y="424"/>
                  </a:cubicBezTo>
                  <a:cubicBezTo>
                    <a:pt x="252" y="424"/>
                    <a:pt x="252" y="424"/>
                    <a:pt x="252" y="424"/>
                  </a:cubicBezTo>
                  <a:cubicBezTo>
                    <a:pt x="249" y="424"/>
                    <a:pt x="247" y="422"/>
                    <a:pt x="246" y="419"/>
                  </a:cubicBezTo>
                  <a:close/>
                  <a:moveTo>
                    <a:pt x="155" y="420"/>
                  </a:moveTo>
                  <a:cubicBezTo>
                    <a:pt x="152" y="419"/>
                    <a:pt x="150" y="415"/>
                    <a:pt x="151" y="412"/>
                  </a:cubicBezTo>
                  <a:cubicBezTo>
                    <a:pt x="152" y="409"/>
                    <a:pt x="155" y="407"/>
                    <a:pt x="158" y="408"/>
                  </a:cubicBezTo>
                  <a:cubicBezTo>
                    <a:pt x="158" y="408"/>
                    <a:pt x="158" y="408"/>
                    <a:pt x="158" y="408"/>
                  </a:cubicBezTo>
                  <a:cubicBezTo>
                    <a:pt x="161" y="409"/>
                    <a:pt x="163" y="412"/>
                    <a:pt x="162" y="416"/>
                  </a:cubicBezTo>
                  <a:cubicBezTo>
                    <a:pt x="161" y="418"/>
                    <a:pt x="159" y="420"/>
                    <a:pt x="157" y="420"/>
                  </a:cubicBezTo>
                  <a:cubicBezTo>
                    <a:pt x="156" y="420"/>
                    <a:pt x="155" y="420"/>
                    <a:pt x="155" y="420"/>
                  </a:cubicBezTo>
                  <a:close/>
                  <a:moveTo>
                    <a:pt x="277" y="412"/>
                  </a:moveTo>
                  <a:cubicBezTo>
                    <a:pt x="276" y="409"/>
                    <a:pt x="278" y="406"/>
                    <a:pt x="281" y="405"/>
                  </a:cubicBezTo>
                  <a:cubicBezTo>
                    <a:pt x="284" y="404"/>
                    <a:pt x="287" y="405"/>
                    <a:pt x="288" y="408"/>
                  </a:cubicBezTo>
                  <a:cubicBezTo>
                    <a:pt x="289" y="411"/>
                    <a:pt x="288" y="415"/>
                    <a:pt x="285" y="416"/>
                  </a:cubicBezTo>
                  <a:cubicBezTo>
                    <a:pt x="284" y="416"/>
                    <a:pt x="283" y="416"/>
                    <a:pt x="283" y="416"/>
                  </a:cubicBezTo>
                  <a:cubicBezTo>
                    <a:pt x="280" y="416"/>
                    <a:pt x="278" y="414"/>
                    <a:pt x="277" y="412"/>
                  </a:cubicBezTo>
                  <a:close/>
                  <a:moveTo>
                    <a:pt x="124" y="408"/>
                  </a:moveTo>
                  <a:cubicBezTo>
                    <a:pt x="121" y="407"/>
                    <a:pt x="120" y="403"/>
                    <a:pt x="121" y="400"/>
                  </a:cubicBezTo>
                  <a:cubicBezTo>
                    <a:pt x="122" y="397"/>
                    <a:pt x="126" y="396"/>
                    <a:pt x="129" y="398"/>
                  </a:cubicBezTo>
                  <a:cubicBezTo>
                    <a:pt x="132" y="399"/>
                    <a:pt x="133" y="402"/>
                    <a:pt x="132" y="405"/>
                  </a:cubicBezTo>
                  <a:cubicBezTo>
                    <a:pt x="131" y="407"/>
                    <a:pt x="129" y="409"/>
                    <a:pt x="126" y="409"/>
                  </a:cubicBezTo>
                  <a:cubicBezTo>
                    <a:pt x="126" y="409"/>
                    <a:pt x="125" y="409"/>
                    <a:pt x="124" y="408"/>
                  </a:cubicBezTo>
                  <a:close/>
                  <a:moveTo>
                    <a:pt x="307" y="400"/>
                  </a:moveTo>
                  <a:cubicBezTo>
                    <a:pt x="305" y="397"/>
                    <a:pt x="306" y="394"/>
                    <a:pt x="309" y="392"/>
                  </a:cubicBezTo>
                  <a:cubicBezTo>
                    <a:pt x="312" y="391"/>
                    <a:pt x="316" y="392"/>
                    <a:pt x="317" y="394"/>
                  </a:cubicBezTo>
                  <a:cubicBezTo>
                    <a:pt x="319" y="397"/>
                    <a:pt x="318" y="401"/>
                    <a:pt x="315" y="402"/>
                  </a:cubicBezTo>
                  <a:cubicBezTo>
                    <a:pt x="314" y="403"/>
                    <a:pt x="313" y="403"/>
                    <a:pt x="312" y="403"/>
                  </a:cubicBezTo>
                  <a:cubicBezTo>
                    <a:pt x="310" y="403"/>
                    <a:pt x="308" y="402"/>
                    <a:pt x="307" y="400"/>
                  </a:cubicBezTo>
                  <a:close/>
                  <a:moveTo>
                    <a:pt x="95" y="392"/>
                  </a:moveTo>
                  <a:cubicBezTo>
                    <a:pt x="93" y="390"/>
                    <a:pt x="92" y="387"/>
                    <a:pt x="94" y="384"/>
                  </a:cubicBezTo>
                  <a:cubicBezTo>
                    <a:pt x="95" y="381"/>
                    <a:pt x="99" y="381"/>
                    <a:pt x="102" y="382"/>
                  </a:cubicBezTo>
                  <a:cubicBezTo>
                    <a:pt x="104" y="384"/>
                    <a:pt x="105" y="388"/>
                    <a:pt x="103" y="390"/>
                  </a:cubicBezTo>
                  <a:cubicBezTo>
                    <a:pt x="102" y="392"/>
                    <a:pt x="100" y="393"/>
                    <a:pt x="98" y="393"/>
                  </a:cubicBezTo>
                  <a:cubicBezTo>
                    <a:pt x="97" y="393"/>
                    <a:pt x="96" y="393"/>
                    <a:pt x="95" y="392"/>
                  </a:cubicBezTo>
                  <a:close/>
                  <a:moveTo>
                    <a:pt x="334" y="383"/>
                  </a:moveTo>
                  <a:cubicBezTo>
                    <a:pt x="332" y="381"/>
                    <a:pt x="333" y="377"/>
                    <a:pt x="335" y="375"/>
                  </a:cubicBezTo>
                  <a:cubicBezTo>
                    <a:pt x="338" y="373"/>
                    <a:pt x="342" y="374"/>
                    <a:pt x="344" y="376"/>
                  </a:cubicBezTo>
                  <a:cubicBezTo>
                    <a:pt x="346" y="379"/>
                    <a:pt x="345" y="383"/>
                    <a:pt x="342" y="385"/>
                  </a:cubicBezTo>
                  <a:cubicBezTo>
                    <a:pt x="341" y="385"/>
                    <a:pt x="340" y="386"/>
                    <a:pt x="339" y="386"/>
                  </a:cubicBezTo>
                  <a:cubicBezTo>
                    <a:pt x="337" y="386"/>
                    <a:pt x="335" y="385"/>
                    <a:pt x="334" y="383"/>
                  </a:cubicBezTo>
                  <a:close/>
                  <a:moveTo>
                    <a:pt x="69" y="372"/>
                  </a:moveTo>
                  <a:cubicBezTo>
                    <a:pt x="69" y="372"/>
                    <a:pt x="69" y="372"/>
                    <a:pt x="69" y="372"/>
                  </a:cubicBezTo>
                  <a:cubicBezTo>
                    <a:pt x="67" y="370"/>
                    <a:pt x="67" y="366"/>
                    <a:pt x="69" y="364"/>
                  </a:cubicBezTo>
                  <a:cubicBezTo>
                    <a:pt x="71" y="361"/>
                    <a:pt x="75" y="361"/>
                    <a:pt x="77" y="363"/>
                  </a:cubicBezTo>
                  <a:cubicBezTo>
                    <a:pt x="79" y="365"/>
                    <a:pt x="80" y="369"/>
                    <a:pt x="77" y="371"/>
                  </a:cubicBezTo>
                  <a:cubicBezTo>
                    <a:pt x="76" y="373"/>
                    <a:pt x="75" y="373"/>
                    <a:pt x="73" y="373"/>
                  </a:cubicBezTo>
                  <a:cubicBezTo>
                    <a:pt x="72" y="373"/>
                    <a:pt x="70" y="373"/>
                    <a:pt x="69" y="372"/>
                  </a:cubicBezTo>
                  <a:close/>
                  <a:moveTo>
                    <a:pt x="359" y="363"/>
                  </a:moveTo>
                  <a:cubicBezTo>
                    <a:pt x="357" y="361"/>
                    <a:pt x="357" y="357"/>
                    <a:pt x="359" y="355"/>
                  </a:cubicBezTo>
                  <a:cubicBezTo>
                    <a:pt x="359" y="355"/>
                    <a:pt x="359" y="355"/>
                    <a:pt x="359" y="355"/>
                  </a:cubicBezTo>
                  <a:cubicBezTo>
                    <a:pt x="361" y="352"/>
                    <a:pt x="365" y="352"/>
                    <a:pt x="367" y="354"/>
                  </a:cubicBezTo>
                  <a:cubicBezTo>
                    <a:pt x="369" y="357"/>
                    <a:pt x="369" y="360"/>
                    <a:pt x="367" y="363"/>
                  </a:cubicBezTo>
                  <a:cubicBezTo>
                    <a:pt x="366" y="364"/>
                    <a:pt x="364" y="364"/>
                    <a:pt x="363" y="364"/>
                  </a:cubicBezTo>
                  <a:cubicBezTo>
                    <a:pt x="361" y="364"/>
                    <a:pt x="360" y="364"/>
                    <a:pt x="359" y="363"/>
                  </a:cubicBezTo>
                  <a:close/>
                  <a:moveTo>
                    <a:pt x="47" y="348"/>
                  </a:moveTo>
                  <a:cubicBezTo>
                    <a:pt x="45" y="345"/>
                    <a:pt x="45" y="342"/>
                    <a:pt x="48" y="340"/>
                  </a:cubicBezTo>
                  <a:cubicBezTo>
                    <a:pt x="50" y="338"/>
                    <a:pt x="54" y="338"/>
                    <a:pt x="56" y="340"/>
                  </a:cubicBezTo>
                  <a:cubicBezTo>
                    <a:pt x="58" y="343"/>
                    <a:pt x="57" y="347"/>
                    <a:pt x="55" y="349"/>
                  </a:cubicBezTo>
                  <a:cubicBezTo>
                    <a:pt x="54" y="350"/>
                    <a:pt x="53" y="350"/>
                    <a:pt x="51" y="350"/>
                  </a:cubicBezTo>
                  <a:cubicBezTo>
                    <a:pt x="50" y="350"/>
                    <a:pt x="48" y="349"/>
                    <a:pt x="47" y="348"/>
                  </a:cubicBezTo>
                  <a:close/>
                  <a:moveTo>
                    <a:pt x="380" y="339"/>
                  </a:moveTo>
                  <a:cubicBezTo>
                    <a:pt x="377" y="337"/>
                    <a:pt x="377" y="333"/>
                    <a:pt x="379" y="331"/>
                  </a:cubicBezTo>
                  <a:cubicBezTo>
                    <a:pt x="381" y="328"/>
                    <a:pt x="384" y="327"/>
                    <a:pt x="387" y="329"/>
                  </a:cubicBezTo>
                  <a:cubicBezTo>
                    <a:pt x="389" y="331"/>
                    <a:pt x="390" y="335"/>
                    <a:pt x="388" y="337"/>
                  </a:cubicBezTo>
                  <a:cubicBezTo>
                    <a:pt x="387" y="339"/>
                    <a:pt x="385" y="340"/>
                    <a:pt x="383" y="340"/>
                  </a:cubicBezTo>
                  <a:cubicBezTo>
                    <a:pt x="382" y="340"/>
                    <a:pt x="381" y="339"/>
                    <a:pt x="380" y="339"/>
                  </a:cubicBezTo>
                  <a:close/>
                  <a:moveTo>
                    <a:pt x="28" y="321"/>
                  </a:moveTo>
                  <a:cubicBezTo>
                    <a:pt x="26" y="318"/>
                    <a:pt x="27" y="314"/>
                    <a:pt x="30" y="313"/>
                  </a:cubicBezTo>
                  <a:cubicBezTo>
                    <a:pt x="33" y="311"/>
                    <a:pt x="37" y="312"/>
                    <a:pt x="38" y="315"/>
                  </a:cubicBezTo>
                  <a:cubicBezTo>
                    <a:pt x="40" y="318"/>
                    <a:pt x="39" y="321"/>
                    <a:pt x="36" y="323"/>
                  </a:cubicBezTo>
                  <a:cubicBezTo>
                    <a:pt x="35" y="323"/>
                    <a:pt x="34" y="324"/>
                    <a:pt x="33" y="324"/>
                  </a:cubicBezTo>
                  <a:cubicBezTo>
                    <a:pt x="31" y="324"/>
                    <a:pt x="29" y="323"/>
                    <a:pt x="28" y="321"/>
                  </a:cubicBezTo>
                  <a:close/>
                  <a:moveTo>
                    <a:pt x="397" y="312"/>
                  </a:moveTo>
                  <a:cubicBezTo>
                    <a:pt x="394" y="310"/>
                    <a:pt x="393" y="307"/>
                    <a:pt x="395" y="304"/>
                  </a:cubicBezTo>
                  <a:cubicBezTo>
                    <a:pt x="396" y="301"/>
                    <a:pt x="400" y="300"/>
                    <a:pt x="403" y="301"/>
                  </a:cubicBezTo>
                  <a:cubicBezTo>
                    <a:pt x="405" y="303"/>
                    <a:pt x="407" y="306"/>
                    <a:pt x="405" y="309"/>
                  </a:cubicBezTo>
                  <a:cubicBezTo>
                    <a:pt x="404" y="311"/>
                    <a:pt x="402" y="312"/>
                    <a:pt x="400" y="312"/>
                  </a:cubicBezTo>
                  <a:cubicBezTo>
                    <a:pt x="399" y="312"/>
                    <a:pt x="398" y="312"/>
                    <a:pt x="397" y="312"/>
                  </a:cubicBezTo>
                  <a:close/>
                  <a:moveTo>
                    <a:pt x="14" y="291"/>
                  </a:moveTo>
                  <a:cubicBezTo>
                    <a:pt x="13" y="288"/>
                    <a:pt x="14" y="285"/>
                    <a:pt x="17" y="283"/>
                  </a:cubicBezTo>
                  <a:cubicBezTo>
                    <a:pt x="20" y="282"/>
                    <a:pt x="24" y="284"/>
                    <a:pt x="25" y="287"/>
                  </a:cubicBezTo>
                  <a:cubicBezTo>
                    <a:pt x="26" y="290"/>
                    <a:pt x="24" y="293"/>
                    <a:pt x="21" y="294"/>
                  </a:cubicBezTo>
                  <a:cubicBezTo>
                    <a:pt x="21" y="295"/>
                    <a:pt x="20" y="295"/>
                    <a:pt x="19" y="295"/>
                  </a:cubicBezTo>
                  <a:cubicBezTo>
                    <a:pt x="17" y="295"/>
                    <a:pt x="15" y="293"/>
                    <a:pt x="14" y="291"/>
                  </a:cubicBezTo>
                  <a:close/>
                  <a:moveTo>
                    <a:pt x="410" y="282"/>
                  </a:moveTo>
                  <a:cubicBezTo>
                    <a:pt x="407" y="281"/>
                    <a:pt x="405" y="278"/>
                    <a:pt x="406" y="275"/>
                  </a:cubicBezTo>
                  <a:cubicBezTo>
                    <a:pt x="407" y="272"/>
                    <a:pt x="411" y="270"/>
                    <a:pt x="414" y="271"/>
                  </a:cubicBezTo>
                  <a:cubicBezTo>
                    <a:pt x="417" y="272"/>
                    <a:pt x="419" y="275"/>
                    <a:pt x="418" y="279"/>
                  </a:cubicBezTo>
                  <a:cubicBezTo>
                    <a:pt x="417" y="281"/>
                    <a:pt x="414" y="283"/>
                    <a:pt x="412" y="283"/>
                  </a:cubicBezTo>
                  <a:cubicBezTo>
                    <a:pt x="411" y="283"/>
                    <a:pt x="411" y="283"/>
                    <a:pt x="410" y="282"/>
                  </a:cubicBezTo>
                  <a:close/>
                  <a:moveTo>
                    <a:pt x="4" y="259"/>
                  </a:moveTo>
                  <a:cubicBezTo>
                    <a:pt x="4" y="256"/>
                    <a:pt x="6" y="253"/>
                    <a:pt x="9" y="252"/>
                  </a:cubicBezTo>
                  <a:cubicBezTo>
                    <a:pt x="12" y="252"/>
                    <a:pt x="15" y="254"/>
                    <a:pt x="16" y="257"/>
                  </a:cubicBezTo>
                  <a:cubicBezTo>
                    <a:pt x="16" y="260"/>
                    <a:pt x="14" y="263"/>
                    <a:pt x="11" y="264"/>
                  </a:cubicBezTo>
                  <a:cubicBezTo>
                    <a:pt x="11" y="264"/>
                    <a:pt x="10" y="264"/>
                    <a:pt x="10" y="264"/>
                  </a:cubicBezTo>
                  <a:cubicBezTo>
                    <a:pt x="7" y="264"/>
                    <a:pt x="5" y="262"/>
                    <a:pt x="4" y="259"/>
                  </a:cubicBezTo>
                  <a:close/>
                  <a:moveTo>
                    <a:pt x="418" y="251"/>
                  </a:moveTo>
                  <a:cubicBezTo>
                    <a:pt x="415" y="251"/>
                    <a:pt x="413" y="248"/>
                    <a:pt x="414" y="245"/>
                  </a:cubicBezTo>
                  <a:cubicBezTo>
                    <a:pt x="414" y="242"/>
                    <a:pt x="417" y="239"/>
                    <a:pt x="420" y="240"/>
                  </a:cubicBezTo>
                  <a:cubicBezTo>
                    <a:pt x="423" y="240"/>
                    <a:pt x="426" y="243"/>
                    <a:pt x="425" y="246"/>
                  </a:cubicBezTo>
                  <a:cubicBezTo>
                    <a:pt x="425" y="249"/>
                    <a:pt x="422" y="251"/>
                    <a:pt x="419" y="251"/>
                  </a:cubicBezTo>
                  <a:lnTo>
                    <a:pt x="418" y="251"/>
                  </a:lnTo>
                  <a:close/>
                  <a:moveTo>
                    <a:pt x="0" y="227"/>
                  </a:moveTo>
                  <a:cubicBezTo>
                    <a:pt x="0" y="227"/>
                    <a:pt x="0" y="227"/>
                    <a:pt x="0" y="227"/>
                  </a:cubicBezTo>
                  <a:cubicBezTo>
                    <a:pt x="0" y="224"/>
                    <a:pt x="2" y="221"/>
                    <a:pt x="5" y="221"/>
                  </a:cubicBezTo>
                  <a:cubicBezTo>
                    <a:pt x="9" y="220"/>
                    <a:pt x="11" y="223"/>
                    <a:pt x="11" y="226"/>
                  </a:cubicBezTo>
                  <a:cubicBezTo>
                    <a:pt x="11" y="226"/>
                    <a:pt x="11" y="226"/>
                    <a:pt x="11" y="226"/>
                  </a:cubicBezTo>
                  <a:cubicBezTo>
                    <a:pt x="12" y="229"/>
                    <a:pt x="9" y="232"/>
                    <a:pt x="6" y="232"/>
                  </a:cubicBezTo>
                  <a:cubicBezTo>
                    <a:pt x="6" y="232"/>
                    <a:pt x="6" y="232"/>
                    <a:pt x="6" y="232"/>
                  </a:cubicBezTo>
                  <a:cubicBezTo>
                    <a:pt x="3" y="232"/>
                    <a:pt x="0" y="230"/>
                    <a:pt x="0" y="227"/>
                  </a:cubicBezTo>
                  <a:close/>
                  <a:moveTo>
                    <a:pt x="416" y="214"/>
                  </a:moveTo>
                  <a:cubicBezTo>
                    <a:pt x="416" y="210"/>
                    <a:pt x="419" y="208"/>
                    <a:pt x="422" y="208"/>
                  </a:cubicBezTo>
                  <a:cubicBezTo>
                    <a:pt x="425" y="208"/>
                    <a:pt x="428" y="210"/>
                    <a:pt x="428" y="214"/>
                  </a:cubicBezTo>
                  <a:cubicBezTo>
                    <a:pt x="428" y="217"/>
                    <a:pt x="425" y="219"/>
                    <a:pt x="422" y="219"/>
                  </a:cubicBezTo>
                  <a:cubicBezTo>
                    <a:pt x="419" y="219"/>
                    <a:pt x="416" y="217"/>
                    <a:pt x="416" y="214"/>
                  </a:cubicBezTo>
                  <a:close/>
                  <a:moveTo>
                    <a:pt x="6" y="200"/>
                  </a:moveTo>
                  <a:cubicBezTo>
                    <a:pt x="2" y="200"/>
                    <a:pt x="0" y="197"/>
                    <a:pt x="0" y="194"/>
                  </a:cubicBezTo>
                  <a:cubicBezTo>
                    <a:pt x="1" y="191"/>
                    <a:pt x="3" y="188"/>
                    <a:pt x="7" y="189"/>
                  </a:cubicBezTo>
                  <a:cubicBezTo>
                    <a:pt x="10" y="189"/>
                    <a:pt x="12" y="192"/>
                    <a:pt x="12" y="195"/>
                  </a:cubicBezTo>
                  <a:cubicBezTo>
                    <a:pt x="12" y="198"/>
                    <a:pt x="9" y="200"/>
                    <a:pt x="6" y="200"/>
                  </a:cubicBezTo>
                  <a:close/>
                  <a:moveTo>
                    <a:pt x="414" y="189"/>
                  </a:moveTo>
                  <a:cubicBezTo>
                    <a:pt x="414" y="189"/>
                    <a:pt x="414" y="189"/>
                    <a:pt x="414" y="189"/>
                  </a:cubicBezTo>
                  <a:cubicBezTo>
                    <a:pt x="414" y="186"/>
                    <a:pt x="416" y="183"/>
                    <a:pt x="419" y="182"/>
                  </a:cubicBezTo>
                  <a:cubicBezTo>
                    <a:pt x="423" y="182"/>
                    <a:pt x="426" y="184"/>
                    <a:pt x="426" y="187"/>
                  </a:cubicBezTo>
                  <a:cubicBezTo>
                    <a:pt x="426" y="191"/>
                    <a:pt x="424" y="194"/>
                    <a:pt x="421" y="194"/>
                  </a:cubicBezTo>
                  <a:cubicBezTo>
                    <a:pt x="420" y="194"/>
                    <a:pt x="420" y="194"/>
                    <a:pt x="420" y="194"/>
                  </a:cubicBezTo>
                  <a:cubicBezTo>
                    <a:pt x="417" y="194"/>
                    <a:pt x="415" y="192"/>
                    <a:pt x="414" y="189"/>
                  </a:cubicBezTo>
                  <a:close/>
                  <a:moveTo>
                    <a:pt x="10" y="168"/>
                  </a:moveTo>
                  <a:cubicBezTo>
                    <a:pt x="7" y="168"/>
                    <a:pt x="5" y="165"/>
                    <a:pt x="6" y="161"/>
                  </a:cubicBezTo>
                  <a:cubicBezTo>
                    <a:pt x="7" y="158"/>
                    <a:pt x="10" y="156"/>
                    <a:pt x="13" y="157"/>
                  </a:cubicBezTo>
                  <a:cubicBezTo>
                    <a:pt x="16" y="158"/>
                    <a:pt x="18" y="161"/>
                    <a:pt x="17" y="164"/>
                  </a:cubicBezTo>
                  <a:cubicBezTo>
                    <a:pt x="17" y="167"/>
                    <a:pt x="14" y="169"/>
                    <a:pt x="12" y="169"/>
                  </a:cubicBezTo>
                  <a:cubicBezTo>
                    <a:pt x="11" y="169"/>
                    <a:pt x="11" y="169"/>
                    <a:pt x="10" y="168"/>
                  </a:cubicBezTo>
                  <a:close/>
                  <a:moveTo>
                    <a:pt x="408" y="158"/>
                  </a:moveTo>
                  <a:cubicBezTo>
                    <a:pt x="408" y="158"/>
                    <a:pt x="408" y="158"/>
                    <a:pt x="408" y="158"/>
                  </a:cubicBezTo>
                  <a:cubicBezTo>
                    <a:pt x="407" y="155"/>
                    <a:pt x="409" y="152"/>
                    <a:pt x="412" y="151"/>
                  </a:cubicBezTo>
                  <a:cubicBezTo>
                    <a:pt x="415" y="150"/>
                    <a:pt x="419" y="152"/>
                    <a:pt x="419" y="155"/>
                  </a:cubicBezTo>
                  <a:cubicBezTo>
                    <a:pt x="420" y="158"/>
                    <a:pt x="419" y="162"/>
                    <a:pt x="415" y="162"/>
                  </a:cubicBezTo>
                  <a:cubicBezTo>
                    <a:pt x="415" y="163"/>
                    <a:pt x="414" y="163"/>
                    <a:pt x="414" y="163"/>
                  </a:cubicBezTo>
                  <a:cubicBezTo>
                    <a:pt x="411" y="163"/>
                    <a:pt x="409" y="161"/>
                    <a:pt x="408" y="158"/>
                  </a:cubicBezTo>
                  <a:close/>
                  <a:moveTo>
                    <a:pt x="19" y="138"/>
                  </a:moveTo>
                  <a:cubicBezTo>
                    <a:pt x="16" y="137"/>
                    <a:pt x="15" y="133"/>
                    <a:pt x="16" y="130"/>
                  </a:cubicBezTo>
                  <a:cubicBezTo>
                    <a:pt x="18" y="127"/>
                    <a:pt x="21" y="126"/>
                    <a:pt x="24" y="127"/>
                  </a:cubicBezTo>
                  <a:cubicBezTo>
                    <a:pt x="27" y="128"/>
                    <a:pt x="28" y="132"/>
                    <a:pt x="27" y="135"/>
                  </a:cubicBezTo>
                  <a:cubicBezTo>
                    <a:pt x="26" y="137"/>
                    <a:pt x="24" y="138"/>
                    <a:pt x="22" y="138"/>
                  </a:cubicBezTo>
                  <a:cubicBezTo>
                    <a:pt x="21" y="138"/>
                    <a:pt x="20" y="138"/>
                    <a:pt x="19" y="138"/>
                  </a:cubicBezTo>
                  <a:close/>
                  <a:moveTo>
                    <a:pt x="397" y="129"/>
                  </a:moveTo>
                  <a:cubicBezTo>
                    <a:pt x="396" y="126"/>
                    <a:pt x="397" y="123"/>
                    <a:pt x="400" y="121"/>
                  </a:cubicBezTo>
                  <a:cubicBezTo>
                    <a:pt x="403" y="120"/>
                    <a:pt x="407" y="121"/>
                    <a:pt x="408" y="124"/>
                  </a:cubicBezTo>
                  <a:cubicBezTo>
                    <a:pt x="408" y="124"/>
                    <a:pt x="408" y="124"/>
                    <a:pt x="408" y="124"/>
                  </a:cubicBezTo>
                  <a:cubicBezTo>
                    <a:pt x="409" y="127"/>
                    <a:pt x="408" y="131"/>
                    <a:pt x="405" y="132"/>
                  </a:cubicBezTo>
                  <a:cubicBezTo>
                    <a:pt x="404" y="132"/>
                    <a:pt x="404" y="133"/>
                    <a:pt x="403" y="133"/>
                  </a:cubicBezTo>
                  <a:cubicBezTo>
                    <a:pt x="401" y="133"/>
                    <a:pt x="398" y="131"/>
                    <a:pt x="397" y="129"/>
                  </a:cubicBezTo>
                  <a:close/>
                  <a:moveTo>
                    <a:pt x="33" y="109"/>
                  </a:moveTo>
                  <a:cubicBezTo>
                    <a:pt x="31" y="107"/>
                    <a:pt x="30" y="104"/>
                    <a:pt x="32" y="101"/>
                  </a:cubicBezTo>
                  <a:cubicBezTo>
                    <a:pt x="33" y="98"/>
                    <a:pt x="37" y="97"/>
                    <a:pt x="40" y="99"/>
                  </a:cubicBezTo>
                  <a:cubicBezTo>
                    <a:pt x="42" y="101"/>
                    <a:pt x="43" y="104"/>
                    <a:pt x="41" y="107"/>
                  </a:cubicBezTo>
                  <a:cubicBezTo>
                    <a:pt x="40" y="109"/>
                    <a:pt x="38" y="110"/>
                    <a:pt x="36" y="110"/>
                  </a:cubicBezTo>
                  <a:cubicBezTo>
                    <a:pt x="35" y="110"/>
                    <a:pt x="34" y="110"/>
                    <a:pt x="33" y="109"/>
                  </a:cubicBezTo>
                  <a:close/>
                  <a:moveTo>
                    <a:pt x="382" y="102"/>
                  </a:moveTo>
                  <a:cubicBezTo>
                    <a:pt x="381" y="99"/>
                    <a:pt x="381" y="96"/>
                    <a:pt x="384" y="94"/>
                  </a:cubicBezTo>
                  <a:cubicBezTo>
                    <a:pt x="387" y="92"/>
                    <a:pt x="390" y="93"/>
                    <a:pt x="392" y="96"/>
                  </a:cubicBezTo>
                  <a:cubicBezTo>
                    <a:pt x="394" y="98"/>
                    <a:pt x="393" y="102"/>
                    <a:pt x="390" y="104"/>
                  </a:cubicBezTo>
                  <a:cubicBezTo>
                    <a:pt x="389" y="104"/>
                    <a:pt x="388" y="105"/>
                    <a:pt x="387" y="105"/>
                  </a:cubicBezTo>
                  <a:cubicBezTo>
                    <a:pt x="385" y="105"/>
                    <a:pt x="383" y="104"/>
                    <a:pt x="382" y="102"/>
                  </a:cubicBezTo>
                  <a:close/>
                  <a:moveTo>
                    <a:pt x="52" y="83"/>
                  </a:moveTo>
                  <a:cubicBezTo>
                    <a:pt x="49" y="80"/>
                    <a:pt x="49" y="77"/>
                    <a:pt x="51" y="74"/>
                  </a:cubicBezTo>
                  <a:cubicBezTo>
                    <a:pt x="53" y="72"/>
                    <a:pt x="57" y="72"/>
                    <a:pt x="59" y="74"/>
                  </a:cubicBezTo>
                  <a:cubicBezTo>
                    <a:pt x="62" y="76"/>
                    <a:pt x="62" y="79"/>
                    <a:pt x="60" y="82"/>
                  </a:cubicBezTo>
                  <a:cubicBezTo>
                    <a:pt x="59" y="83"/>
                    <a:pt x="57" y="84"/>
                    <a:pt x="55" y="84"/>
                  </a:cubicBezTo>
                  <a:cubicBezTo>
                    <a:pt x="54" y="84"/>
                    <a:pt x="53" y="83"/>
                    <a:pt x="52" y="83"/>
                  </a:cubicBezTo>
                  <a:close/>
                  <a:moveTo>
                    <a:pt x="363" y="77"/>
                  </a:moveTo>
                  <a:cubicBezTo>
                    <a:pt x="363" y="77"/>
                    <a:pt x="363" y="77"/>
                    <a:pt x="363" y="77"/>
                  </a:cubicBezTo>
                  <a:cubicBezTo>
                    <a:pt x="361" y="75"/>
                    <a:pt x="361" y="71"/>
                    <a:pt x="364" y="69"/>
                  </a:cubicBezTo>
                  <a:cubicBezTo>
                    <a:pt x="366" y="67"/>
                    <a:pt x="370" y="67"/>
                    <a:pt x="372" y="70"/>
                  </a:cubicBezTo>
                  <a:cubicBezTo>
                    <a:pt x="374" y="72"/>
                    <a:pt x="374" y="76"/>
                    <a:pt x="371" y="78"/>
                  </a:cubicBezTo>
                  <a:cubicBezTo>
                    <a:pt x="370" y="79"/>
                    <a:pt x="369" y="79"/>
                    <a:pt x="367" y="79"/>
                  </a:cubicBezTo>
                  <a:cubicBezTo>
                    <a:pt x="366" y="79"/>
                    <a:pt x="364" y="79"/>
                    <a:pt x="363" y="77"/>
                  </a:cubicBezTo>
                  <a:close/>
                  <a:moveTo>
                    <a:pt x="74" y="59"/>
                  </a:moveTo>
                  <a:cubicBezTo>
                    <a:pt x="72" y="57"/>
                    <a:pt x="72" y="53"/>
                    <a:pt x="74" y="51"/>
                  </a:cubicBezTo>
                  <a:cubicBezTo>
                    <a:pt x="74" y="51"/>
                    <a:pt x="74" y="51"/>
                    <a:pt x="74" y="51"/>
                  </a:cubicBezTo>
                  <a:cubicBezTo>
                    <a:pt x="77" y="49"/>
                    <a:pt x="80" y="49"/>
                    <a:pt x="83" y="52"/>
                  </a:cubicBezTo>
                  <a:cubicBezTo>
                    <a:pt x="85" y="54"/>
                    <a:pt x="84" y="58"/>
                    <a:pt x="82" y="60"/>
                  </a:cubicBezTo>
                  <a:cubicBezTo>
                    <a:pt x="81" y="61"/>
                    <a:pt x="79" y="61"/>
                    <a:pt x="78" y="61"/>
                  </a:cubicBezTo>
                  <a:cubicBezTo>
                    <a:pt x="76" y="61"/>
                    <a:pt x="75" y="61"/>
                    <a:pt x="74" y="59"/>
                  </a:cubicBezTo>
                  <a:close/>
                  <a:moveTo>
                    <a:pt x="340" y="56"/>
                  </a:moveTo>
                  <a:cubicBezTo>
                    <a:pt x="338" y="54"/>
                    <a:pt x="338" y="50"/>
                    <a:pt x="340" y="48"/>
                  </a:cubicBezTo>
                  <a:cubicBezTo>
                    <a:pt x="342" y="45"/>
                    <a:pt x="345" y="45"/>
                    <a:pt x="348" y="47"/>
                  </a:cubicBezTo>
                  <a:cubicBezTo>
                    <a:pt x="350" y="49"/>
                    <a:pt x="351" y="53"/>
                    <a:pt x="349" y="55"/>
                  </a:cubicBezTo>
                  <a:cubicBezTo>
                    <a:pt x="348" y="57"/>
                    <a:pt x="346" y="57"/>
                    <a:pt x="344" y="57"/>
                  </a:cubicBezTo>
                  <a:cubicBezTo>
                    <a:pt x="343" y="57"/>
                    <a:pt x="342" y="57"/>
                    <a:pt x="340" y="56"/>
                  </a:cubicBezTo>
                  <a:close/>
                  <a:moveTo>
                    <a:pt x="99" y="40"/>
                  </a:moveTo>
                  <a:cubicBezTo>
                    <a:pt x="97" y="37"/>
                    <a:pt x="98" y="33"/>
                    <a:pt x="101" y="32"/>
                  </a:cubicBezTo>
                  <a:cubicBezTo>
                    <a:pt x="104" y="30"/>
                    <a:pt x="107" y="31"/>
                    <a:pt x="109" y="33"/>
                  </a:cubicBezTo>
                  <a:cubicBezTo>
                    <a:pt x="111" y="36"/>
                    <a:pt x="110" y="40"/>
                    <a:pt x="107" y="42"/>
                  </a:cubicBezTo>
                  <a:cubicBezTo>
                    <a:pt x="106" y="42"/>
                    <a:pt x="105" y="42"/>
                    <a:pt x="104" y="42"/>
                  </a:cubicBezTo>
                  <a:cubicBezTo>
                    <a:pt x="102" y="42"/>
                    <a:pt x="100" y="41"/>
                    <a:pt x="99" y="40"/>
                  </a:cubicBezTo>
                  <a:close/>
                  <a:moveTo>
                    <a:pt x="315" y="38"/>
                  </a:moveTo>
                  <a:cubicBezTo>
                    <a:pt x="312" y="37"/>
                    <a:pt x="311" y="33"/>
                    <a:pt x="313" y="30"/>
                  </a:cubicBezTo>
                  <a:cubicBezTo>
                    <a:pt x="314" y="28"/>
                    <a:pt x="318" y="27"/>
                    <a:pt x="321" y="28"/>
                  </a:cubicBezTo>
                  <a:cubicBezTo>
                    <a:pt x="323" y="30"/>
                    <a:pt x="324" y="33"/>
                    <a:pt x="323" y="36"/>
                  </a:cubicBezTo>
                  <a:cubicBezTo>
                    <a:pt x="322" y="38"/>
                    <a:pt x="320" y="39"/>
                    <a:pt x="318" y="39"/>
                  </a:cubicBezTo>
                  <a:cubicBezTo>
                    <a:pt x="317" y="39"/>
                    <a:pt x="316" y="39"/>
                    <a:pt x="315" y="38"/>
                  </a:cubicBezTo>
                  <a:close/>
                  <a:moveTo>
                    <a:pt x="127" y="24"/>
                  </a:moveTo>
                  <a:cubicBezTo>
                    <a:pt x="126" y="21"/>
                    <a:pt x="127" y="18"/>
                    <a:pt x="130" y="16"/>
                  </a:cubicBezTo>
                  <a:cubicBezTo>
                    <a:pt x="133" y="15"/>
                    <a:pt x="136" y="17"/>
                    <a:pt x="138" y="20"/>
                  </a:cubicBezTo>
                  <a:cubicBezTo>
                    <a:pt x="139" y="23"/>
                    <a:pt x="138" y="26"/>
                    <a:pt x="135" y="27"/>
                  </a:cubicBezTo>
                  <a:cubicBezTo>
                    <a:pt x="134" y="28"/>
                    <a:pt x="133" y="28"/>
                    <a:pt x="132" y="28"/>
                  </a:cubicBezTo>
                  <a:cubicBezTo>
                    <a:pt x="130" y="28"/>
                    <a:pt x="128" y="26"/>
                    <a:pt x="127" y="24"/>
                  </a:cubicBezTo>
                  <a:close/>
                  <a:moveTo>
                    <a:pt x="287" y="25"/>
                  </a:moveTo>
                  <a:cubicBezTo>
                    <a:pt x="284" y="24"/>
                    <a:pt x="282" y="20"/>
                    <a:pt x="283" y="17"/>
                  </a:cubicBezTo>
                  <a:cubicBezTo>
                    <a:pt x="285" y="14"/>
                    <a:pt x="288" y="13"/>
                    <a:pt x="291" y="14"/>
                  </a:cubicBezTo>
                  <a:cubicBezTo>
                    <a:pt x="294" y="15"/>
                    <a:pt x="295" y="19"/>
                    <a:pt x="294" y="22"/>
                  </a:cubicBezTo>
                  <a:cubicBezTo>
                    <a:pt x="293" y="24"/>
                    <a:pt x="291" y="25"/>
                    <a:pt x="289" y="25"/>
                  </a:cubicBezTo>
                  <a:cubicBezTo>
                    <a:pt x="288" y="25"/>
                    <a:pt x="287" y="25"/>
                    <a:pt x="287" y="25"/>
                  </a:cubicBezTo>
                  <a:close/>
                  <a:moveTo>
                    <a:pt x="157" y="13"/>
                  </a:moveTo>
                  <a:cubicBezTo>
                    <a:pt x="156" y="10"/>
                    <a:pt x="158" y="7"/>
                    <a:pt x="161" y="6"/>
                  </a:cubicBezTo>
                  <a:cubicBezTo>
                    <a:pt x="164" y="5"/>
                    <a:pt x="168" y="7"/>
                    <a:pt x="168" y="10"/>
                  </a:cubicBezTo>
                  <a:cubicBezTo>
                    <a:pt x="169" y="13"/>
                    <a:pt x="167" y="17"/>
                    <a:pt x="164" y="17"/>
                  </a:cubicBezTo>
                  <a:cubicBezTo>
                    <a:pt x="164" y="17"/>
                    <a:pt x="163" y="17"/>
                    <a:pt x="163" y="17"/>
                  </a:cubicBezTo>
                  <a:cubicBezTo>
                    <a:pt x="160" y="17"/>
                    <a:pt x="158" y="16"/>
                    <a:pt x="157" y="13"/>
                  </a:cubicBezTo>
                  <a:close/>
                  <a:moveTo>
                    <a:pt x="257" y="16"/>
                  </a:moveTo>
                  <a:cubicBezTo>
                    <a:pt x="254" y="15"/>
                    <a:pt x="252" y="12"/>
                    <a:pt x="252" y="9"/>
                  </a:cubicBezTo>
                  <a:cubicBezTo>
                    <a:pt x="253" y="6"/>
                    <a:pt x="256" y="4"/>
                    <a:pt x="259" y="5"/>
                  </a:cubicBezTo>
                  <a:cubicBezTo>
                    <a:pt x="263" y="5"/>
                    <a:pt x="265" y="8"/>
                    <a:pt x="264" y="11"/>
                  </a:cubicBezTo>
                  <a:cubicBezTo>
                    <a:pt x="263" y="14"/>
                    <a:pt x="261" y="16"/>
                    <a:pt x="258" y="16"/>
                  </a:cubicBezTo>
                  <a:cubicBezTo>
                    <a:pt x="258" y="16"/>
                    <a:pt x="257" y="16"/>
                    <a:pt x="257" y="16"/>
                  </a:cubicBezTo>
                  <a:close/>
                  <a:moveTo>
                    <a:pt x="189" y="7"/>
                  </a:moveTo>
                  <a:cubicBezTo>
                    <a:pt x="188" y="4"/>
                    <a:pt x="191" y="1"/>
                    <a:pt x="194" y="0"/>
                  </a:cubicBezTo>
                  <a:cubicBezTo>
                    <a:pt x="197" y="0"/>
                    <a:pt x="200" y="3"/>
                    <a:pt x="200" y="6"/>
                  </a:cubicBezTo>
                  <a:cubicBezTo>
                    <a:pt x="200" y="9"/>
                    <a:pt x="198" y="12"/>
                    <a:pt x="195" y="12"/>
                  </a:cubicBezTo>
                  <a:cubicBezTo>
                    <a:pt x="194" y="12"/>
                    <a:pt x="194" y="12"/>
                    <a:pt x="194" y="12"/>
                  </a:cubicBezTo>
                  <a:cubicBezTo>
                    <a:pt x="191" y="12"/>
                    <a:pt x="189" y="10"/>
                    <a:pt x="189" y="7"/>
                  </a:cubicBezTo>
                  <a:close/>
                  <a:moveTo>
                    <a:pt x="226" y="12"/>
                  </a:moveTo>
                  <a:cubicBezTo>
                    <a:pt x="223" y="11"/>
                    <a:pt x="220" y="9"/>
                    <a:pt x="221" y="5"/>
                  </a:cubicBezTo>
                  <a:cubicBezTo>
                    <a:pt x="221" y="2"/>
                    <a:pt x="224" y="0"/>
                    <a:pt x="227" y="0"/>
                  </a:cubicBezTo>
                  <a:cubicBezTo>
                    <a:pt x="230" y="0"/>
                    <a:pt x="232" y="3"/>
                    <a:pt x="232" y="6"/>
                  </a:cubicBezTo>
                  <a:cubicBezTo>
                    <a:pt x="232" y="9"/>
                    <a:pt x="229" y="12"/>
                    <a:pt x="226" y="1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5" name="Google Shape;1315;p32"/>
            <p:cNvSpPr/>
            <p:nvPr/>
          </p:nvSpPr>
          <p:spPr>
            <a:xfrm>
              <a:off x="5913438" y="4510088"/>
              <a:ext cx="625475" cy="625475"/>
            </a:xfrm>
            <a:custGeom>
              <a:avLst/>
              <a:gdLst/>
              <a:ahLst/>
              <a:cxnLst/>
              <a:rect l="l" t="t" r="r" b="b"/>
              <a:pathLst>
                <a:path w="371" h="371" extrusionOk="0">
                  <a:moveTo>
                    <a:pt x="186" y="371"/>
                  </a:moveTo>
                  <a:cubicBezTo>
                    <a:pt x="83" y="371"/>
                    <a:pt x="0" y="288"/>
                    <a:pt x="0" y="186"/>
                  </a:cubicBezTo>
                  <a:cubicBezTo>
                    <a:pt x="0" y="83"/>
                    <a:pt x="83" y="0"/>
                    <a:pt x="186" y="0"/>
                  </a:cubicBezTo>
                  <a:cubicBezTo>
                    <a:pt x="288" y="0"/>
                    <a:pt x="371" y="83"/>
                    <a:pt x="371" y="186"/>
                  </a:cubicBezTo>
                  <a:cubicBezTo>
                    <a:pt x="371" y="288"/>
                    <a:pt x="288" y="371"/>
                    <a:pt x="186" y="371"/>
                  </a:cubicBezTo>
                  <a:close/>
                  <a:moveTo>
                    <a:pt x="186" y="8"/>
                  </a:moveTo>
                  <a:cubicBezTo>
                    <a:pt x="88" y="8"/>
                    <a:pt x="8" y="88"/>
                    <a:pt x="8" y="186"/>
                  </a:cubicBezTo>
                  <a:cubicBezTo>
                    <a:pt x="8" y="283"/>
                    <a:pt x="88" y="363"/>
                    <a:pt x="186" y="363"/>
                  </a:cubicBezTo>
                  <a:cubicBezTo>
                    <a:pt x="283" y="363"/>
                    <a:pt x="363" y="283"/>
                    <a:pt x="363" y="186"/>
                  </a:cubicBezTo>
                  <a:cubicBezTo>
                    <a:pt x="363" y="88"/>
                    <a:pt x="283" y="8"/>
                    <a:pt x="186" y="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6" name="Google Shape;1316;p32"/>
            <p:cNvSpPr/>
            <p:nvPr/>
          </p:nvSpPr>
          <p:spPr>
            <a:xfrm>
              <a:off x="5978525" y="4573588"/>
              <a:ext cx="496888" cy="498475"/>
            </a:xfrm>
            <a:custGeom>
              <a:avLst/>
              <a:gdLst/>
              <a:ahLst/>
              <a:cxnLst/>
              <a:rect l="l" t="t" r="r" b="b"/>
              <a:pathLst>
                <a:path w="295" h="295" extrusionOk="0">
                  <a:moveTo>
                    <a:pt x="148" y="295"/>
                  </a:moveTo>
                  <a:cubicBezTo>
                    <a:pt x="66" y="295"/>
                    <a:pt x="0" y="229"/>
                    <a:pt x="0" y="148"/>
                  </a:cubicBezTo>
                  <a:cubicBezTo>
                    <a:pt x="0" y="66"/>
                    <a:pt x="66" y="0"/>
                    <a:pt x="148" y="0"/>
                  </a:cubicBezTo>
                  <a:cubicBezTo>
                    <a:pt x="229" y="0"/>
                    <a:pt x="295" y="66"/>
                    <a:pt x="295" y="148"/>
                  </a:cubicBezTo>
                  <a:cubicBezTo>
                    <a:pt x="295" y="229"/>
                    <a:pt x="229" y="295"/>
                    <a:pt x="148" y="295"/>
                  </a:cubicBezTo>
                  <a:close/>
                  <a:moveTo>
                    <a:pt x="148" y="31"/>
                  </a:moveTo>
                  <a:cubicBezTo>
                    <a:pt x="83" y="31"/>
                    <a:pt x="31" y="83"/>
                    <a:pt x="31" y="148"/>
                  </a:cubicBezTo>
                  <a:cubicBezTo>
                    <a:pt x="31" y="212"/>
                    <a:pt x="83" y="264"/>
                    <a:pt x="148" y="264"/>
                  </a:cubicBezTo>
                  <a:cubicBezTo>
                    <a:pt x="212" y="264"/>
                    <a:pt x="264" y="212"/>
                    <a:pt x="264" y="148"/>
                  </a:cubicBezTo>
                  <a:cubicBezTo>
                    <a:pt x="264" y="83"/>
                    <a:pt x="212" y="31"/>
                    <a:pt x="148" y="3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50" name="Picture 49">
            <a:extLst>
              <a:ext uri="{FF2B5EF4-FFF2-40B4-BE49-F238E27FC236}">
                <a16:creationId xmlns:a16="http://schemas.microsoft.com/office/drawing/2014/main" id="{C7EC62D8-0432-4DAB-ADAC-3BA94F56BBDF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4760259" y="524435"/>
            <a:ext cx="4158678" cy="4383625"/>
          </a:xfrm>
          <a:prstGeom prst="rect">
            <a:avLst/>
          </a:prstGeom>
          <a:ln w="0"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D0E888A-82B8-4556-87D8-140F1CE852E1}"/>
              </a:ext>
            </a:extLst>
          </p:cNvPr>
          <p:cNvSpPr txBox="1"/>
          <p:nvPr/>
        </p:nvSpPr>
        <p:spPr>
          <a:xfrm>
            <a:off x="3150517" y="15523"/>
            <a:ext cx="38458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latin typeface="ALS Sector Bold" panose="02000000000000000000" pitchFamily="50" charset="0"/>
              </a:rPr>
              <a:t>Компоненты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D75C87E-6C2B-4112-A195-B536B39DAB46}"/>
              </a:ext>
            </a:extLst>
          </p:cNvPr>
          <p:cNvSpPr txBox="1"/>
          <p:nvPr/>
        </p:nvSpPr>
        <p:spPr>
          <a:xfrm>
            <a:off x="893766" y="1076600"/>
            <a:ext cx="376855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dirty="0">
                <a:latin typeface="ALS Sector Regular" panose="02000000000000000000" pitchFamily="50" charset="0"/>
                <a:cs typeface="ALS Sector Regular" panose="02000000000000000000" pitchFamily="50" charset="0"/>
              </a:rPr>
              <a:t>Микроконтроллер </a:t>
            </a:r>
            <a:r>
              <a:rPr lang="en-US" sz="1800" dirty="0">
                <a:latin typeface="ALS Sector Regular" panose="02000000000000000000" pitchFamily="50" charset="0"/>
                <a:cs typeface="ALS Sector Regular" panose="02000000000000000000" pitchFamily="50" charset="0"/>
              </a:rPr>
              <a:t>ESP-32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dirty="0">
                <a:latin typeface="ALS Sector Regular" panose="02000000000000000000" pitchFamily="50" charset="0"/>
                <a:cs typeface="ALS Sector Regular" panose="02000000000000000000" pitchFamily="50" charset="0"/>
              </a:rPr>
              <a:t>Элктровигатели постоянного тока с редуктором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dirty="0">
                <a:latin typeface="ALS Sector Regular" panose="02000000000000000000" pitchFamily="50" charset="0"/>
                <a:cs typeface="ALS Sector Regular" panose="02000000000000000000" pitchFamily="50" charset="0"/>
              </a:rPr>
              <a:t>Драйвер двигателей(</a:t>
            </a:r>
            <a:r>
              <a:rPr lang="en-US" sz="1800" dirty="0">
                <a:latin typeface="ALS Sector Regular" panose="02000000000000000000" pitchFamily="50" charset="0"/>
                <a:cs typeface="ALS Sector Regular" panose="02000000000000000000" pitchFamily="50" charset="0"/>
              </a:rPr>
              <a:t>L298N</a:t>
            </a:r>
            <a:r>
              <a:rPr lang="ru-RU" sz="1800" dirty="0">
                <a:latin typeface="ALS Sector Regular" panose="02000000000000000000" pitchFamily="50" charset="0"/>
                <a:cs typeface="ALS Sector Regular" panose="02000000000000000000" pitchFamily="50" charset="0"/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dirty="0">
                <a:latin typeface="ALS Sector Regular" panose="02000000000000000000" pitchFamily="50" charset="0"/>
                <a:cs typeface="ALS Sector Regular" panose="02000000000000000000" pitchFamily="50" charset="0"/>
              </a:rPr>
              <a:t>Колеса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dirty="0">
                <a:latin typeface="ALS Sector Regular" panose="02000000000000000000" pitchFamily="50" charset="0"/>
                <a:cs typeface="ALS Sector Regular" panose="02000000000000000000" pitchFamily="50" charset="0"/>
              </a:rPr>
              <a:t>Ультразвуковой датчик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dirty="0">
                <a:latin typeface="ALS Sector Regular" panose="02000000000000000000" pitchFamily="50" charset="0"/>
                <a:cs typeface="ALS Sector Regular" panose="02000000000000000000" pitchFamily="50" charset="0"/>
              </a:rPr>
              <a:t>Шаговый двигатель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dirty="0">
                <a:latin typeface="ALS Sector Regular" panose="02000000000000000000" pitchFamily="50" charset="0"/>
                <a:cs typeface="ALS Sector Regular" panose="02000000000000000000" pitchFamily="50" charset="0"/>
              </a:rPr>
              <a:t>Акумуляторный блок на 16</a:t>
            </a:r>
            <a:r>
              <a:rPr lang="en-US" sz="1800" dirty="0">
                <a:latin typeface="ALS Sector Regular" panose="02000000000000000000" pitchFamily="50" charset="0"/>
                <a:cs typeface="ALS Sector Regular" panose="02000000000000000000" pitchFamily="50" charset="0"/>
              </a:rPr>
              <a:t>V</a:t>
            </a:r>
            <a:endParaRPr lang="ru-RU" sz="1800" dirty="0">
              <a:latin typeface="ALS Sector Regular" panose="02000000000000000000" pitchFamily="50" charset="0"/>
              <a:cs typeface="ALS Sector Regular" panose="02000000000000000000" pitchFamily="50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ALS Sector Regular" panose="02000000000000000000" pitchFamily="50" charset="0"/>
                <a:cs typeface="ALS Sector Regular" panose="02000000000000000000" pitchFamily="50" charset="0"/>
              </a:rPr>
              <a:t>Mini MP3</a:t>
            </a:r>
            <a:r>
              <a:rPr lang="ru-RU" sz="1800" dirty="0">
                <a:latin typeface="ALS Sector Regular" panose="02000000000000000000" pitchFamily="50" charset="0"/>
                <a:cs typeface="ALS Sector Regular" panose="02000000000000000000" pitchFamily="50" charset="0"/>
              </a:rPr>
              <a:t> плеер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dirty="0">
                <a:latin typeface="ALS Sector Regular" panose="02000000000000000000" pitchFamily="50" charset="0"/>
                <a:cs typeface="ALS Sector Regular" panose="02000000000000000000" pitchFamily="50" charset="0"/>
              </a:rPr>
              <a:t>Динамик с усилителем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sz="1800" dirty="0">
              <a:latin typeface="ALS Sector Regular" panose="02000000000000000000" pitchFamily="50" charset="0"/>
              <a:cs typeface="ALS Sector Regular" panose="02000000000000000000" pitchFamily="50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27" name="Google Shape;1327;p33"/>
          <p:cNvGrpSpPr/>
          <p:nvPr/>
        </p:nvGrpSpPr>
        <p:grpSpPr>
          <a:xfrm>
            <a:off x="7918800" y="4092025"/>
            <a:ext cx="1023938" cy="1023938"/>
            <a:chOff x="9247188" y="5834063"/>
            <a:chExt cx="1023938" cy="1023938"/>
          </a:xfrm>
        </p:grpSpPr>
        <p:sp>
          <p:nvSpPr>
            <p:cNvPr id="1328" name="Google Shape;1328;p33"/>
            <p:cNvSpPr/>
            <p:nvPr/>
          </p:nvSpPr>
          <p:spPr>
            <a:xfrm>
              <a:off x="9247188" y="5834063"/>
              <a:ext cx="1023938" cy="1023938"/>
            </a:xfrm>
            <a:custGeom>
              <a:avLst/>
              <a:gdLst/>
              <a:ahLst/>
              <a:cxnLst/>
              <a:rect l="l" t="t" r="r" b="b"/>
              <a:pathLst>
                <a:path w="607" h="607" extrusionOk="0">
                  <a:moveTo>
                    <a:pt x="304" y="607"/>
                  </a:moveTo>
                  <a:cubicBezTo>
                    <a:pt x="136" y="607"/>
                    <a:pt x="0" y="471"/>
                    <a:pt x="0" y="304"/>
                  </a:cubicBezTo>
                  <a:cubicBezTo>
                    <a:pt x="0" y="136"/>
                    <a:pt x="136" y="0"/>
                    <a:pt x="304" y="0"/>
                  </a:cubicBezTo>
                  <a:cubicBezTo>
                    <a:pt x="471" y="0"/>
                    <a:pt x="607" y="136"/>
                    <a:pt x="607" y="304"/>
                  </a:cubicBezTo>
                  <a:cubicBezTo>
                    <a:pt x="607" y="471"/>
                    <a:pt x="471" y="607"/>
                    <a:pt x="304" y="607"/>
                  </a:cubicBezTo>
                  <a:close/>
                  <a:moveTo>
                    <a:pt x="304" y="5"/>
                  </a:moveTo>
                  <a:cubicBezTo>
                    <a:pt x="139" y="5"/>
                    <a:pt x="5" y="139"/>
                    <a:pt x="5" y="304"/>
                  </a:cubicBezTo>
                  <a:cubicBezTo>
                    <a:pt x="5" y="468"/>
                    <a:pt x="139" y="602"/>
                    <a:pt x="304" y="602"/>
                  </a:cubicBezTo>
                  <a:cubicBezTo>
                    <a:pt x="468" y="602"/>
                    <a:pt x="602" y="468"/>
                    <a:pt x="602" y="304"/>
                  </a:cubicBezTo>
                  <a:cubicBezTo>
                    <a:pt x="602" y="139"/>
                    <a:pt x="468" y="5"/>
                    <a:pt x="304" y="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9" name="Google Shape;1329;p33"/>
            <p:cNvSpPr/>
            <p:nvPr/>
          </p:nvSpPr>
          <p:spPr>
            <a:xfrm>
              <a:off x="9274175" y="5861050"/>
              <a:ext cx="969963" cy="969963"/>
            </a:xfrm>
            <a:custGeom>
              <a:avLst/>
              <a:gdLst/>
              <a:ahLst/>
              <a:cxnLst/>
              <a:rect l="l" t="t" r="r" b="b"/>
              <a:pathLst>
                <a:path w="575" h="575" extrusionOk="0">
                  <a:moveTo>
                    <a:pt x="288" y="575"/>
                  </a:moveTo>
                  <a:cubicBezTo>
                    <a:pt x="129" y="575"/>
                    <a:pt x="0" y="446"/>
                    <a:pt x="0" y="288"/>
                  </a:cubicBezTo>
                  <a:cubicBezTo>
                    <a:pt x="0" y="129"/>
                    <a:pt x="129" y="0"/>
                    <a:pt x="288" y="0"/>
                  </a:cubicBezTo>
                  <a:cubicBezTo>
                    <a:pt x="446" y="0"/>
                    <a:pt x="575" y="129"/>
                    <a:pt x="575" y="288"/>
                  </a:cubicBezTo>
                  <a:cubicBezTo>
                    <a:pt x="575" y="446"/>
                    <a:pt x="446" y="575"/>
                    <a:pt x="288" y="575"/>
                  </a:cubicBezTo>
                  <a:close/>
                  <a:moveTo>
                    <a:pt x="288" y="11"/>
                  </a:moveTo>
                  <a:cubicBezTo>
                    <a:pt x="135" y="11"/>
                    <a:pt x="11" y="135"/>
                    <a:pt x="11" y="288"/>
                  </a:cubicBezTo>
                  <a:cubicBezTo>
                    <a:pt x="11" y="440"/>
                    <a:pt x="135" y="565"/>
                    <a:pt x="288" y="565"/>
                  </a:cubicBezTo>
                  <a:cubicBezTo>
                    <a:pt x="440" y="565"/>
                    <a:pt x="565" y="440"/>
                    <a:pt x="565" y="288"/>
                  </a:cubicBezTo>
                  <a:cubicBezTo>
                    <a:pt x="565" y="135"/>
                    <a:pt x="440" y="11"/>
                    <a:pt x="288" y="1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0" name="Google Shape;1330;p33"/>
            <p:cNvSpPr/>
            <p:nvPr/>
          </p:nvSpPr>
          <p:spPr>
            <a:xfrm>
              <a:off x="9377363" y="5962650"/>
              <a:ext cx="763587" cy="765175"/>
            </a:xfrm>
            <a:custGeom>
              <a:avLst/>
              <a:gdLst/>
              <a:ahLst/>
              <a:cxnLst/>
              <a:rect l="l" t="t" r="r" b="b"/>
              <a:pathLst>
                <a:path w="453" h="454" extrusionOk="0">
                  <a:moveTo>
                    <a:pt x="227" y="454"/>
                  </a:moveTo>
                  <a:cubicBezTo>
                    <a:pt x="209" y="454"/>
                    <a:pt x="191" y="452"/>
                    <a:pt x="173" y="448"/>
                  </a:cubicBezTo>
                  <a:cubicBezTo>
                    <a:pt x="184" y="405"/>
                    <a:pt x="184" y="405"/>
                    <a:pt x="184" y="405"/>
                  </a:cubicBezTo>
                  <a:cubicBezTo>
                    <a:pt x="201" y="409"/>
                    <a:pt x="219" y="411"/>
                    <a:pt x="236" y="410"/>
                  </a:cubicBezTo>
                  <a:cubicBezTo>
                    <a:pt x="239" y="454"/>
                    <a:pt x="239" y="454"/>
                    <a:pt x="239" y="454"/>
                  </a:cubicBezTo>
                  <a:cubicBezTo>
                    <a:pt x="235" y="454"/>
                    <a:pt x="231" y="454"/>
                    <a:pt x="227" y="454"/>
                  </a:cubicBezTo>
                  <a:close/>
                  <a:moveTo>
                    <a:pt x="259" y="452"/>
                  </a:moveTo>
                  <a:cubicBezTo>
                    <a:pt x="253" y="408"/>
                    <a:pt x="253" y="408"/>
                    <a:pt x="253" y="408"/>
                  </a:cubicBezTo>
                  <a:cubicBezTo>
                    <a:pt x="270" y="406"/>
                    <a:pt x="287" y="401"/>
                    <a:pt x="303" y="394"/>
                  </a:cubicBezTo>
                  <a:cubicBezTo>
                    <a:pt x="322" y="433"/>
                    <a:pt x="322" y="433"/>
                    <a:pt x="322" y="433"/>
                  </a:cubicBezTo>
                  <a:cubicBezTo>
                    <a:pt x="302" y="443"/>
                    <a:pt x="280" y="449"/>
                    <a:pt x="259" y="452"/>
                  </a:cubicBezTo>
                  <a:close/>
                  <a:moveTo>
                    <a:pt x="154" y="442"/>
                  </a:moveTo>
                  <a:cubicBezTo>
                    <a:pt x="133" y="435"/>
                    <a:pt x="114" y="425"/>
                    <a:pt x="96" y="413"/>
                  </a:cubicBezTo>
                  <a:cubicBezTo>
                    <a:pt x="121" y="377"/>
                    <a:pt x="121" y="377"/>
                    <a:pt x="121" y="377"/>
                  </a:cubicBezTo>
                  <a:cubicBezTo>
                    <a:pt x="136" y="387"/>
                    <a:pt x="151" y="395"/>
                    <a:pt x="168" y="401"/>
                  </a:cubicBezTo>
                  <a:lnTo>
                    <a:pt x="154" y="442"/>
                  </a:lnTo>
                  <a:close/>
                  <a:moveTo>
                    <a:pt x="340" y="424"/>
                  </a:moveTo>
                  <a:cubicBezTo>
                    <a:pt x="318" y="386"/>
                    <a:pt x="318" y="386"/>
                    <a:pt x="318" y="386"/>
                  </a:cubicBezTo>
                  <a:cubicBezTo>
                    <a:pt x="333" y="377"/>
                    <a:pt x="347" y="366"/>
                    <a:pt x="359" y="353"/>
                  </a:cubicBezTo>
                  <a:cubicBezTo>
                    <a:pt x="391" y="384"/>
                    <a:pt x="391" y="384"/>
                    <a:pt x="391" y="384"/>
                  </a:cubicBezTo>
                  <a:cubicBezTo>
                    <a:pt x="376" y="400"/>
                    <a:pt x="359" y="413"/>
                    <a:pt x="340" y="424"/>
                  </a:cubicBezTo>
                  <a:close/>
                  <a:moveTo>
                    <a:pt x="80" y="400"/>
                  </a:moveTo>
                  <a:cubicBezTo>
                    <a:pt x="63" y="386"/>
                    <a:pt x="48" y="369"/>
                    <a:pt x="36" y="351"/>
                  </a:cubicBezTo>
                  <a:cubicBezTo>
                    <a:pt x="73" y="327"/>
                    <a:pt x="73" y="327"/>
                    <a:pt x="73" y="327"/>
                  </a:cubicBezTo>
                  <a:cubicBezTo>
                    <a:pt x="83" y="342"/>
                    <a:pt x="95" y="355"/>
                    <a:pt x="108" y="367"/>
                  </a:cubicBezTo>
                  <a:lnTo>
                    <a:pt x="80" y="400"/>
                  </a:lnTo>
                  <a:close/>
                  <a:moveTo>
                    <a:pt x="404" y="368"/>
                  </a:moveTo>
                  <a:cubicBezTo>
                    <a:pt x="370" y="341"/>
                    <a:pt x="370" y="341"/>
                    <a:pt x="370" y="341"/>
                  </a:cubicBezTo>
                  <a:cubicBezTo>
                    <a:pt x="381" y="327"/>
                    <a:pt x="390" y="312"/>
                    <a:pt x="396" y="295"/>
                  </a:cubicBezTo>
                  <a:cubicBezTo>
                    <a:pt x="437" y="312"/>
                    <a:pt x="437" y="312"/>
                    <a:pt x="437" y="312"/>
                  </a:cubicBezTo>
                  <a:cubicBezTo>
                    <a:pt x="429" y="332"/>
                    <a:pt x="418" y="351"/>
                    <a:pt x="404" y="368"/>
                  </a:cubicBezTo>
                  <a:close/>
                  <a:moveTo>
                    <a:pt x="26" y="334"/>
                  </a:moveTo>
                  <a:cubicBezTo>
                    <a:pt x="16" y="314"/>
                    <a:pt x="9" y="293"/>
                    <a:pt x="4" y="272"/>
                  </a:cubicBezTo>
                  <a:cubicBezTo>
                    <a:pt x="47" y="263"/>
                    <a:pt x="47" y="263"/>
                    <a:pt x="47" y="263"/>
                  </a:cubicBezTo>
                  <a:cubicBezTo>
                    <a:pt x="51" y="281"/>
                    <a:pt x="57" y="297"/>
                    <a:pt x="65" y="313"/>
                  </a:cubicBezTo>
                  <a:lnTo>
                    <a:pt x="26" y="334"/>
                  </a:lnTo>
                  <a:close/>
                  <a:moveTo>
                    <a:pt x="444" y="293"/>
                  </a:moveTo>
                  <a:cubicBezTo>
                    <a:pt x="402" y="280"/>
                    <a:pt x="402" y="280"/>
                    <a:pt x="402" y="280"/>
                  </a:cubicBezTo>
                  <a:cubicBezTo>
                    <a:pt x="407" y="263"/>
                    <a:pt x="409" y="246"/>
                    <a:pt x="409" y="228"/>
                  </a:cubicBezTo>
                  <a:cubicBezTo>
                    <a:pt x="409" y="215"/>
                    <a:pt x="408" y="202"/>
                    <a:pt x="405" y="189"/>
                  </a:cubicBezTo>
                  <a:cubicBezTo>
                    <a:pt x="448" y="180"/>
                    <a:pt x="448" y="180"/>
                    <a:pt x="448" y="180"/>
                  </a:cubicBezTo>
                  <a:cubicBezTo>
                    <a:pt x="452" y="195"/>
                    <a:pt x="453" y="212"/>
                    <a:pt x="453" y="228"/>
                  </a:cubicBezTo>
                  <a:cubicBezTo>
                    <a:pt x="453" y="250"/>
                    <a:pt x="450" y="272"/>
                    <a:pt x="444" y="293"/>
                  </a:cubicBezTo>
                  <a:close/>
                  <a:moveTo>
                    <a:pt x="1" y="252"/>
                  </a:moveTo>
                  <a:cubicBezTo>
                    <a:pt x="0" y="244"/>
                    <a:pt x="0" y="236"/>
                    <a:pt x="0" y="228"/>
                  </a:cubicBezTo>
                  <a:cubicBezTo>
                    <a:pt x="0" y="214"/>
                    <a:pt x="1" y="200"/>
                    <a:pt x="4" y="186"/>
                  </a:cubicBezTo>
                  <a:cubicBezTo>
                    <a:pt x="47" y="194"/>
                    <a:pt x="47" y="194"/>
                    <a:pt x="47" y="194"/>
                  </a:cubicBezTo>
                  <a:cubicBezTo>
                    <a:pt x="45" y="205"/>
                    <a:pt x="44" y="216"/>
                    <a:pt x="44" y="228"/>
                  </a:cubicBezTo>
                  <a:cubicBezTo>
                    <a:pt x="44" y="234"/>
                    <a:pt x="44" y="241"/>
                    <a:pt x="45" y="247"/>
                  </a:cubicBezTo>
                  <a:lnTo>
                    <a:pt x="1" y="252"/>
                  </a:lnTo>
                  <a:close/>
                  <a:moveTo>
                    <a:pt x="51" y="178"/>
                  </a:moveTo>
                  <a:cubicBezTo>
                    <a:pt x="8" y="167"/>
                    <a:pt x="8" y="167"/>
                    <a:pt x="8" y="167"/>
                  </a:cubicBezTo>
                  <a:cubicBezTo>
                    <a:pt x="14" y="145"/>
                    <a:pt x="23" y="125"/>
                    <a:pt x="35" y="107"/>
                  </a:cubicBezTo>
                  <a:cubicBezTo>
                    <a:pt x="72" y="130"/>
                    <a:pt x="72" y="130"/>
                    <a:pt x="72" y="130"/>
                  </a:cubicBezTo>
                  <a:cubicBezTo>
                    <a:pt x="63" y="145"/>
                    <a:pt x="56" y="161"/>
                    <a:pt x="51" y="178"/>
                  </a:cubicBezTo>
                  <a:close/>
                  <a:moveTo>
                    <a:pt x="401" y="173"/>
                  </a:moveTo>
                  <a:cubicBezTo>
                    <a:pt x="396" y="157"/>
                    <a:pt x="388" y="140"/>
                    <a:pt x="378" y="126"/>
                  </a:cubicBezTo>
                  <a:cubicBezTo>
                    <a:pt x="415" y="101"/>
                    <a:pt x="415" y="101"/>
                    <a:pt x="415" y="101"/>
                  </a:cubicBezTo>
                  <a:cubicBezTo>
                    <a:pt x="427" y="119"/>
                    <a:pt x="437" y="139"/>
                    <a:pt x="443" y="160"/>
                  </a:cubicBezTo>
                  <a:lnTo>
                    <a:pt x="401" y="173"/>
                  </a:lnTo>
                  <a:close/>
                  <a:moveTo>
                    <a:pt x="82" y="117"/>
                  </a:moveTo>
                  <a:cubicBezTo>
                    <a:pt x="47" y="90"/>
                    <a:pt x="47" y="90"/>
                    <a:pt x="47" y="90"/>
                  </a:cubicBezTo>
                  <a:cubicBezTo>
                    <a:pt x="60" y="73"/>
                    <a:pt x="76" y="57"/>
                    <a:pt x="94" y="44"/>
                  </a:cubicBezTo>
                  <a:cubicBezTo>
                    <a:pt x="119" y="80"/>
                    <a:pt x="119" y="80"/>
                    <a:pt x="119" y="80"/>
                  </a:cubicBezTo>
                  <a:cubicBezTo>
                    <a:pt x="105" y="90"/>
                    <a:pt x="92" y="103"/>
                    <a:pt x="82" y="117"/>
                  </a:cubicBezTo>
                  <a:close/>
                  <a:moveTo>
                    <a:pt x="369" y="113"/>
                  </a:moveTo>
                  <a:cubicBezTo>
                    <a:pt x="357" y="99"/>
                    <a:pt x="344" y="87"/>
                    <a:pt x="330" y="77"/>
                  </a:cubicBezTo>
                  <a:cubicBezTo>
                    <a:pt x="354" y="41"/>
                    <a:pt x="354" y="41"/>
                    <a:pt x="354" y="41"/>
                  </a:cubicBezTo>
                  <a:cubicBezTo>
                    <a:pt x="373" y="53"/>
                    <a:pt x="389" y="68"/>
                    <a:pt x="403" y="85"/>
                  </a:cubicBezTo>
                  <a:lnTo>
                    <a:pt x="369" y="113"/>
                  </a:lnTo>
                  <a:close/>
                  <a:moveTo>
                    <a:pt x="133" y="71"/>
                  </a:moveTo>
                  <a:cubicBezTo>
                    <a:pt x="110" y="33"/>
                    <a:pt x="110" y="33"/>
                    <a:pt x="110" y="33"/>
                  </a:cubicBezTo>
                  <a:cubicBezTo>
                    <a:pt x="129" y="22"/>
                    <a:pt x="150" y="13"/>
                    <a:pt x="171" y="8"/>
                  </a:cubicBezTo>
                  <a:cubicBezTo>
                    <a:pt x="182" y="51"/>
                    <a:pt x="182" y="51"/>
                    <a:pt x="182" y="51"/>
                  </a:cubicBezTo>
                  <a:cubicBezTo>
                    <a:pt x="165" y="55"/>
                    <a:pt x="148" y="62"/>
                    <a:pt x="133" y="71"/>
                  </a:cubicBezTo>
                  <a:close/>
                  <a:moveTo>
                    <a:pt x="316" y="68"/>
                  </a:moveTo>
                  <a:cubicBezTo>
                    <a:pt x="300" y="60"/>
                    <a:pt x="284" y="53"/>
                    <a:pt x="266" y="49"/>
                  </a:cubicBezTo>
                  <a:cubicBezTo>
                    <a:pt x="276" y="6"/>
                    <a:pt x="276" y="6"/>
                    <a:pt x="276" y="6"/>
                  </a:cubicBezTo>
                  <a:cubicBezTo>
                    <a:pt x="297" y="11"/>
                    <a:pt x="318" y="19"/>
                    <a:pt x="337" y="30"/>
                  </a:cubicBezTo>
                  <a:lnTo>
                    <a:pt x="316" y="68"/>
                  </a:lnTo>
                  <a:close/>
                  <a:moveTo>
                    <a:pt x="198" y="47"/>
                  </a:moveTo>
                  <a:cubicBezTo>
                    <a:pt x="191" y="4"/>
                    <a:pt x="191" y="4"/>
                    <a:pt x="191" y="4"/>
                  </a:cubicBezTo>
                  <a:cubicBezTo>
                    <a:pt x="212" y="0"/>
                    <a:pt x="235" y="0"/>
                    <a:pt x="256" y="3"/>
                  </a:cubicBezTo>
                  <a:cubicBezTo>
                    <a:pt x="251" y="47"/>
                    <a:pt x="251" y="47"/>
                    <a:pt x="251" y="47"/>
                  </a:cubicBezTo>
                  <a:cubicBezTo>
                    <a:pt x="233" y="44"/>
                    <a:pt x="215" y="45"/>
                    <a:pt x="198" y="4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1" name="Google Shape;1331;p33"/>
            <p:cNvSpPr/>
            <p:nvPr/>
          </p:nvSpPr>
          <p:spPr>
            <a:xfrm>
              <a:off x="9324975" y="5911850"/>
              <a:ext cx="868362" cy="868362"/>
            </a:xfrm>
            <a:custGeom>
              <a:avLst/>
              <a:gdLst/>
              <a:ahLst/>
              <a:cxnLst/>
              <a:rect l="l" t="t" r="r" b="b"/>
              <a:pathLst>
                <a:path w="515" h="515" extrusionOk="0">
                  <a:moveTo>
                    <a:pt x="255" y="515"/>
                  </a:moveTo>
                  <a:cubicBezTo>
                    <a:pt x="248" y="515"/>
                    <a:pt x="241" y="515"/>
                    <a:pt x="234" y="514"/>
                  </a:cubicBezTo>
                  <a:cubicBezTo>
                    <a:pt x="234" y="509"/>
                    <a:pt x="234" y="509"/>
                    <a:pt x="234" y="509"/>
                  </a:cubicBezTo>
                  <a:cubicBezTo>
                    <a:pt x="241" y="510"/>
                    <a:pt x="248" y="510"/>
                    <a:pt x="255" y="510"/>
                  </a:cubicBezTo>
                  <a:lnTo>
                    <a:pt x="255" y="515"/>
                  </a:lnTo>
                  <a:close/>
                  <a:moveTo>
                    <a:pt x="265" y="515"/>
                  </a:moveTo>
                  <a:cubicBezTo>
                    <a:pt x="265" y="510"/>
                    <a:pt x="265" y="510"/>
                    <a:pt x="265" y="510"/>
                  </a:cubicBezTo>
                  <a:cubicBezTo>
                    <a:pt x="272" y="510"/>
                    <a:pt x="279" y="509"/>
                    <a:pt x="285" y="509"/>
                  </a:cubicBezTo>
                  <a:cubicBezTo>
                    <a:pt x="286" y="514"/>
                    <a:pt x="286" y="514"/>
                    <a:pt x="286" y="514"/>
                  </a:cubicBezTo>
                  <a:cubicBezTo>
                    <a:pt x="279" y="515"/>
                    <a:pt x="272" y="515"/>
                    <a:pt x="265" y="515"/>
                  </a:cubicBezTo>
                  <a:close/>
                  <a:moveTo>
                    <a:pt x="223" y="513"/>
                  </a:moveTo>
                  <a:cubicBezTo>
                    <a:pt x="217" y="512"/>
                    <a:pt x="210" y="511"/>
                    <a:pt x="203" y="510"/>
                  </a:cubicBezTo>
                  <a:cubicBezTo>
                    <a:pt x="204" y="504"/>
                    <a:pt x="204" y="504"/>
                    <a:pt x="204" y="504"/>
                  </a:cubicBezTo>
                  <a:cubicBezTo>
                    <a:pt x="211" y="506"/>
                    <a:pt x="217" y="507"/>
                    <a:pt x="224" y="508"/>
                  </a:cubicBezTo>
                  <a:lnTo>
                    <a:pt x="223" y="513"/>
                  </a:lnTo>
                  <a:close/>
                  <a:moveTo>
                    <a:pt x="296" y="512"/>
                  </a:moveTo>
                  <a:cubicBezTo>
                    <a:pt x="296" y="507"/>
                    <a:pt x="296" y="507"/>
                    <a:pt x="296" y="507"/>
                  </a:cubicBezTo>
                  <a:cubicBezTo>
                    <a:pt x="302" y="506"/>
                    <a:pt x="309" y="505"/>
                    <a:pt x="316" y="503"/>
                  </a:cubicBezTo>
                  <a:cubicBezTo>
                    <a:pt x="317" y="509"/>
                    <a:pt x="317" y="509"/>
                    <a:pt x="317" y="509"/>
                  </a:cubicBezTo>
                  <a:cubicBezTo>
                    <a:pt x="310" y="510"/>
                    <a:pt x="303" y="511"/>
                    <a:pt x="296" y="512"/>
                  </a:cubicBezTo>
                  <a:close/>
                  <a:moveTo>
                    <a:pt x="193" y="507"/>
                  </a:moveTo>
                  <a:cubicBezTo>
                    <a:pt x="186" y="505"/>
                    <a:pt x="179" y="503"/>
                    <a:pt x="173" y="501"/>
                  </a:cubicBezTo>
                  <a:cubicBezTo>
                    <a:pt x="174" y="496"/>
                    <a:pt x="174" y="496"/>
                    <a:pt x="174" y="496"/>
                  </a:cubicBezTo>
                  <a:cubicBezTo>
                    <a:pt x="181" y="498"/>
                    <a:pt x="187" y="500"/>
                    <a:pt x="194" y="502"/>
                  </a:cubicBezTo>
                  <a:lnTo>
                    <a:pt x="193" y="507"/>
                  </a:lnTo>
                  <a:close/>
                  <a:moveTo>
                    <a:pt x="327" y="506"/>
                  </a:moveTo>
                  <a:cubicBezTo>
                    <a:pt x="326" y="501"/>
                    <a:pt x="326" y="501"/>
                    <a:pt x="326" y="501"/>
                  </a:cubicBezTo>
                  <a:cubicBezTo>
                    <a:pt x="332" y="499"/>
                    <a:pt x="339" y="497"/>
                    <a:pt x="345" y="495"/>
                  </a:cubicBezTo>
                  <a:cubicBezTo>
                    <a:pt x="347" y="499"/>
                    <a:pt x="347" y="499"/>
                    <a:pt x="347" y="499"/>
                  </a:cubicBezTo>
                  <a:cubicBezTo>
                    <a:pt x="340" y="502"/>
                    <a:pt x="334" y="504"/>
                    <a:pt x="327" y="506"/>
                  </a:cubicBezTo>
                  <a:close/>
                  <a:moveTo>
                    <a:pt x="163" y="497"/>
                  </a:moveTo>
                  <a:cubicBezTo>
                    <a:pt x="156" y="495"/>
                    <a:pt x="150" y="492"/>
                    <a:pt x="144" y="489"/>
                  </a:cubicBezTo>
                  <a:cubicBezTo>
                    <a:pt x="146" y="484"/>
                    <a:pt x="146" y="484"/>
                    <a:pt x="146" y="484"/>
                  </a:cubicBezTo>
                  <a:cubicBezTo>
                    <a:pt x="152" y="487"/>
                    <a:pt x="158" y="490"/>
                    <a:pt x="165" y="493"/>
                  </a:cubicBezTo>
                  <a:lnTo>
                    <a:pt x="163" y="497"/>
                  </a:lnTo>
                  <a:close/>
                  <a:moveTo>
                    <a:pt x="357" y="496"/>
                  </a:moveTo>
                  <a:cubicBezTo>
                    <a:pt x="355" y="491"/>
                    <a:pt x="355" y="491"/>
                    <a:pt x="355" y="491"/>
                  </a:cubicBezTo>
                  <a:cubicBezTo>
                    <a:pt x="361" y="488"/>
                    <a:pt x="367" y="485"/>
                    <a:pt x="373" y="482"/>
                  </a:cubicBezTo>
                  <a:cubicBezTo>
                    <a:pt x="376" y="487"/>
                    <a:pt x="376" y="487"/>
                    <a:pt x="376" y="487"/>
                  </a:cubicBezTo>
                  <a:cubicBezTo>
                    <a:pt x="369" y="490"/>
                    <a:pt x="363" y="493"/>
                    <a:pt x="357" y="496"/>
                  </a:cubicBezTo>
                  <a:close/>
                  <a:moveTo>
                    <a:pt x="134" y="484"/>
                  </a:moveTo>
                  <a:cubicBezTo>
                    <a:pt x="128" y="481"/>
                    <a:pt x="122" y="477"/>
                    <a:pt x="116" y="473"/>
                  </a:cubicBezTo>
                  <a:cubicBezTo>
                    <a:pt x="119" y="469"/>
                    <a:pt x="119" y="469"/>
                    <a:pt x="119" y="469"/>
                  </a:cubicBezTo>
                  <a:cubicBezTo>
                    <a:pt x="125" y="473"/>
                    <a:pt x="131" y="476"/>
                    <a:pt x="137" y="479"/>
                  </a:cubicBezTo>
                  <a:lnTo>
                    <a:pt x="134" y="484"/>
                  </a:lnTo>
                  <a:close/>
                  <a:moveTo>
                    <a:pt x="385" y="482"/>
                  </a:moveTo>
                  <a:cubicBezTo>
                    <a:pt x="382" y="477"/>
                    <a:pt x="382" y="477"/>
                    <a:pt x="382" y="477"/>
                  </a:cubicBezTo>
                  <a:cubicBezTo>
                    <a:pt x="388" y="474"/>
                    <a:pt x="394" y="470"/>
                    <a:pt x="400" y="467"/>
                  </a:cubicBezTo>
                  <a:cubicBezTo>
                    <a:pt x="402" y="471"/>
                    <a:pt x="402" y="471"/>
                    <a:pt x="402" y="471"/>
                  </a:cubicBezTo>
                  <a:cubicBezTo>
                    <a:pt x="397" y="475"/>
                    <a:pt x="391" y="478"/>
                    <a:pt x="385" y="482"/>
                  </a:cubicBezTo>
                  <a:close/>
                  <a:moveTo>
                    <a:pt x="108" y="467"/>
                  </a:moveTo>
                  <a:cubicBezTo>
                    <a:pt x="102" y="463"/>
                    <a:pt x="97" y="459"/>
                    <a:pt x="91" y="454"/>
                  </a:cubicBezTo>
                  <a:cubicBezTo>
                    <a:pt x="95" y="451"/>
                    <a:pt x="95" y="451"/>
                    <a:pt x="95" y="451"/>
                  </a:cubicBezTo>
                  <a:cubicBezTo>
                    <a:pt x="100" y="455"/>
                    <a:pt x="105" y="459"/>
                    <a:pt x="111" y="463"/>
                  </a:cubicBezTo>
                  <a:lnTo>
                    <a:pt x="108" y="467"/>
                  </a:lnTo>
                  <a:close/>
                  <a:moveTo>
                    <a:pt x="411" y="465"/>
                  </a:moveTo>
                  <a:cubicBezTo>
                    <a:pt x="408" y="461"/>
                    <a:pt x="408" y="461"/>
                    <a:pt x="408" y="461"/>
                  </a:cubicBezTo>
                  <a:cubicBezTo>
                    <a:pt x="413" y="457"/>
                    <a:pt x="419" y="452"/>
                    <a:pt x="424" y="448"/>
                  </a:cubicBezTo>
                  <a:cubicBezTo>
                    <a:pt x="427" y="452"/>
                    <a:pt x="427" y="452"/>
                    <a:pt x="427" y="452"/>
                  </a:cubicBezTo>
                  <a:cubicBezTo>
                    <a:pt x="422" y="456"/>
                    <a:pt x="417" y="461"/>
                    <a:pt x="411" y="465"/>
                  </a:cubicBezTo>
                  <a:close/>
                  <a:moveTo>
                    <a:pt x="83" y="448"/>
                  </a:moveTo>
                  <a:cubicBezTo>
                    <a:pt x="78" y="443"/>
                    <a:pt x="73" y="438"/>
                    <a:pt x="69" y="433"/>
                  </a:cubicBezTo>
                  <a:cubicBezTo>
                    <a:pt x="72" y="429"/>
                    <a:pt x="72" y="429"/>
                    <a:pt x="72" y="429"/>
                  </a:cubicBezTo>
                  <a:cubicBezTo>
                    <a:pt x="77" y="434"/>
                    <a:pt x="82" y="439"/>
                    <a:pt x="87" y="444"/>
                  </a:cubicBezTo>
                  <a:lnTo>
                    <a:pt x="83" y="448"/>
                  </a:lnTo>
                  <a:close/>
                  <a:moveTo>
                    <a:pt x="435" y="445"/>
                  </a:moveTo>
                  <a:cubicBezTo>
                    <a:pt x="431" y="441"/>
                    <a:pt x="431" y="441"/>
                    <a:pt x="431" y="441"/>
                  </a:cubicBezTo>
                  <a:cubicBezTo>
                    <a:pt x="436" y="436"/>
                    <a:pt x="441" y="431"/>
                    <a:pt x="446" y="426"/>
                  </a:cubicBezTo>
                  <a:cubicBezTo>
                    <a:pt x="450" y="430"/>
                    <a:pt x="450" y="430"/>
                    <a:pt x="450" y="430"/>
                  </a:cubicBezTo>
                  <a:cubicBezTo>
                    <a:pt x="445" y="435"/>
                    <a:pt x="440" y="440"/>
                    <a:pt x="435" y="445"/>
                  </a:cubicBezTo>
                  <a:close/>
                  <a:moveTo>
                    <a:pt x="62" y="425"/>
                  </a:moveTo>
                  <a:cubicBezTo>
                    <a:pt x="57" y="420"/>
                    <a:pt x="53" y="414"/>
                    <a:pt x="49" y="409"/>
                  </a:cubicBezTo>
                  <a:cubicBezTo>
                    <a:pt x="53" y="406"/>
                    <a:pt x="53" y="406"/>
                    <a:pt x="53" y="406"/>
                  </a:cubicBezTo>
                  <a:cubicBezTo>
                    <a:pt x="57" y="411"/>
                    <a:pt x="61" y="416"/>
                    <a:pt x="66" y="422"/>
                  </a:cubicBezTo>
                  <a:lnTo>
                    <a:pt x="62" y="425"/>
                  </a:lnTo>
                  <a:close/>
                  <a:moveTo>
                    <a:pt x="456" y="422"/>
                  </a:moveTo>
                  <a:cubicBezTo>
                    <a:pt x="452" y="418"/>
                    <a:pt x="452" y="418"/>
                    <a:pt x="452" y="418"/>
                  </a:cubicBezTo>
                  <a:cubicBezTo>
                    <a:pt x="457" y="413"/>
                    <a:pt x="461" y="408"/>
                    <a:pt x="465" y="402"/>
                  </a:cubicBezTo>
                  <a:cubicBezTo>
                    <a:pt x="469" y="405"/>
                    <a:pt x="469" y="405"/>
                    <a:pt x="469" y="405"/>
                  </a:cubicBezTo>
                  <a:cubicBezTo>
                    <a:pt x="465" y="411"/>
                    <a:pt x="461" y="416"/>
                    <a:pt x="456" y="422"/>
                  </a:cubicBezTo>
                  <a:close/>
                  <a:moveTo>
                    <a:pt x="43" y="400"/>
                  </a:moveTo>
                  <a:cubicBezTo>
                    <a:pt x="39" y="394"/>
                    <a:pt x="35" y="388"/>
                    <a:pt x="32" y="382"/>
                  </a:cubicBezTo>
                  <a:cubicBezTo>
                    <a:pt x="37" y="380"/>
                    <a:pt x="37" y="380"/>
                    <a:pt x="37" y="380"/>
                  </a:cubicBezTo>
                  <a:cubicBezTo>
                    <a:pt x="40" y="386"/>
                    <a:pt x="43" y="391"/>
                    <a:pt x="47" y="397"/>
                  </a:cubicBezTo>
                  <a:lnTo>
                    <a:pt x="43" y="400"/>
                  </a:lnTo>
                  <a:close/>
                  <a:moveTo>
                    <a:pt x="475" y="396"/>
                  </a:moveTo>
                  <a:cubicBezTo>
                    <a:pt x="471" y="394"/>
                    <a:pt x="471" y="394"/>
                    <a:pt x="471" y="394"/>
                  </a:cubicBezTo>
                  <a:cubicBezTo>
                    <a:pt x="474" y="388"/>
                    <a:pt x="478" y="382"/>
                    <a:pt x="481" y="376"/>
                  </a:cubicBezTo>
                  <a:cubicBezTo>
                    <a:pt x="485" y="378"/>
                    <a:pt x="485" y="378"/>
                    <a:pt x="485" y="378"/>
                  </a:cubicBezTo>
                  <a:cubicBezTo>
                    <a:pt x="482" y="384"/>
                    <a:pt x="479" y="391"/>
                    <a:pt x="475" y="396"/>
                  </a:cubicBezTo>
                  <a:close/>
                  <a:moveTo>
                    <a:pt x="27" y="373"/>
                  </a:moveTo>
                  <a:cubicBezTo>
                    <a:pt x="24" y="367"/>
                    <a:pt x="21" y="360"/>
                    <a:pt x="19" y="354"/>
                  </a:cubicBezTo>
                  <a:cubicBezTo>
                    <a:pt x="23" y="352"/>
                    <a:pt x="23" y="352"/>
                    <a:pt x="23" y="352"/>
                  </a:cubicBezTo>
                  <a:cubicBezTo>
                    <a:pt x="26" y="358"/>
                    <a:pt x="29" y="365"/>
                    <a:pt x="32" y="371"/>
                  </a:cubicBezTo>
                  <a:lnTo>
                    <a:pt x="27" y="373"/>
                  </a:lnTo>
                  <a:close/>
                  <a:moveTo>
                    <a:pt x="490" y="369"/>
                  </a:moveTo>
                  <a:cubicBezTo>
                    <a:pt x="485" y="367"/>
                    <a:pt x="485" y="367"/>
                    <a:pt x="485" y="367"/>
                  </a:cubicBezTo>
                  <a:cubicBezTo>
                    <a:pt x="488" y="361"/>
                    <a:pt x="491" y="354"/>
                    <a:pt x="494" y="348"/>
                  </a:cubicBezTo>
                  <a:cubicBezTo>
                    <a:pt x="498" y="350"/>
                    <a:pt x="498" y="350"/>
                    <a:pt x="498" y="350"/>
                  </a:cubicBezTo>
                  <a:cubicBezTo>
                    <a:pt x="496" y="356"/>
                    <a:pt x="493" y="363"/>
                    <a:pt x="490" y="369"/>
                  </a:cubicBezTo>
                  <a:close/>
                  <a:moveTo>
                    <a:pt x="15" y="344"/>
                  </a:moveTo>
                  <a:cubicBezTo>
                    <a:pt x="12" y="338"/>
                    <a:pt x="10" y="331"/>
                    <a:pt x="9" y="324"/>
                  </a:cubicBezTo>
                  <a:cubicBezTo>
                    <a:pt x="14" y="323"/>
                    <a:pt x="14" y="323"/>
                    <a:pt x="14" y="323"/>
                  </a:cubicBezTo>
                  <a:cubicBezTo>
                    <a:pt x="15" y="329"/>
                    <a:pt x="17" y="336"/>
                    <a:pt x="20" y="342"/>
                  </a:cubicBezTo>
                  <a:lnTo>
                    <a:pt x="15" y="344"/>
                  </a:lnTo>
                  <a:close/>
                  <a:moveTo>
                    <a:pt x="502" y="340"/>
                  </a:moveTo>
                  <a:cubicBezTo>
                    <a:pt x="497" y="338"/>
                    <a:pt x="497" y="338"/>
                    <a:pt x="497" y="338"/>
                  </a:cubicBezTo>
                  <a:cubicBezTo>
                    <a:pt x="499" y="332"/>
                    <a:pt x="501" y="325"/>
                    <a:pt x="503" y="319"/>
                  </a:cubicBezTo>
                  <a:cubicBezTo>
                    <a:pt x="508" y="320"/>
                    <a:pt x="508" y="320"/>
                    <a:pt x="508" y="320"/>
                  </a:cubicBezTo>
                  <a:cubicBezTo>
                    <a:pt x="506" y="327"/>
                    <a:pt x="504" y="333"/>
                    <a:pt x="502" y="340"/>
                  </a:cubicBezTo>
                  <a:close/>
                  <a:moveTo>
                    <a:pt x="6" y="314"/>
                  </a:moveTo>
                  <a:cubicBezTo>
                    <a:pt x="5" y="307"/>
                    <a:pt x="3" y="300"/>
                    <a:pt x="2" y="293"/>
                  </a:cubicBezTo>
                  <a:cubicBezTo>
                    <a:pt x="8" y="293"/>
                    <a:pt x="8" y="293"/>
                    <a:pt x="8" y="293"/>
                  </a:cubicBezTo>
                  <a:cubicBezTo>
                    <a:pt x="9" y="299"/>
                    <a:pt x="10" y="306"/>
                    <a:pt x="11" y="313"/>
                  </a:cubicBezTo>
                  <a:lnTo>
                    <a:pt x="6" y="314"/>
                  </a:lnTo>
                  <a:close/>
                  <a:moveTo>
                    <a:pt x="510" y="310"/>
                  </a:moveTo>
                  <a:cubicBezTo>
                    <a:pt x="505" y="309"/>
                    <a:pt x="505" y="309"/>
                    <a:pt x="505" y="309"/>
                  </a:cubicBezTo>
                  <a:cubicBezTo>
                    <a:pt x="506" y="302"/>
                    <a:pt x="507" y="295"/>
                    <a:pt x="508" y="288"/>
                  </a:cubicBezTo>
                  <a:cubicBezTo>
                    <a:pt x="513" y="289"/>
                    <a:pt x="513" y="289"/>
                    <a:pt x="513" y="289"/>
                  </a:cubicBezTo>
                  <a:cubicBezTo>
                    <a:pt x="513" y="296"/>
                    <a:pt x="511" y="303"/>
                    <a:pt x="510" y="310"/>
                  </a:cubicBezTo>
                  <a:close/>
                  <a:moveTo>
                    <a:pt x="1" y="283"/>
                  </a:moveTo>
                  <a:cubicBezTo>
                    <a:pt x="1" y="276"/>
                    <a:pt x="0" y="269"/>
                    <a:pt x="0" y="262"/>
                  </a:cubicBezTo>
                  <a:cubicBezTo>
                    <a:pt x="5" y="262"/>
                    <a:pt x="5" y="262"/>
                    <a:pt x="5" y="262"/>
                  </a:cubicBezTo>
                  <a:cubicBezTo>
                    <a:pt x="5" y="269"/>
                    <a:pt x="6" y="276"/>
                    <a:pt x="6" y="283"/>
                  </a:cubicBezTo>
                  <a:lnTo>
                    <a:pt x="1" y="283"/>
                  </a:lnTo>
                  <a:close/>
                  <a:moveTo>
                    <a:pt x="515" y="279"/>
                  </a:moveTo>
                  <a:cubicBezTo>
                    <a:pt x="509" y="278"/>
                    <a:pt x="509" y="278"/>
                    <a:pt x="509" y="278"/>
                  </a:cubicBezTo>
                  <a:cubicBezTo>
                    <a:pt x="510" y="271"/>
                    <a:pt x="510" y="265"/>
                    <a:pt x="510" y="258"/>
                  </a:cubicBezTo>
                  <a:cubicBezTo>
                    <a:pt x="510" y="251"/>
                    <a:pt x="510" y="245"/>
                    <a:pt x="509" y="239"/>
                  </a:cubicBezTo>
                  <a:cubicBezTo>
                    <a:pt x="515" y="238"/>
                    <a:pt x="515" y="238"/>
                    <a:pt x="515" y="238"/>
                  </a:cubicBezTo>
                  <a:cubicBezTo>
                    <a:pt x="515" y="245"/>
                    <a:pt x="515" y="251"/>
                    <a:pt x="515" y="258"/>
                  </a:cubicBezTo>
                  <a:cubicBezTo>
                    <a:pt x="515" y="265"/>
                    <a:pt x="515" y="272"/>
                    <a:pt x="515" y="279"/>
                  </a:cubicBezTo>
                  <a:close/>
                  <a:moveTo>
                    <a:pt x="5" y="252"/>
                  </a:moveTo>
                  <a:cubicBezTo>
                    <a:pt x="0" y="252"/>
                    <a:pt x="0" y="252"/>
                    <a:pt x="0" y="252"/>
                  </a:cubicBezTo>
                  <a:cubicBezTo>
                    <a:pt x="0" y="245"/>
                    <a:pt x="1" y="238"/>
                    <a:pt x="1" y="231"/>
                  </a:cubicBezTo>
                  <a:cubicBezTo>
                    <a:pt x="7" y="231"/>
                    <a:pt x="7" y="231"/>
                    <a:pt x="7" y="231"/>
                  </a:cubicBezTo>
                  <a:cubicBezTo>
                    <a:pt x="6" y="238"/>
                    <a:pt x="5" y="245"/>
                    <a:pt x="5" y="252"/>
                  </a:cubicBezTo>
                  <a:close/>
                  <a:moveTo>
                    <a:pt x="508" y="229"/>
                  </a:moveTo>
                  <a:cubicBezTo>
                    <a:pt x="508" y="222"/>
                    <a:pt x="507" y="215"/>
                    <a:pt x="505" y="208"/>
                  </a:cubicBezTo>
                  <a:cubicBezTo>
                    <a:pt x="510" y="207"/>
                    <a:pt x="510" y="207"/>
                    <a:pt x="510" y="207"/>
                  </a:cubicBezTo>
                  <a:cubicBezTo>
                    <a:pt x="512" y="214"/>
                    <a:pt x="513" y="221"/>
                    <a:pt x="514" y="228"/>
                  </a:cubicBezTo>
                  <a:lnTo>
                    <a:pt x="508" y="229"/>
                  </a:lnTo>
                  <a:close/>
                  <a:moveTo>
                    <a:pt x="8" y="221"/>
                  </a:moveTo>
                  <a:cubicBezTo>
                    <a:pt x="3" y="220"/>
                    <a:pt x="3" y="220"/>
                    <a:pt x="3" y="220"/>
                  </a:cubicBezTo>
                  <a:cubicBezTo>
                    <a:pt x="4" y="214"/>
                    <a:pt x="5" y="207"/>
                    <a:pt x="6" y="200"/>
                  </a:cubicBezTo>
                  <a:cubicBezTo>
                    <a:pt x="12" y="201"/>
                    <a:pt x="12" y="201"/>
                    <a:pt x="12" y="201"/>
                  </a:cubicBezTo>
                  <a:cubicBezTo>
                    <a:pt x="10" y="208"/>
                    <a:pt x="9" y="214"/>
                    <a:pt x="8" y="221"/>
                  </a:cubicBezTo>
                  <a:close/>
                  <a:moveTo>
                    <a:pt x="503" y="198"/>
                  </a:moveTo>
                  <a:cubicBezTo>
                    <a:pt x="502" y="192"/>
                    <a:pt x="500" y="185"/>
                    <a:pt x="498" y="179"/>
                  </a:cubicBezTo>
                  <a:cubicBezTo>
                    <a:pt x="502" y="177"/>
                    <a:pt x="502" y="177"/>
                    <a:pt x="502" y="177"/>
                  </a:cubicBezTo>
                  <a:cubicBezTo>
                    <a:pt x="505" y="184"/>
                    <a:pt x="507" y="190"/>
                    <a:pt x="508" y="197"/>
                  </a:cubicBezTo>
                  <a:lnTo>
                    <a:pt x="503" y="198"/>
                  </a:lnTo>
                  <a:close/>
                  <a:moveTo>
                    <a:pt x="14" y="191"/>
                  </a:moveTo>
                  <a:cubicBezTo>
                    <a:pt x="9" y="190"/>
                    <a:pt x="9" y="190"/>
                    <a:pt x="9" y="190"/>
                  </a:cubicBezTo>
                  <a:cubicBezTo>
                    <a:pt x="11" y="183"/>
                    <a:pt x="13" y="176"/>
                    <a:pt x="15" y="170"/>
                  </a:cubicBezTo>
                  <a:cubicBezTo>
                    <a:pt x="20" y="172"/>
                    <a:pt x="20" y="172"/>
                    <a:pt x="20" y="172"/>
                  </a:cubicBezTo>
                  <a:cubicBezTo>
                    <a:pt x="18" y="178"/>
                    <a:pt x="16" y="185"/>
                    <a:pt x="14" y="191"/>
                  </a:cubicBezTo>
                  <a:close/>
                  <a:moveTo>
                    <a:pt x="494" y="169"/>
                  </a:moveTo>
                  <a:cubicBezTo>
                    <a:pt x="492" y="163"/>
                    <a:pt x="489" y="156"/>
                    <a:pt x="486" y="150"/>
                  </a:cubicBezTo>
                  <a:cubicBezTo>
                    <a:pt x="491" y="148"/>
                    <a:pt x="491" y="148"/>
                    <a:pt x="491" y="148"/>
                  </a:cubicBezTo>
                  <a:cubicBezTo>
                    <a:pt x="494" y="154"/>
                    <a:pt x="497" y="161"/>
                    <a:pt x="499" y="167"/>
                  </a:cubicBezTo>
                  <a:lnTo>
                    <a:pt x="494" y="169"/>
                  </a:lnTo>
                  <a:close/>
                  <a:moveTo>
                    <a:pt x="24" y="162"/>
                  </a:moveTo>
                  <a:cubicBezTo>
                    <a:pt x="19" y="160"/>
                    <a:pt x="19" y="160"/>
                    <a:pt x="19" y="160"/>
                  </a:cubicBezTo>
                  <a:cubicBezTo>
                    <a:pt x="22" y="154"/>
                    <a:pt x="25" y="147"/>
                    <a:pt x="28" y="141"/>
                  </a:cubicBezTo>
                  <a:cubicBezTo>
                    <a:pt x="32" y="143"/>
                    <a:pt x="32" y="143"/>
                    <a:pt x="32" y="143"/>
                  </a:cubicBezTo>
                  <a:cubicBezTo>
                    <a:pt x="29" y="149"/>
                    <a:pt x="26" y="156"/>
                    <a:pt x="24" y="162"/>
                  </a:cubicBezTo>
                  <a:close/>
                  <a:moveTo>
                    <a:pt x="482" y="141"/>
                  </a:moveTo>
                  <a:cubicBezTo>
                    <a:pt x="478" y="135"/>
                    <a:pt x="475" y="129"/>
                    <a:pt x="471" y="123"/>
                  </a:cubicBezTo>
                  <a:cubicBezTo>
                    <a:pt x="476" y="120"/>
                    <a:pt x="476" y="120"/>
                    <a:pt x="476" y="120"/>
                  </a:cubicBezTo>
                  <a:cubicBezTo>
                    <a:pt x="479" y="126"/>
                    <a:pt x="483" y="132"/>
                    <a:pt x="486" y="138"/>
                  </a:cubicBezTo>
                  <a:lnTo>
                    <a:pt x="482" y="141"/>
                  </a:lnTo>
                  <a:close/>
                  <a:moveTo>
                    <a:pt x="37" y="134"/>
                  </a:moveTo>
                  <a:cubicBezTo>
                    <a:pt x="33" y="132"/>
                    <a:pt x="33" y="132"/>
                    <a:pt x="33" y="132"/>
                  </a:cubicBezTo>
                  <a:cubicBezTo>
                    <a:pt x="36" y="126"/>
                    <a:pt x="40" y="120"/>
                    <a:pt x="44" y="114"/>
                  </a:cubicBezTo>
                  <a:cubicBezTo>
                    <a:pt x="48" y="117"/>
                    <a:pt x="48" y="117"/>
                    <a:pt x="48" y="117"/>
                  </a:cubicBezTo>
                  <a:cubicBezTo>
                    <a:pt x="44" y="123"/>
                    <a:pt x="41" y="128"/>
                    <a:pt x="37" y="134"/>
                  </a:cubicBezTo>
                  <a:close/>
                  <a:moveTo>
                    <a:pt x="466" y="115"/>
                  </a:moveTo>
                  <a:cubicBezTo>
                    <a:pt x="462" y="109"/>
                    <a:pt x="458" y="104"/>
                    <a:pt x="453" y="98"/>
                  </a:cubicBezTo>
                  <a:cubicBezTo>
                    <a:pt x="457" y="95"/>
                    <a:pt x="457" y="95"/>
                    <a:pt x="457" y="95"/>
                  </a:cubicBezTo>
                  <a:cubicBezTo>
                    <a:pt x="462" y="100"/>
                    <a:pt x="466" y="106"/>
                    <a:pt x="470" y="112"/>
                  </a:cubicBezTo>
                  <a:lnTo>
                    <a:pt x="466" y="115"/>
                  </a:lnTo>
                  <a:close/>
                  <a:moveTo>
                    <a:pt x="54" y="108"/>
                  </a:moveTo>
                  <a:cubicBezTo>
                    <a:pt x="50" y="105"/>
                    <a:pt x="50" y="105"/>
                    <a:pt x="50" y="105"/>
                  </a:cubicBezTo>
                  <a:cubicBezTo>
                    <a:pt x="54" y="100"/>
                    <a:pt x="58" y="94"/>
                    <a:pt x="63" y="89"/>
                  </a:cubicBezTo>
                  <a:cubicBezTo>
                    <a:pt x="67" y="92"/>
                    <a:pt x="67" y="92"/>
                    <a:pt x="67" y="92"/>
                  </a:cubicBezTo>
                  <a:cubicBezTo>
                    <a:pt x="62" y="98"/>
                    <a:pt x="58" y="103"/>
                    <a:pt x="54" y="108"/>
                  </a:cubicBezTo>
                  <a:close/>
                  <a:moveTo>
                    <a:pt x="447" y="90"/>
                  </a:moveTo>
                  <a:cubicBezTo>
                    <a:pt x="442" y="85"/>
                    <a:pt x="438" y="80"/>
                    <a:pt x="433" y="76"/>
                  </a:cubicBezTo>
                  <a:cubicBezTo>
                    <a:pt x="436" y="72"/>
                    <a:pt x="436" y="72"/>
                    <a:pt x="436" y="72"/>
                  </a:cubicBezTo>
                  <a:cubicBezTo>
                    <a:pt x="441" y="77"/>
                    <a:pt x="446" y="82"/>
                    <a:pt x="451" y="87"/>
                  </a:cubicBezTo>
                  <a:lnTo>
                    <a:pt x="447" y="90"/>
                  </a:lnTo>
                  <a:close/>
                  <a:moveTo>
                    <a:pt x="74" y="85"/>
                  </a:moveTo>
                  <a:cubicBezTo>
                    <a:pt x="70" y="81"/>
                    <a:pt x="70" y="81"/>
                    <a:pt x="70" y="81"/>
                  </a:cubicBezTo>
                  <a:cubicBezTo>
                    <a:pt x="75" y="76"/>
                    <a:pt x="80" y="71"/>
                    <a:pt x="85" y="67"/>
                  </a:cubicBezTo>
                  <a:cubicBezTo>
                    <a:pt x="88" y="70"/>
                    <a:pt x="88" y="70"/>
                    <a:pt x="88" y="70"/>
                  </a:cubicBezTo>
                  <a:cubicBezTo>
                    <a:pt x="83" y="75"/>
                    <a:pt x="78" y="80"/>
                    <a:pt x="74" y="85"/>
                  </a:cubicBezTo>
                  <a:close/>
                  <a:moveTo>
                    <a:pt x="425" y="69"/>
                  </a:moveTo>
                  <a:cubicBezTo>
                    <a:pt x="420" y="64"/>
                    <a:pt x="415" y="60"/>
                    <a:pt x="409" y="56"/>
                  </a:cubicBezTo>
                  <a:cubicBezTo>
                    <a:pt x="412" y="52"/>
                    <a:pt x="412" y="52"/>
                    <a:pt x="412" y="52"/>
                  </a:cubicBezTo>
                  <a:cubicBezTo>
                    <a:pt x="418" y="56"/>
                    <a:pt x="423" y="60"/>
                    <a:pt x="429" y="65"/>
                  </a:cubicBezTo>
                  <a:lnTo>
                    <a:pt x="425" y="69"/>
                  </a:lnTo>
                  <a:close/>
                  <a:moveTo>
                    <a:pt x="96" y="64"/>
                  </a:moveTo>
                  <a:cubicBezTo>
                    <a:pt x="93" y="60"/>
                    <a:pt x="93" y="60"/>
                    <a:pt x="93" y="60"/>
                  </a:cubicBezTo>
                  <a:cubicBezTo>
                    <a:pt x="98" y="55"/>
                    <a:pt x="104" y="51"/>
                    <a:pt x="109" y="47"/>
                  </a:cubicBezTo>
                  <a:cubicBezTo>
                    <a:pt x="112" y="51"/>
                    <a:pt x="112" y="51"/>
                    <a:pt x="112" y="51"/>
                  </a:cubicBezTo>
                  <a:cubicBezTo>
                    <a:pt x="107" y="55"/>
                    <a:pt x="101" y="59"/>
                    <a:pt x="96" y="64"/>
                  </a:cubicBezTo>
                  <a:close/>
                  <a:moveTo>
                    <a:pt x="401" y="50"/>
                  </a:moveTo>
                  <a:cubicBezTo>
                    <a:pt x="395" y="46"/>
                    <a:pt x="389" y="42"/>
                    <a:pt x="384" y="39"/>
                  </a:cubicBezTo>
                  <a:cubicBezTo>
                    <a:pt x="386" y="34"/>
                    <a:pt x="386" y="34"/>
                    <a:pt x="386" y="34"/>
                  </a:cubicBezTo>
                  <a:cubicBezTo>
                    <a:pt x="392" y="38"/>
                    <a:pt x="398" y="42"/>
                    <a:pt x="404" y="45"/>
                  </a:cubicBezTo>
                  <a:lnTo>
                    <a:pt x="401" y="50"/>
                  </a:lnTo>
                  <a:close/>
                  <a:moveTo>
                    <a:pt x="121" y="46"/>
                  </a:moveTo>
                  <a:cubicBezTo>
                    <a:pt x="118" y="41"/>
                    <a:pt x="118" y="41"/>
                    <a:pt x="118" y="41"/>
                  </a:cubicBezTo>
                  <a:cubicBezTo>
                    <a:pt x="124" y="37"/>
                    <a:pt x="130" y="34"/>
                    <a:pt x="136" y="31"/>
                  </a:cubicBezTo>
                  <a:cubicBezTo>
                    <a:pt x="138" y="35"/>
                    <a:pt x="138" y="35"/>
                    <a:pt x="138" y="35"/>
                  </a:cubicBezTo>
                  <a:cubicBezTo>
                    <a:pt x="132" y="38"/>
                    <a:pt x="126" y="42"/>
                    <a:pt x="121" y="46"/>
                  </a:cubicBezTo>
                  <a:close/>
                  <a:moveTo>
                    <a:pt x="375" y="34"/>
                  </a:moveTo>
                  <a:cubicBezTo>
                    <a:pt x="369" y="31"/>
                    <a:pt x="362" y="28"/>
                    <a:pt x="356" y="25"/>
                  </a:cubicBezTo>
                  <a:cubicBezTo>
                    <a:pt x="358" y="20"/>
                    <a:pt x="358" y="20"/>
                    <a:pt x="358" y="20"/>
                  </a:cubicBezTo>
                  <a:cubicBezTo>
                    <a:pt x="364" y="23"/>
                    <a:pt x="371" y="26"/>
                    <a:pt x="377" y="29"/>
                  </a:cubicBezTo>
                  <a:lnTo>
                    <a:pt x="375" y="34"/>
                  </a:lnTo>
                  <a:close/>
                  <a:moveTo>
                    <a:pt x="147" y="30"/>
                  </a:moveTo>
                  <a:cubicBezTo>
                    <a:pt x="145" y="26"/>
                    <a:pt x="145" y="26"/>
                    <a:pt x="145" y="26"/>
                  </a:cubicBezTo>
                  <a:cubicBezTo>
                    <a:pt x="151" y="23"/>
                    <a:pt x="158" y="20"/>
                    <a:pt x="164" y="17"/>
                  </a:cubicBezTo>
                  <a:cubicBezTo>
                    <a:pt x="166" y="22"/>
                    <a:pt x="166" y="22"/>
                    <a:pt x="166" y="22"/>
                  </a:cubicBezTo>
                  <a:cubicBezTo>
                    <a:pt x="160" y="25"/>
                    <a:pt x="153" y="28"/>
                    <a:pt x="147" y="30"/>
                  </a:cubicBezTo>
                  <a:close/>
                  <a:moveTo>
                    <a:pt x="347" y="21"/>
                  </a:moveTo>
                  <a:cubicBezTo>
                    <a:pt x="340" y="19"/>
                    <a:pt x="334" y="17"/>
                    <a:pt x="327" y="15"/>
                  </a:cubicBezTo>
                  <a:cubicBezTo>
                    <a:pt x="328" y="10"/>
                    <a:pt x="328" y="10"/>
                    <a:pt x="328" y="10"/>
                  </a:cubicBezTo>
                  <a:cubicBezTo>
                    <a:pt x="335" y="12"/>
                    <a:pt x="342" y="14"/>
                    <a:pt x="348" y="16"/>
                  </a:cubicBezTo>
                  <a:lnTo>
                    <a:pt x="347" y="21"/>
                  </a:lnTo>
                  <a:close/>
                  <a:moveTo>
                    <a:pt x="176" y="19"/>
                  </a:moveTo>
                  <a:cubicBezTo>
                    <a:pt x="174" y="14"/>
                    <a:pt x="174" y="14"/>
                    <a:pt x="174" y="14"/>
                  </a:cubicBezTo>
                  <a:cubicBezTo>
                    <a:pt x="181" y="12"/>
                    <a:pt x="187" y="10"/>
                    <a:pt x="194" y="8"/>
                  </a:cubicBezTo>
                  <a:cubicBezTo>
                    <a:pt x="195" y="13"/>
                    <a:pt x="195" y="13"/>
                    <a:pt x="195" y="13"/>
                  </a:cubicBezTo>
                  <a:cubicBezTo>
                    <a:pt x="189" y="15"/>
                    <a:pt x="182" y="17"/>
                    <a:pt x="176" y="19"/>
                  </a:cubicBezTo>
                  <a:close/>
                  <a:moveTo>
                    <a:pt x="317" y="12"/>
                  </a:moveTo>
                  <a:cubicBezTo>
                    <a:pt x="311" y="11"/>
                    <a:pt x="304" y="9"/>
                    <a:pt x="297" y="8"/>
                  </a:cubicBezTo>
                  <a:cubicBezTo>
                    <a:pt x="298" y="3"/>
                    <a:pt x="298" y="3"/>
                    <a:pt x="298" y="3"/>
                  </a:cubicBezTo>
                  <a:cubicBezTo>
                    <a:pt x="305" y="4"/>
                    <a:pt x="312" y="6"/>
                    <a:pt x="318" y="7"/>
                  </a:cubicBezTo>
                  <a:lnTo>
                    <a:pt x="317" y="12"/>
                  </a:lnTo>
                  <a:close/>
                  <a:moveTo>
                    <a:pt x="205" y="11"/>
                  </a:moveTo>
                  <a:cubicBezTo>
                    <a:pt x="204" y="6"/>
                    <a:pt x="204" y="6"/>
                    <a:pt x="204" y="6"/>
                  </a:cubicBezTo>
                  <a:cubicBezTo>
                    <a:pt x="211" y="4"/>
                    <a:pt x="218" y="3"/>
                    <a:pt x="225" y="2"/>
                  </a:cubicBezTo>
                  <a:cubicBezTo>
                    <a:pt x="226" y="7"/>
                    <a:pt x="226" y="7"/>
                    <a:pt x="226" y="7"/>
                  </a:cubicBezTo>
                  <a:cubicBezTo>
                    <a:pt x="219" y="8"/>
                    <a:pt x="212" y="9"/>
                    <a:pt x="205" y="11"/>
                  </a:cubicBezTo>
                  <a:close/>
                  <a:moveTo>
                    <a:pt x="287" y="7"/>
                  </a:moveTo>
                  <a:cubicBezTo>
                    <a:pt x="280" y="6"/>
                    <a:pt x="273" y="6"/>
                    <a:pt x="266" y="5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274" y="0"/>
                    <a:pt x="281" y="1"/>
                    <a:pt x="288" y="2"/>
                  </a:cubicBezTo>
                  <a:lnTo>
                    <a:pt x="287" y="7"/>
                  </a:lnTo>
                  <a:close/>
                  <a:moveTo>
                    <a:pt x="236" y="6"/>
                  </a:moveTo>
                  <a:cubicBezTo>
                    <a:pt x="235" y="1"/>
                    <a:pt x="235" y="1"/>
                    <a:pt x="235" y="1"/>
                  </a:cubicBezTo>
                  <a:cubicBezTo>
                    <a:pt x="242" y="0"/>
                    <a:pt x="249" y="0"/>
                    <a:pt x="256" y="0"/>
                  </a:cubicBezTo>
                  <a:cubicBezTo>
                    <a:pt x="256" y="5"/>
                    <a:pt x="256" y="5"/>
                    <a:pt x="256" y="5"/>
                  </a:cubicBezTo>
                  <a:cubicBezTo>
                    <a:pt x="249" y="5"/>
                    <a:pt x="243" y="6"/>
                    <a:pt x="236" y="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2" name="Google Shape;1332;p33"/>
            <p:cNvSpPr/>
            <p:nvPr/>
          </p:nvSpPr>
          <p:spPr>
            <a:xfrm>
              <a:off x="9486900" y="6073775"/>
              <a:ext cx="546100" cy="546100"/>
            </a:xfrm>
            <a:custGeom>
              <a:avLst/>
              <a:gdLst/>
              <a:ahLst/>
              <a:cxnLst/>
              <a:rect l="l" t="t" r="r" b="b"/>
              <a:pathLst>
                <a:path w="324" h="324" extrusionOk="0">
                  <a:moveTo>
                    <a:pt x="162" y="324"/>
                  </a:moveTo>
                  <a:cubicBezTo>
                    <a:pt x="72" y="324"/>
                    <a:pt x="0" y="251"/>
                    <a:pt x="0" y="162"/>
                  </a:cubicBezTo>
                  <a:cubicBezTo>
                    <a:pt x="0" y="72"/>
                    <a:pt x="72" y="0"/>
                    <a:pt x="162" y="0"/>
                  </a:cubicBezTo>
                  <a:cubicBezTo>
                    <a:pt x="251" y="0"/>
                    <a:pt x="324" y="72"/>
                    <a:pt x="324" y="162"/>
                  </a:cubicBezTo>
                  <a:cubicBezTo>
                    <a:pt x="324" y="251"/>
                    <a:pt x="251" y="324"/>
                    <a:pt x="162" y="324"/>
                  </a:cubicBezTo>
                  <a:close/>
                  <a:moveTo>
                    <a:pt x="162" y="31"/>
                  </a:moveTo>
                  <a:cubicBezTo>
                    <a:pt x="90" y="31"/>
                    <a:pt x="31" y="90"/>
                    <a:pt x="31" y="162"/>
                  </a:cubicBezTo>
                  <a:cubicBezTo>
                    <a:pt x="31" y="234"/>
                    <a:pt x="90" y="292"/>
                    <a:pt x="162" y="292"/>
                  </a:cubicBezTo>
                  <a:cubicBezTo>
                    <a:pt x="234" y="292"/>
                    <a:pt x="292" y="234"/>
                    <a:pt x="292" y="162"/>
                  </a:cubicBezTo>
                  <a:cubicBezTo>
                    <a:pt x="292" y="90"/>
                    <a:pt x="234" y="31"/>
                    <a:pt x="162" y="3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3" name="Google Shape;1333;p33"/>
            <p:cNvSpPr/>
            <p:nvPr/>
          </p:nvSpPr>
          <p:spPr>
            <a:xfrm>
              <a:off x="9564688" y="6151563"/>
              <a:ext cx="390525" cy="390525"/>
            </a:xfrm>
            <a:custGeom>
              <a:avLst/>
              <a:gdLst/>
              <a:ahLst/>
              <a:cxnLst/>
              <a:rect l="l" t="t" r="r" b="b"/>
              <a:pathLst>
                <a:path w="231" h="232" extrusionOk="0">
                  <a:moveTo>
                    <a:pt x="116" y="232"/>
                  </a:moveTo>
                  <a:cubicBezTo>
                    <a:pt x="52" y="232"/>
                    <a:pt x="0" y="180"/>
                    <a:pt x="0" y="116"/>
                  </a:cubicBezTo>
                  <a:cubicBezTo>
                    <a:pt x="0" y="52"/>
                    <a:pt x="52" y="0"/>
                    <a:pt x="116" y="0"/>
                  </a:cubicBezTo>
                  <a:cubicBezTo>
                    <a:pt x="180" y="0"/>
                    <a:pt x="231" y="52"/>
                    <a:pt x="231" y="116"/>
                  </a:cubicBezTo>
                  <a:cubicBezTo>
                    <a:pt x="231" y="180"/>
                    <a:pt x="180" y="232"/>
                    <a:pt x="116" y="232"/>
                  </a:cubicBezTo>
                  <a:close/>
                  <a:moveTo>
                    <a:pt x="116" y="9"/>
                  </a:moveTo>
                  <a:cubicBezTo>
                    <a:pt x="57" y="9"/>
                    <a:pt x="9" y="57"/>
                    <a:pt x="9" y="116"/>
                  </a:cubicBezTo>
                  <a:cubicBezTo>
                    <a:pt x="9" y="175"/>
                    <a:pt x="57" y="223"/>
                    <a:pt x="116" y="223"/>
                  </a:cubicBezTo>
                  <a:cubicBezTo>
                    <a:pt x="175" y="223"/>
                    <a:pt x="223" y="175"/>
                    <a:pt x="223" y="116"/>
                  </a:cubicBezTo>
                  <a:cubicBezTo>
                    <a:pt x="223" y="57"/>
                    <a:pt x="175" y="9"/>
                    <a:pt x="116" y="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7" name="Picture 6">
            <a:extLst>
              <a:ext uri="{FF2B5EF4-FFF2-40B4-BE49-F238E27FC236}">
                <a16:creationId xmlns:a16="http://schemas.microsoft.com/office/drawing/2014/main" id="{D9F60287-CF36-433E-B5AD-0CF3A3874B19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331438" y="1233006"/>
            <a:ext cx="5102575" cy="3272318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8" name="Picture 4">
            <a:extLst>
              <a:ext uri="{FF2B5EF4-FFF2-40B4-BE49-F238E27FC236}">
                <a16:creationId xmlns:a16="http://schemas.microsoft.com/office/drawing/2014/main" id="{BA54B91A-65C6-4E42-A76B-6388186BC13B}"/>
              </a:ext>
            </a:extLst>
          </p:cNvPr>
          <p:cNvPicPr/>
          <p:nvPr/>
        </p:nvPicPr>
        <p:blipFill rotWithShape="1">
          <a:blip r:embed="rId4"/>
          <a:srcRect l="4453"/>
          <a:stretch/>
        </p:blipFill>
        <p:spPr>
          <a:xfrm>
            <a:off x="4855560" y="223822"/>
            <a:ext cx="4186332" cy="2811515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AC88FD8C-3951-4335-A811-DE29B8570ED8}"/>
              </a:ext>
            </a:extLst>
          </p:cNvPr>
          <p:cNvSpPr txBox="1"/>
          <p:nvPr/>
        </p:nvSpPr>
        <p:spPr>
          <a:xfrm>
            <a:off x="968562" y="175234"/>
            <a:ext cx="415462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latin typeface="ALS Sector Bold" panose="02000000000000000000" pitchFamily="50" charset="0"/>
              </a:rPr>
              <a:t>Создание блок-схемы и принципиальной схемы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D1BA5566-D77B-423A-9907-610191473B3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2950"/>
          <a:stretch/>
        </p:blipFill>
        <p:spPr>
          <a:xfrm>
            <a:off x="200720" y="700872"/>
            <a:ext cx="4779095" cy="3622517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FA4ED6F7-64A7-42F0-9880-24E213FBE74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8863" r="19699" b="15260"/>
          <a:stretch/>
        </p:blipFill>
        <p:spPr>
          <a:xfrm rot="16200000">
            <a:off x="5497889" y="871469"/>
            <a:ext cx="2902504" cy="3773980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F90E25B4-03FF-44FB-A776-5A3E9303EEEE}"/>
              </a:ext>
            </a:extLst>
          </p:cNvPr>
          <p:cNvSpPr txBox="1"/>
          <p:nvPr/>
        </p:nvSpPr>
        <p:spPr>
          <a:xfrm>
            <a:off x="2718891" y="-22544"/>
            <a:ext cx="51231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latin typeface="ALS Sector Bold" panose="02000000000000000000" pitchFamily="50" charset="0"/>
              </a:rPr>
              <a:t>Разработка модели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3C59127-69B0-456F-A03E-788B48E123EE}"/>
              </a:ext>
            </a:extLst>
          </p:cNvPr>
          <p:cNvSpPr txBox="1"/>
          <p:nvPr/>
        </p:nvSpPr>
        <p:spPr>
          <a:xfrm>
            <a:off x="5086135" y="512678"/>
            <a:ext cx="37499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3</a:t>
            </a:r>
            <a:r>
              <a:rPr lang="en-US" dirty="0"/>
              <a:t>D </a:t>
            </a:r>
            <a:r>
              <a:rPr lang="ru-RU" dirty="0"/>
              <a:t>модель была разработана в программе Компас </a:t>
            </a:r>
            <a:r>
              <a:rPr lang="en-US" dirty="0"/>
              <a:t>3D</a:t>
            </a:r>
            <a:endParaRPr lang="ru-RU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14">
            <a:extLst>
              <a:ext uri="{FF2B5EF4-FFF2-40B4-BE49-F238E27FC236}">
                <a16:creationId xmlns:a16="http://schemas.microsoft.com/office/drawing/2014/main" id="{FFEC79CF-6DBB-4F0E-9631-DB28429B5820}"/>
              </a:ext>
            </a:extLst>
          </p:cNvPr>
          <p:cNvPicPr/>
          <p:nvPr/>
        </p:nvPicPr>
        <p:blipFill>
          <a:blip r:embed="rId3"/>
          <a:srcRect l="19818" t="17217" r="13860" b="16485"/>
          <a:stretch/>
        </p:blipFill>
        <p:spPr>
          <a:xfrm rot="5400000">
            <a:off x="427729" y="237805"/>
            <a:ext cx="1806095" cy="2413363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0" name="Picture 12">
            <a:extLst>
              <a:ext uri="{FF2B5EF4-FFF2-40B4-BE49-F238E27FC236}">
                <a16:creationId xmlns:a16="http://schemas.microsoft.com/office/drawing/2014/main" id="{BC19EE71-9CE1-4F1A-9DF5-4C936004F63B}"/>
              </a:ext>
            </a:extLst>
          </p:cNvPr>
          <p:cNvPicPr/>
          <p:nvPr/>
        </p:nvPicPr>
        <p:blipFill>
          <a:blip r:embed="rId4"/>
          <a:stretch/>
        </p:blipFill>
        <p:spPr>
          <a:xfrm rot="16200000">
            <a:off x="3083968" y="204270"/>
            <a:ext cx="2024897" cy="2699233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2" name="Picture 10">
            <a:extLst>
              <a:ext uri="{FF2B5EF4-FFF2-40B4-BE49-F238E27FC236}">
                <a16:creationId xmlns:a16="http://schemas.microsoft.com/office/drawing/2014/main" id="{365A5605-5AE3-4DEF-B6F6-432FC9A60582}"/>
              </a:ext>
            </a:extLst>
          </p:cNvPr>
          <p:cNvPicPr/>
          <p:nvPr/>
        </p:nvPicPr>
        <p:blipFill>
          <a:blip r:embed="rId5"/>
          <a:stretch/>
        </p:blipFill>
        <p:spPr>
          <a:xfrm rot="16200000">
            <a:off x="6050665" y="174907"/>
            <a:ext cx="1920177" cy="2653235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3" name="Picture 8">
            <a:extLst>
              <a:ext uri="{FF2B5EF4-FFF2-40B4-BE49-F238E27FC236}">
                <a16:creationId xmlns:a16="http://schemas.microsoft.com/office/drawing/2014/main" id="{D7CE8309-1C08-4FD9-B5A4-D7AE3839E143}"/>
              </a:ext>
            </a:extLst>
          </p:cNvPr>
          <p:cNvPicPr/>
          <p:nvPr/>
        </p:nvPicPr>
        <p:blipFill rotWithShape="1">
          <a:blip r:embed="rId6"/>
          <a:srcRect r="11371"/>
          <a:stretch/>
        </p:blipFill>
        <p:spPr>
          <a:xfrm>
            <a:off x="67899" y="2646107"/>
            <a:ext cx="2825178" cy="187519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5" name="Picture 10">
            <a:extLst>
              <a:ext uri="{FF2B5EF4-FFF2-40B4-BE49-F238E27FC236}">
                <a16:creationId xmlns:a16="http://schemas.microsoft.com/office/drawing/2014/main" id="{549CADBD-D9DE-4966-BF73-16FFAADC9D96}"/>
              </a:ext>
            </a:extLst>
          </p:cNvPr>
          <p:cNvPicPr/>
          <p:nvPr/>
        </p:nvPicPr>
        <p:blipFill>
          <a:blip r:embed="rId7"/>
          <a:srcRect t="10307" b="23126"/>
          <a:stretch/>
        </p:blipFill>
        <p:spPr>
          <a:xfrm>
            <a:off x="2980902" y="2646107"/>
            <a:ext cx="2559541" cy="2271686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6" name="Picture 6">
            <a:extLst>
              <a:ext uri="{FF2B5EF4-FFF2-40B4-BE49-F238E27FC236}">
                <a16:creationId xmlns:a16="http://schemas.microsoft.com/office/drawing/2014/main" id="{F113A46E-1E7D-4D8D-99F3-3766B68736E1}"/>
              </a:ext>
            </a:extLst>
          </p:cNvPr>
          <p:cNvPicPr/>
          <p:nvPr/>
        </p:nvPicPr>
        <p:blipFill>
          <a:blip r:embed="rId8"/>
          <a:stretch/>
        </p:blipFill>
        <p:spPr>
          <a:xfrm rot="5400000">
            <a:off x="6179644" y="2182558"/>
            <a:ext cx="2066465" cy="2993564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C4637DC1-B2A8-444D-B1F4-436AE6099CF4}"/>
              </a:ext>
            </a:extLst>
          </p:cNvPr>
          <p:cNvSpPr txBox="1"/>
          <p:nvPr/>
        </p:nvSpPr>
        <p:spPr>
          <a:xfrm>
            <a:off x="1917363" y="0"/>
            <a:ext cx="55974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latin typeface="ALS Sector Bold" panose="02000000000000000000" pitchFamily="50" charset="0"/>
              </a:rPr>
              <a:t>Пайка схемы и сборка робота</a:t>
            </a:r>
            <a:endParaRPr lang="en-US" sz="2400" dirty="0">
              <a:latin typeface="ALS Sector Bold" panose="02000000000000000000" pitchFamily="50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Box 27">
            <a:extLst>
              <a:ext uri="{FF2B5EF4-FFF2-40B4-BE49-F238E27FC236}">
                <a16:creationId xmlns:a16="http://schemas.microsoft.com/office/drawing/2014/main" id="{8B9B29A7-BC10-47A9-AFC7-F6C54C37243D}"/>
              </a:ext>
            </a:extLst>
          </p:cNvPr>
          <p:cNvSpPr txBox="1"/>
          <p:nvPr/>
        </p:nvSpPr>
        <p:spPr>
          <a:xfrm>
            <a:off x="1487891" y="50978"/>
            <a:ext cx="592607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>
                <a:latin typeface="ALS Sector Bold" panose="02000000000000000000" pitchFamily="50" charset="0"/>
              </a:rPr>
              <a:t>Написание программного обеспечения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ABAB354-7FE8-405B-8937-675D872DCD30}"/>
              </a:ext>
            </a:extLst>
          </p:cNvPr>
          <p:cNvSpPr txBox="1"/>
          <p:nvPr/>
        </p:nvSpPr>
        <p:spPr>
          <a:xfrm>
            <a:off x="1216479" y="1193603"/>
            <a:ext cx="2778248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800" dirty="0">
                <a:latin typeface="ALS Sector Regular" panose="02000000000000000000" pitchFamily="50" charset="0"/>
                <a:cs typeface="ALS Sector Regular" panose="02000000000000000000" pitchFamily="50" charset="0"/>
              </a:rPr>
              <a:t>Программу робота мы разрабатывали в среде разработки </a:t>
            </a:r>
            <a:r>
              <a:rPr lang="en-US" sz="1800" dirty="0">
                <a:latin typeface="ALS Sector Regular" panose="02000000000000000000" pitchFamily="50" charset="0"/>
                <a:cs typeface="ALS Sector Regular" panose="02000000000000000000" pitchFamily="50" charset="0"/>
              </a:rPr>
              <a:t>Arduino</a:t>
            </a:r>
            <a:r>
              <a:rPr lang="ru-RU" sz="1800" dirty="0">
                <a:latin typeface="ALS Sector Regular" panose="02000000000000000000" pitchFamily="50" charset="0"/>
                <a:cs typeface="ALS Sector Regular" panose="02000000000000000000" pitchFamily="50" charset="0"/>
              </a:rPr>
              <a:t> </a:t>
            </a:r>
            <a:r>
              <a:rPr lang="en-US" sz="1800" dirty="0">
                <a:latin typeface="ALS Sector Regular" panose="02000000000000000000" pitchFamily="50" charset="0"/>
                <a:cs typeface="ALS Sector Regular" panose="02000000000000000000" pitchFamily="50" charset="0"/>
              </a:rPr>
              <a:t>IDE</a:t>
            </a:r>
            <a:r>
              <a:rPr lang="ru-RU" sz="1800" dirty="0">
                <a:latin typeface="ALS Sector Regular" panose="02000000000000000000" pitchFamily="50" charset="0"/>
                <a:cs typeface="ALS Sector Regular" panose="02000000000000000000" pitchFamily="50" charset="0"/>
              </a:rPr>
              <a:t> на языке С++. Она позволяе связываться с роботом удаленно, и управлять им удаленно. Так же мы написали программу объезда препядствия.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0060A811-83DE-4CB7-ABA3-3366C45754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6871" y="1246348"/>
            <a:ext cx="3156195" cy="3156195"/>
          </a:xfrm>
          <a:prstGeom prst="roundRect">
            <a:avLst>
              <a:gd name="adj" fmla="val 7191"/>
            </a:avLst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86" name="Google Shape;1386;p37"/>
          <p:cNvGrpSpPr/>
          <p:nvPr/>
        </p:nvGrpSpPr>
        <p:grpSpPr>
          <a:xfrm>
            <a:off x="7606280" y="-334145"/>
            <a:ext cx="1449389" cy="1447800"/>
            <a:chOff x="5502275" y="4098925"/>
            <a:chExt cx="1449389" cy="1447800"/>
          </a:xfrm>
        </p:grpSpPr>
        <p:sp>
          <p:nvSpPr>
            <p:cNvPr id="1387" name="Google Shape;1387;p37"/>
            <p:cNvSpPr/>
            <p:nvPr/>
          </p:nvSpPr>
          <p:spPr>
            <a:xfrm>
              <a:off x="5502275" y="4098925"/>
              <a:ext cx="1449389" cy="1447800"/>
            </a:xfrm>
            <a:custGeom>
              <a:avLst/>
              <a:gdLst/>
              <a:ahLst/>
              <a:cxnLst/>
              <a:rect l="l" t="t" r="r" b="b"/>
              <a:pathLst>
                <a:path w="859" h="858" extrusionOk="0">
                  <a:moveTo>
                    <a:pt x="430" y="858"/>
                  </a:moveTo>
                  <a:cubicBezTo>
                    <a:pt x="193" y="858"/>
                    <a:pt x="0" y="665"/>
                    <a:pt x="0" y="429"/>
                  </a:cubicBezTo>
                  <a:cubicBezTo>
                    <a:pt x="0" y="192"/>
                    <a:pt x="193" y="0"/>
                    <a:pt x="430" y="0"/>
                  </a:cubicBezTo>
                  <a:cubicBezTo>
                    <a:pt x="666" y="0"/>
                    <a:pt x="859" y="192"/>
                    <a:pt x="859" y="429"/>
                  </a:cubicBezTo>
                  <a:cubicBezTo>
                    <a:pt x="859" y="665"/>
                    <a:pt x="666" y="858"/>
                    <a:pt x="430" y="858"/>
                  </a:cubicBezTo>
                  <a:close/>
                  <a:moveTo>
                    <a:pt x="430" y="10"/>
                  </a:moveTo>
                  <a:cubicBezTo>
                    <a:pt x="199" y="10"/>
                    <a:pt x="11" y="198"/>
                    <a:pt x="11" y="429"/>
                  </a:cubicBezTo>
                  <a:cubicBezTo>
                    <a:pt x="11" y="659"/>
                    <a:pt x="199" y="847"/>
                    <a:pt x="430" y="847"/>
                  </a:cubicBezTo>
                  <a:cubicBezTo>
                    <a:pt x="660" y="847"/>
                    <a:pt x="848" y="659"/>
                    <a:pt x="848" y="429"/>
                  </a:cubicBezTo>
                  <a:cubicBezTo>
                    <a:pt x="848" y="198"/>
                    <a:pt x="660" y="10"/>
                    <a:pt x="430" y="1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8" name="Google Shape;1388;p37"/>
            <p:cNvSpPr/>
            <p:nvPr/>
          </p:nvSpPr>
          <p:spPr>
            <a:xfrm>
              <a:off x="5548313" y="4143375"/>
              <a:ext cx="1357313" cy="1358900"/>
            </a:xfrm>
            <a:custGeom>
              <a:avLst/>
              <a:gdLst/>
              <a:ahLst/>
              <a:cxnLst/>
              <a:rect l="l" t="t" r="r" b="b"/>
              <a:pathLst>
                <a:path w="805" h="805" extrusionOk="0">
                  <a:moveTo>
                    <a:pt x="403" y="805"/>
                  </a:moveTo>
                  <a:cubicBezTo>
                    <a:pt x="180" y="805"/>
                    <a:pt x="0" y="625"/>
                    <a:pt x="0" y="403"/>
                  </a:cubicBezTo>
                  <a:cubicBezTo>
                    <a:pt x="0" y="181"/>
                    <a:pt x="180" y="0"/>
                    <a:pt x="403" y="0"/>
                  </a:cubicBezTo>
                  <a:cubicBezTo>
                    <a:pt x="625" y="0"/>
                    <a:pt x="805" y="181"/>
                    <a:pt x="805" y="403"/>
                  </a:cubicBezTo>
                  <a:cubicBezTo>
                    <a:pt x="805" y="625"/>
                    <a:pt x="625" y="805"/>
                    <a:pt x="403" y="805"/>
                  </a:cubicBezTo>
                  <a:close/>
                  <a:moveTo>
                    <a:pt x="403" y="7"/>
                  </a:moveTo>
                  <a:cubicBezTo>
                    <a:pt x="184" y="7"/>
                    <a:pt x="7" y="185"/>
                    <a:pt x="7" y="403"/>
                  </a:cubicBezTo>
                  <a:cubicBezTo>
                    <a:pt x="7" y="621"/>
                    <a:pt x="184" y="798"/>
                    <a:pt x="403" y="798"/>
                  </a:cubicBezTo>
                  <a:cubicBezTo>
                    <a:pt x="621" y="798"/>
                    <a:pt x="798" y="621"/>
                    <a:pt x="798" y="403"/>
                  </a:cubicBezTo>
                  <a:cubicBezTo>
                    <a:pt x="798" y="185"/>
                    <a:pt x="621" y="7"/>
                    <a:pt x="403" y="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9" name="Google Shape;1389;p37"/>
            <p:cNvSpPr/>
            <p:nvPr/>
          </p:nvSpPr>
          <p:spPr>
            <a:xfrm>
              <a:off x="5595143" y="4201169"/>
              <a:ext cx="1262063" cy="1262063"/>
            </a:xfrm>
            <a:custGeom>
              <a:avLst/>
              <a:gdLst/>
              <a:ahLst/>
              <a:cxnLst/>
              <a:rect l="l" t="t" r="r" b="b"/>
              <a:pathLst>
                <a:path w="749" h="748" extrusionOk="0">
                  <a:moveTo>
                    <a:pt x="375" y="748"/>
                  </a:moveTo>
                  <a:cubicBezTo>
                    <a:pt x="375" y="748"/>
                    <a:pt x="375" y="748"/>
                    <a:pt x="375" y="748"/>
                  </a:cubicBezTo>
                  <a:cubicBezTo>
                    <a:pt x="372" y="748"/>
                    <a:pt x="369" y="748"/>
                    <a:pt x="366" y="748"/>
                  </a:cubicBezTo>
                  <a:cubicBezTo>
                    <a:pt x="367" y="689"/>
                    <a:pt x="367" y="689"/>
                    <a:pt x="367" y="689"/>
                  </a:cubicBezTo>
                  <a:cubicBezTo>
                    <a:pt x="370" y="689"/>
                    <a:pt x="372" y="689"/>
                    <a:pt x="375" y="689"/>
                  </a:cubicBezTo>
                  <a:lnTo>
                    <a:pt x="375" y="748"/>
                  </a:lnTo>
                  <a:close/>
                  <a:moveTo>
                    <a:pt x="382" y="748"/>
                  </a:moveTo>
                  <a:cubicBezTo>
                    <a:pt x="381" y="689"/>
                    <a:pt x="381" y="689"/>
                    <a:pt x="381" y="689"/>
                  </a:cubicBezTo>
                  <a:cubicBezTo>
                    <a:pt x="383" y="689"/>
                    <a:pt x="386" y="689"/>
                    <a:pt x="388" y="689"/>
                  </a:cubicBezTo>
                  <a:cubicBezTo>
                    <a:pt x="390" y="747"/>
                    <a:pt x="390" y="747"/>
                    <a:pt x="390" y="747"/>
                  </a:cubicBezTo>
                  <a:cubicBezTo>
                    <a:pt x="388" y="747"/>
                    <a:pt x="385" y="748"/>
                    <a:pt x="382" y="748"/>
                  </a:cubicBezTo>
                  <a:close/>
                  <a:moveTo>
                    <a:pt x="359" y="747"/>
                  </a:moveTo>
                  <a:cubicBezTo>
                    <a:pt x="356" y="747"/>
                    <a:pt x="353" y="747"/>
                    <a:pt x="350" y="747"/>
                  </a:cubicBezTo>
                  <a:cubicBezTo>
                    <a:pt x="354" y="689"/>
                    <a:pt x="354" y="689"/>
                    <a:pt x="354" y="689"/>
                  </a:cubicBezTo>
                  <a:cubicBezTo>
                    <a:pt x="356" y="689"/>
                    <a:pt x="359" y="689"/>
                    <a:pt x="361" y="689"/>
                  </a:cubicBezTo>
                  <a:lnTo>
                    <a:pt x="359" y="747"/>
                  </a:lnTo>
                  <a:close/>
                  <a:moveTo>
                    <a:pt x="398" y="747"/>
                  </a:moveTo>
                  <a:cubicBezTo>
                    <a:pt x="394" y="689"/>
                    <a:pt x="394" y="689"/>
                    <a:pt x="394" y="689"/>
                  </a:cubicBezTo>
                  <a:cubicBezTo>
                    <a:pt x="397" y="688"/>
                    <a:pt x="399" y="688"/>
                    <a:pt x="401" y="688"/>
                  </a:cubicBezTo>
                  <a:cubicBezTo>
                    <a:pt x="406" y="746"/>
                    <a:pt x="406" y="746"/>
                    <a:pt x="406" y="746"/>
                  </a:cubicBezTo>
                  <a:cubicBezTo>
                    <a:pt x="403" y="747"/>
                    <a:pt x="401" y="747"/>
                    <a:pt x="398" y="747"/>
                  </a:cubicBezTo>
                  <a:close/>
                  <a:moveTo>
                    <a:pt x="343" y="746"/>
                  </a:moveTo>
                  <a:cubicBezTo>
                    <a:pt x="340" y="746"/>
                    <a:pt x="337" y="746"/>
                    <a:pt x="334" y="746"/>
                  </a:cubicBezTo>
                  <a:cubicBezTo>
                    <a:pt x="341" y="687"/>
                    <a:pt x="341" y="687"/>
                    <a:pt x="341" y="687"/>
                  </a:cubicBezTo>
                  <a:cubicBezTo>
                    <a:pt x="343" y="688"/>
                    <a:pt x="345" y="688"/>
                    <a:pt x="348" y="688"/>
                  </a:cubicBezTo>
                  <a:lnTo>
                    <a:pt x="343" y="746"/>
                  </a:lnTo>
                  <a:close/>
                  <a:moveTo>
                    <a:pt x="414" y="746"/>
                  </a:moveTo>
                  <a:cubicBezTo>
                    <a:pt x="407" y="688"/>
                    <a:pt x="407" y="688"/>
                    <a:pt x="407" y="688"/>
                  </a:cubicBezTo>
                  <a:cubicBezTo>
                    <a:pt x="410" y="687"/>
                    <a:pt x="412" y="687"/>
                    <a:pt x="415" y="687"/>
                  </a:cubicBezTo>
                  <a:cubicBezTo>
                    <a:pt x="422" y="745"/>
                    <a:pt x="422" y="745"/>
                    <a:pt x="422" y="745"/>
                  </a:cubicBezTo>
                  <a:cubicBezTo>
                    <a:pt x="419" y="745"/>
                    <a:pt x="416" y="745"/>
                    <a:pt x="414" y="746"/>
                  </a:cubicBezTo>
                  <a:close/>
                  <a:moveTo>
                    <a:pt x="327" y="745"/>
                  </a:moveTo>
                  <a:cubicBezTo>
                    <a:pt x="324" y="744"/>
                    <a:pt x="321" y="744"/>
                    <a:pt x="319" y="744"/>
                  </a:cubicBezTo>
                  <a:cubicBezTo>
                    <a:pt x="327" y="686"/>
                    <a:pt x="327" y="686"/>
                    <a:pt x="327" y="686"/>
                  </a:cubicBezTo>
                  <a:cubicBezTo>
                    <a:pt x="330" y="686"/>
                    <a:pt x="332" y="686"/>
                    <a:pt x="334" y="687"/>
                  </a:cubicBezTo>
                  <a:lnTo>
                    <a:pt x="327" y="745"/>
                  </a:lnTo>
                  <a:close/>
                  <a:moveTo>
                    <a:pt x="429" y="744"/>
                  </a:moveTo>
                  <a:cubicBezTo>
                    <a:pt x="421" y="686"/>
                    <a:pt x="421" y="686"/>
                    <a:pt x="421" y="686"/>
                  </a:cubicBezTo>
                  <a:cubicBezTo>
                    <a:pt x="423" y="686"/>
                    <a:pt x="426" y="685"/>
                    <a:pt x="428" y="685"/>
                  </a:cubicBezTo>
                  <a:cubicBezTo>
                    <a:pt x="438" y="742"/>
                    <a:pt x="438" y="742"/>
                    <a:pt x="438" y="742"/>
                  </a:cubicBezTo>
                  <a:cubicBezTo>
                    <a:pt x="435" y="743"/>
                    <a:pt x="432" y="743"/>
                    <a:pt x="429" y="744"/>
                  </a:cubicBezTo>
                  <a:close/>
                  <a:moveTo>
                    <a:pt x="311" y="742"/>
                  </a:moveTo>
                  <a:cubicBezTo>
                    <a:pt x="309" y="742"/>
                    <a:pt x="306" y="741"/>
                    <a:pt x="303" y="741"/>
                  </a:cubicBezTo>
                  <a:cubicBezTo>
                    <a:pt x="314" y="683"/>
                    <a:pt x="314" y="683"/>
                    <a:pt x="314" y="683"/>
                  </a:cubicBezTo>
                  <a:cubicBezTo>
                    <a:pt x="316" y="684"/>
                    <a:pt x="319" y="684"/>
                    <a:pt x="321" y="685"/>
                  </a:cubicBezTo>
                  <a:lnTo>
                    <a:pt x="311" y="742"/>
                  </a:lnTo>
                  <a:close/>
                  <a:moveTo>
                    <a:pt x="445" y="741"/>
                  </a:moveTo>
                  <a:cubicBezTo>
                    <a:pt x="434" y="684"/>
                    <a:pt x="434" y="684"/>
                    <a:pt x="434" y="684"/>
                  </a:cubicBezTo>
                  <a:cubicBezTo>
                    <a:pt x="436" y="683"/>
                    <a:pt x="439" y="683"/>
                    <a:pt x="441" y="682"/>
                  </a:cubicBezTo>
                  <a:cubicBezTo>
                    <a:pt x="453" y="739"/>
                    <a:pt x="453" y="739"/>
                    <a:pt x="453" y="739"/>
                  </a:cubicBezTo>
                  <a:cubicBezTo>
                    <a:pt x="451" y="740"/>
                    <a:pt x="448" y="741"/>
                    <a:pt x="445" y="741"/>
                  </a:cubicBezTo>
                  <a:close/>
                  <a:moveTo>
                    <a:pt x="296" y="739"/>
                  </a:moveTo>
                  <a:cubicBezTo>
                    <a:pt x="293" y="739"/>
                    <a:pt x="290" y="738"/>
                    <a:pt x="287" y="737"/>
                  </a:cubicBezTo>
                  <a:cubicBezTo>
                    <a:pt x="301" y="681"/>
                    <a:pt x="301" y="681"/>
                    <a:pt x="301" y="681"/>
                  </a:cubicBezTo>
                  <a:cubicBezTo>
                    <a:pt x="303" y="681"/>
                    <a:pt x="306" y="682"/>
                    <a:pt x="308" y="682"/>
                  </a:cubicBezTo>
                  <a:lnTo>
                    <a:pt x="296" y="739"/>
                  </a:lnTo>
                  <a:close/>
                  <a:moveTo>
                    <a:pt x="460" y="738"/>
                  </a:moveTo>
                  <a:cubicBezTo>
                    <a:pt x="447" y="681"/>
                    <a:pt x="447" y="681"/>
                    <a:pt x="447" y="681"/>
                  </a:cubicBezTo>
                  <a:cubicBezTo>
                    <a:pt x="449" y="680"/>
                    <a:pt x="452" y="680"/>
                    <a:pt x="454" y="679"/>
                  </a:cubicBezTo>
                  <a:cubicBezTo>
                    <a:pt x="469" y="736"/>
                    <a:pt x="469" y="736"/>
                    <a:pt x="469" y="736"/>
                  </a:cubicBezTo>
                  <a:cubicBezTo>
                    <a:pt x="466" y="736"/>
                    <a:pt x="463" y="737"/>
                    <a:pt x="460" y="738"/>
                  </a:cubicBezTo>
                  <a:close/>
                  <a:moveTo>
                    <a:pt x="280" y="736"/>
                  </a:moveTo>
                  <a:cubicBezTo>
                    <a:pt x="278" y="735"/>
                    <a:pt x="275" y="734"/>
                    <a:pt x="272" y="733"/>
                  </a:cubicBezTo>
                  <a:cubicBezTo>
                    <a:pt x="288" y="677"/>
                    <a:pt x="288" y="677"/>
                    <a:pt x="288" y="677"/>
                  </a:cubicBezTo>
                  <a:cubicBezTo>
                    <a:pt x="290" y="678"/>
                    <a:pt x="293" y="679"/>
                    <a:pt x="295" y="679"/>
                  </a:cubicBezTo>
                  <a:lnTo>
                    <a:pt x="280" y="736"/>
                  </a:lnTo>
                  <a:close/>
                  <a:moveTo>
                    <a:pt x="476" y="734"/>
                  </a:moveTo>
                  <a:cubicBezTo>
                    <a:pt x="460" y="678"/>
                    <a:pt x="460" y="678"/>
                    <a:pt x="460" y="678"/>
                  </a:cubicBezTo>
                  <a:cubicBezTo>
                    <a:pt x="462" y="677"/>
                    <a:pt x="465" y="676"/>
                    <a:pt x="467" y="675"/>
                  </a:cubicBezTo>
                  <a:cubicBezTo>
                    <a:pt x="484" y="731"/>
                    <a:pt x="484" y="731"/>
                    <a:pt x="484" y="731"/>
                  </a:cubicBezTo>
                  <a:cubicBezTo>
                    <a:pt x="481" y="732"/>
                    <a:pt x="479" y="733"/>
                    <a:pt x="476" y="734"/>
                  </a:cubicBezTo>
                  <a:close/>
                  <a:moveTo>
                    <a:pt x="265" y="731"/>
                  </a:moveTo>
                  <a:cubicBezTo>
                    <a:pt x="262" y="731"/>
                    <a:pt x="260" y="730"/>
                    <a:pt x="257" y="729"/>
                  </a:cubicBezTo>
                  <a:cubicBezTo>
                    <a:pt x="275" y="673"/>
                    <a:pt x="275" y="673"/>
                    <a:pt x="275" y="673"/>
                  </a:cubicBezTo>
                  <a:cubicBezTo>
                    <a:pt x="278" y="674"/>
                    <a:pt x="280" y="675"/>
                    <a:pt x="282" y="676"/>
                  </a:cubicBezTo>
                  <a:lnTo>
                    <a:pt x="265" y="731"/>
                  </a:lnTo>
                  <a:close/>
                  <a:moveTo>
                    <a:pt x="491" y="729"/>
                  </a:moveTo>
                  <a:cubicBezTo>
                    <a:pt x="473" y="674"/>
                    <a:pt x="473" y="674"/>
                    <a:pt x="473" y="674"/>
                  </a:cubicBezTo>
                  <a:cubicBezTo>
                    <a:pt x="475" y="673"/>
                    <a:pt x="477" y="672"/>
                    <a:pt x="480" y="671"/>
                  </a:cubicBezTo>
                  <a:cubicBezTo>
                    <a:pt x="499" y="726"/>
                    <a:pt x="499" y="726"/>
                    <a:pt x="499" y="726"/>
                  </a:cubicBezTo>
                  <a:cubicBezTo>
                    <a:pt x="496" y="727"/>
                    <a:pt x="494" y="728"/>
                    <a:pt x="491" y="729"/>
                  </a:cubicBezTo>
                  <a:close/>
                  <a:moveTo>
                    <a:pt x="250" y="726"/>
                  </a:moveTo>
                  <a:cubicBezTo>
                    <a:pt x="247" y="725"/>
                    <a:pt x="244" y="724"/>
                    <a:pt x="242" y="723"/>
                  </a:cubicBezTo>
                  <a:cubicBezTo>
                    <a:pt x="263" y="669"/>
                    <a:pt x="263" y="669"/>
                    <a:pt x="263" y="669"/>
                  </a:cubicBezTo>
                  <a:cubicBezTo>
                    <a:pt x="265" y="670"/>
                    <a:pt x="267" y="671"/>
                    <a:pt x="269" y="671"/>
                  </a:cubicBezTo>
                  <a:lnTo>
                    <a:pt x="250" y="726"/>
                  </a:lnTo>
                  <a:close/>
                  <a:moveTo>
                    <a:pt x="506" y="724"/>
                  </a:moveTo>
                  <a:cubicBezTo>
                    <a:pt x="485" y="669"/>
                    <a:pt x="485" y="669"/>
                    <a:pt x="485" y="669"/>
                  </a:cubicBezTo>
                  <a:cubicBezTo>
                    <a:pt x="488" y="668"/>
                    <a:pt x="490" y="667"/>
                    <a:pt x="492" y="667"/>
                  </a:cubicBezTo>
                  <a:cubicBezTo>
                    <a:pt x="514" y="721"/>
                    <a:pt x="514" y="721"/>
                    <a:pt x="514" y="721"/>
                  </a:cubicBezTo>
                  <a:cubicBezTo>
                    <a:pt x="511" y="722"/>
                    <a:pt x="509" y="723"/>
                    <a:pt x="506" y="724"/>
                  </a:cubicBezTo>
                  <a:close/>
                  <a:moveTo>
                    <a:pt x="235" y="721"/>
                  </a:moveTo>
                  <a:cubicBezTo>
                    <a:pt x="232" y="720"/>
                    <a:pt x="230" y="719"/>
                    <a:pt x="227" y="718"/>
                  </a:cubicBezTo>
                  <a:cubicBezTo>
                    <a:pt x="250" y="664"/>
                    <a:pt x="250" y="664"/>
                    <a:pt x="250" y="664"/>
                  </a:cubicBezTo>
                  <a:cubicBezTo>
                    <a:pt x="252" y="665"/>
                    <a:pt x="255" y="666"/>
                    <a:pt x="257" y="667"/>
                  </a:cubicBezTo>
                  <a:lnTo>
                    <a:pt x="235" y="721"/>
                  </a:lnTo>
                  <a:close/>
                  <a:moveTo>
                    <a:pt x="521" y="718"/>
                  </a:moveTo>
                  <a:cubicBezTo>
                    <a:pt x="498" y="664"/>
                    <a:pt x="498" y="664"/>
                    <a:pt x="498" y="664"/>
                  </a:cubicBezTo>
                  <a:cubicBezTo>
                    <a:pt x="500" y="663"/>
                    <a:pt x="502" y="662"/>
                    <a:pt x="504" y="661"/>
                  </a:cubicBezTo>
                  <a:cubicBezTo>
                    <a:pt x="529" y="715"/>
                    <a:pt x="529" y="715"/>
                    <a:pt x="529" y="715"/>
                  </a:cubicBezTo>
                  <a:cubicBezTo>
                    <a:pt x="526" y="716"/>
                    <a:pt x="523" y="717"/>
                    <a:pt x="521" y="718"/>
                  </a:cubicBezTo>
                  <a:close/>
                  <a:moveTo>
                    <a:pt x="220" y="715"/>
                  </a:moveTo>
                  <a:cubicBezTo>
                    <a:pt x="218" y="713"/>
                    <a:pt x="215" y="712"/>
                    <a:pt x="213" y="711"/>
                  </a:cubicBezTo>
                  <a:cubicBezTo>
                    <a:pt x="238" y="658"/>
                    <a:pt x="238" y="658"/>
                    <a:pt x="238" y="658"/>
                  </a:cubicBezTo>
                  <a:cubicBezTo>
                    <a:pt x="240" y="659"/>
                    <a:pt x="242" y="660"/>
                    <a:pt x="245" y="661"/>
                  </a:cubicBezTo>
                  <a:lnTo>
                    <a:pt x="220" y="715"/>
                  </a:lnTo>
                  <a:close/>
                  <a:moveTo>
                    <a:pt x="535" y="712"/>
                  </a:moveTo>
                  <a:cubicBezTo>
                    <a:pt x="510" y="659"/>
                    <a:pt x="510" y="659"/>
                    <a:pt x="510" y="659"/>
                  </a:cubicBezTo>
                  <a:cubicBezTo>
                    <a:pt x="512" y="658"/>
                    <a:pt x="514" y="657"/>
                    <a:pt x="517" y="656"/>
                  </a:cubicBezTo>
                  <a:cubicBezTo>
                    <a:pt x="543" y="708"/>
                    <a:pt x="543" y="708"/>
                    <a:pt x="543" y="708"/>
                  </a:cubicBezTo>
                  <a:cubicBezTo>
                    <a:pt x="540" y="709"/>
                    <a:pt x="538" y="710"/>
                    <a:pt x="535" y="712"/>
                  </a:cubicBezTo>
                  <a:close/>
                  <a:moveTo>
                    <a:pt x="206" y="708"/>
                  </a:moveTo>
                  <a:cubicBezTo>
                    <a:pt x="203" y="706"/>
                    <a:pt x="201" y="705"/>
                    <a:pt x="198" y="704"/>
                  </a:cubicBezTo>
                  <a:cubicBezTo>
                    <a:pt x="226" y="652"/>
                    <a:pt x="226" y="652"/>
                    <a:pt x="226" y="652"/>
                  </a:cubicBezTo>
                  <a:cubicBezTo>
                    <a:pt x="228" y="653"/>
                    <a:pt x="230" y="654"/>
                    <a:pt x="232" y="656"/>
                  </a:cubicBezTo>
                  <a:lnTo>
                    <a:pt x="206" y="708"/>
                  </a:lnTo>
                  <a:close/>
                  <a:moveTo>
                    <a:pt x="549" y="704"/>
                  </a:moveTo>
                  <a:cubicBezTo>
                    <a:pt x="522" y="653"/>
                    <a:pt x="522" y="653"/>
                    <a:pt x="522" y="653"/>
                  </a:cubicBezTo>
                  <a:cubicBezTo>
                    <a:pt x="524" y="652"/>
                    <a:pt x="526" y="650"/>
                    <a:pt x="528" y="649"/>
                  </a:cubicBezTo>
                  <a:cubicBezTo>
                    <a:pt x="557" y="700"/>
                    <a:pt x="557" y="700"/>
                    <a:pt x="557" y="700"/>
                  </a:cubicBezTo>
                  <a:cubicBezTo>
                    <a:pt x="554" y="702"/>
                    <a:pt x="552" y="703"/>
                    <a:pt x="549" y="704"/>
                  </a:cubicBezTo>
                  <a:close/>
                  <a:moveTo>
                    <a:pt x="192" y="700"/>
                  </a:moveTo>
                  <a:cubicBezTo>
                    <a:pt x="189" y="699"/>
                    <a:pt x="187" y="697"/>
                    <a:pt x="184" y="696"/>
                  </a:cubicBezTo>
                  <a:cubicBezTo>
                    <a:pt x="214" y="646"/>
                    <a:pt x="214" y="646"/>
                    <a:pt x="214" y="646"/>
                  </a:cubicBezTo>
                  <a:cubicBezTo>
                    <a:pt x="216" y="647"/>
                    <a:pt x="218" y="648"/>
                    <a:pt x="221" y="649"/>
                  </a:cubicBezTo>
                  <a:lnTo>
                    <a:pt x="192" y="700"/>
                  </a:lnTo>
                  <a:close/>
                  <a:moveTo>
                    <a:pt x="563" y="697"/>
                  </a:moveTo>
                  <a:cubicBezTo>
                    <a:pt x="534" y="646"/>
                    <a:pt x="534" y="646"/>
                    <a:pt x="534" y="646"/>
                  </a:cubicBezTo>
                  <a:cubicBezTo>
                    <a:pt x="536" y="645"/>
                    <a:pt x="538" y="644"/>
                    <a:pt x="540" y="642"/>
                  </a:cubicBezTo>
                  <a:cubicBezTo>
                    <a:pt x="571" y="692"/>
                    <a:pt x="571" y="692"/>
                    <a:pt x="571" y="692"/>
                  </a:cubicBezTo>
                  <a:cubicBezTo>
                    <a:pt x="568" y="694"/>
                    <a:pt x="566" y="695"/>
                    <a:pt x="563" y="697"/>
                  </a:cubicBezTo>
                  <a:close/>
                  <a:moveTo>
                    <a:pt x="178" y="692"/>
                  </a:moveTo>
                  <a:cubicBezTo>
                    <a:pt x="176" y="691"/>
                    <a:pt x="173" y="689"/>
                    <a:pt x="171" y="688"/>
                  </a:cubicBezTo>
                  <a:cubicBezTo>
                    <a:pt x="203" y="638"/>
                    <a:pt x="203" y="638"/>
                    <a:pt x="203" y="638"/>
                  </a:cubicBezTo>
                  <a:cubicBezTo>
                    <a:pt x="205" y="640"/>
                    <a:pt x="207" y="641"/>
                    <a:pt x="209" y="642"/>
                  </a:cubicBezTo>
                  <a:lnTo>
                    <a:pt x="178" y="692"/>
                  </a:lnTo>
                  <a:close/>
                  <a:moveTo>
                    <a:pt x="577" y="688"/>
                  </a:moveTo>
                  <a:cubicBezTo>
                    <a:pt x="545" y="639"/>
                    <a:pt x="545" y="639"/>
                    <a:pt x="545" y="639"/>
                  </a:cubicBezTo>
                  <a:cubicBezTo>
                    <a:pt x="547" y="638"/>
                    <a:pt x="549" y="637"/>
                    <a:pt x="551" y="635"/>
                  </a:cubicBezTo>
                  <a:cubicBezTo>
                    <a:pt x="584" y="684"/>
                    <a:pt x="584" y="684"/>
                    <a:pt x="584" y="684"/>
                  </a:cubicBezTo>
                  <a:cubicBezTo>
                    <a:pt x="581" y="685"/>
                    <a:pt x="579" y="687"/>
                    <a:pt x="577" y="688"/>
                  </a:cubicBezTo>
                  <a:close/>
                  <a:moveTo>
                    <a:pt x="165" y="684"/>
                  </a:moveTo>
                  <a:cubicBezTo>
                    <a:pt x="163" y="682"/>
                    <a:pt x="160" y="680"/>
                    <a:pt x="158" y="679"/>
                  </a:cubicBezTo>
                  <a:cubicBezTo>
                    <a:pt x="192" y="631"/>
                    <a:pt x="192" y="631"/>
                    <a:pt x="192" y="631"/>
                  </a:cubicBezTo>
                  <a:cubicBezTo>
                    <a:pt x="194" y="632"/>
                    <a:pt x="196" y="634"/>
                    <a:pt x="198" y="635"/>
                  </a:cubicBezTo>
                  <a:lnTo>
                    <a:pt x="165" y="684"/>
                  </a:lnTo>
                  <a:close/>
                  <a:moveTo>
                    <a:pt x="590" y="680"/>
                  </a:moveTo>
                  <a:cubicBezTo>
                    <a:pt x="556" y="632"/>
                    <a:pt x="556" y="632"/>
                    <a:pt x="556" y="632"/>
                  </a:cubicBezTo>
                  <a:cubicBezTo>
                    <a:pt x="558" y="630"/>
                    <a:pt x="560" y="629"/>
                    <a:pt x="562" y="628"/>
                  </a:cubicBezTo>
                  <a:cubicBezTo>
                    <a:pt x="597" y="675"/>
                    <a:pt x="597" y="675"/>
                    <a:pt x="597" y="675"/>
                  </a:cubicBezTo>
                  <a:cubicBezTo>
                    <a:pt x="594" y="676"/>
                    <a:pt x="592" y="678"/>
                    <a:pt x="590" y="680"/>
                  </a:cubicBezTo>
                  <a:close/>
                  <a:moveTo>
                    <a:pt x="152" y="674"/>
                  </a:moveTo>
                  <a:cubicBezTo>
                    <a:pt x="150" y="673"/>
                    <a:pt x="147" y="671"/>
                    <a:pt x="145" y="669"/>
                  </a:cubicBezTo>
                  <a:cubicBezTo>
                    <a:pt x="181" y="623"/>
                    <a:pt x="181" y="623"/>
                    <a:pt x="181" y="623"/>
                  </a:cubicBezTo>
                  <a:cubicBezTo>
                    <a:pt x="183" y="624"/>
                    <a:pt x="185" y="626"/>
                    <a:pt x="187" y="627"/>
                  </a:cubicBezTo>
                  <a:lnTo>
                    <a:pt x="152" y="674"/>
                  </a:lnTo>
                  <a:close/>
                  <a:moveTo>
                    <a:pt x="603" y="670"/>
                  </a:moveTo>
                  <a:cubicBezTo>
                    <a:pt x="567" y="624"/>
                    <a:pt x="567" y="624"/>
                    <a:pt x="567" y="624"/>
                  </a:cubicBezTo>
                  <a:cubicBezTo>
                    <a:pt x="569" y="622"/>
                    <a:pt x="571" y="621"/>
                    <a:pt x="573" y="619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7" y="667"/>
                    <a:pt x="605" y="668"/>
                    <a:pt x="603" y="670"/>
                  </a:cubicBezTo>
                  <a:close/>
                  <a:moveTo>
                    <a:pt x="139" y="665"/>
                  </a:moveTo>
                  <a:cubicBezTo>
                    <a:pt x="137" y="663"/>
                    <a:pt x="135" y="661"/>
                    <a:pt x="133" y="659"/>
                  </a:cubicBezTo>
                  <a:cubicBezTo>
                    <a:pt x="171" y="614"/>
                    <a:pt x="171" y="614"/>
                    <a:pt x="171" y="614"/>
                  </a:cubicBezTo>
                  <a:cubicBezTo>
                    <a:pt x="172" y="616"/>
                    <a:pt x="174" y="618"/>
                    <a:pt x="176" y="619"/>
                  </a:cubicBezTo>
                  <a:lnTo>
                    <a:pt x="139" y="665"/>
                  </a:lnTo>
                  <a:close/>
                  <a:moveTo>
                    <a:pt x="615" y="660"/>
                  </a:moveTo>
                  <a:cubicBezTo>
                    <a:pt x="577" y="615"/>
                    <a:pt x="577" y="615"/>
                    <a:pt x="577" y="615"/>
                  </a:cubicBezTo>
                  <a:cubicBezTo>
                    <a:pt x="579" y="614"/>
                    <a:pt x="581" y="612"/>
                    <a:pt x="583" y="611"/>
                  </a:cubicBezTo>
                  <a:cubicBezTo>
                    <a:pt x="621" y="655"/>
                    <a:pt x="621" y="655"/>
                    <a:pt x="621" y="655"/>
                  </a:cubicBezTo>
                  <a:cubicBezTo>
                    <a:pt x="619" y="656"/>
                    <a:pt x="617" y="658"/>
                    <a:pt x="615" y="660"/>
                  </a:cubicBezTo>
                  <a:close/>
                  <a:moveTo>
                    <a:pt x="127" y="654"/>
                  </a:moveTo>
                  <a:cubicBezTo>
                    <a:pt x="125" y="652"/>
                    <a:pt x="123" y="651"/>
                    <a:pt x="121" y="649"/>
                  </a:cubicBezTo>
                  <a:cubicBezTo>
                    <a:pt x="161" y="606"/>
                    <a:pt x="161" y="606"/>
                    <a:pt x="161" y="606"/>
                  </a:cubicBezTo>
                  <a:cubicBezTo>
                    <a:pt x="162" y="607"/>
                    <a:pt x="164" y="609"/>
                    <a:pt x="166" y="610"/>
                  </a:cubicBezTo>
                  <a:lnTo>
                    <a:pt x="127" y="654"/>
                  </a:lnTo>
                  <a:close/>
                  <a:moveTo>
                    <a:pt x="627" y="650"/>
                  </a:moveTo>
                  <a:cubicBezTo>
                    <a:pt x="587" y="607"/>
                    <a:pt x="587" y="607"/>
                    <a:pt x="587" y="607"/>
                  </a:cubicBezTo>
                  <a:cubicBezTo>
                    <a:pt x="589" y="605"/>
                    <a:pt x="591" y="603"/>
                    <a:pt x="593" y="602"/>
                  </a:cubicBezTo>
                  <a:cubicBezTo>
                    <a:pt x="633" y="644"/>
                    <a:pt x="633" y="644"/>
                    <a:pt x="633" y="644"/>
                  </a:cubicBezTo>
                  <a:cubicBezTo>
                    <a:pt x="631" y="646"/>
                    <a:pt x="629" y="648"/>
                    <a:pt x="627" y="650"/>
                  </a:cubicBezTo>
                  <a:close/>
                  <a:moveTo>
                    <a:pt x="116" y="644"/>
                  </a:moveTo>
                  <a:cubicBezTo>
                    <a:pt x="114" y="642"/>
                    <a:pt x="111" y="640"/>
                    <a:pt x="109" y="638"/>
                  </a:cubicBezTo>
                  <a:cubicBezTo>
                    <a:pt x="151" y="596"/>
                    <a:pt x="151" y="596"/>
                    <a:pt x="151" y="596"/>
                  </a:cubicBezTo>
                  <a:cubicBezTo>
                    <a:pt x="153" y="598"/>
                    <a:pt x="154" y="600"/>
                    <a:pt x="156" y="601"/>
                  </a:cubicBezTo>
                  <a:lnTo>
                    <a:pt x="116" y="644"/>
                  </a:lnTo>
                  <a:close/>
                  <a:moveTo>
                    <a:pt x="638" y="639"/>
                  </a:moveTo>
                  <a:cubicBezTo>
                    <a:pt x="597" y="597"/>
                    <a:pt x="597" y="597"/>
                    <a:pt x="597" y="597"/>
                  </a:cubicBezTo>
                  <a:cubicBezTo>
                    <a:pt x="599" y="596"/>
                    <a:pt x="601" y="594"/>
                    <a:pt x="602" y="592"/>
                  </a:cubicBezTo>
                  <a:cubicBezTo>
                    <a:pt x="644" y="633"/>
                    <a:pt x="644" y="633"/>
                    <a:pt x="644" y="633"/>
                  </a:cubicBezTo>
                  <a:cubicBezTo>
                    <a:pt x="642" y="635"/>
                    <a:pt x="640" y="637"/>
                    <a:pt x="638" y="639"/>
                  </a:cubicBezTo>
                  <a:close/>
                  <a:moveTo>
                    <a:pt x="104" y="632"/>
                  </a:moveTo>
                  <a:cubicBezTo>
                    <a:pt x="102" y="630"/>
                    <a:pt x="100" y="628"/>
                    <a:pt x="98" y="626"/>
                  </a:cubicBezTo>
                  <a:cubicBezTo>
                    <a:pt x="142" y="587"/>
                    <a:pt x="142" y="587"/>
                    <a:pt x="142" y="587"/>
                  </a:cubicBezTo>
                  <a:cubicBezTo>
                    <a:pt x="143" y="588"/>
                    <a:pt x="145" y="590"/>
                    <a:pt x="147" y="592"/>
                  </a:cubicBezTo>
                  <a:lnTo>
                    <a:pt x="104" y="632"/>
                  </a:lnTo>
                  <a:close/>
                  <a:moveTo>
                    <a:pt x="649" y="627"/>
                  </a:moveTo>
                  <a:cubicBezTo>
                    <a:pt x="606" y="588"/>
                    <a:pt x="606" y="588"/>
                    <a:pt x="606" y="588"/>
                  </a:cubicBezTo>
                  <a:cubicBezTo>
                    <a:pt x="608" y="586"/>
                    <a:pt x="610" y="584"/>
                    <a:pt x="611" y="582"/>
                  </a:cubicBezTo>
                  <a:cubicBezTo>
                    <a:pt x="655" y="621"/>
                    <a:pt x="655" y="621"/>
                    <a:pt x="655" y="621"/>
                  </a:cubicBezTo>
                  <a:cubicBezTo>
                    <a:pt x="653" y="623"/>
                    <a:pt x="651" y="625"/>
                    <a:pt x="649" y="627"/>
                  </a:cubicBezTo>
                  <a:close/>
                  <a:moveTo>
                    <a:pt x="94" y="621"/>
                  </a:moveTo>
                  <a:cubicBezTo>
                    <a:pt x="92" y="619"/>
                    <a:pt x="90" y="616"/>
                    <a:pt x="88" y="614"/>
                  </a:cubicBezTo>
                  <a:cubicBezTo>
                    <a:pt x="133" y="577"/>
                    <a:pt x="133" y="577"/>
                    <a:pt x="133" y="577"/>
                  </a:cubicBezTo>
                  <a:cubicBezTo>
                    <a:pt x="134" y="578"/>
                    <a:pt x="136" y="580"/>
                    <a:pt x="138" y="582"/>
                  </a:cubicBezTo>
                  <a:lnTo>
                    <a:pt x="94" y="621"/>
                  </a:lnTo>
                  <a:close/>
                  <a:moveTo>
                    <a:pt x="660" y="616"/>
                  </a:moveTo>
                  <a:cubicBezTo>
                    <a:pt x="615" y="578"/>
                    <a:pt x="615" y="578"/>
                    <a:pt x="615" y="578"/>
                  </a:cubicBezTo>
                  <a:cubicBezTo>
                    <a:pt x="617" y="576"/>
                    <a:pt x="618" y="574"/>
                    <a:pt x="620" y="572"/>
                  </a:cubicBezTo>
                  <a:cubicBezTo>
                    <a:pt x="665" y="609"/>
                    <a:pt x="665" y="609"/>
                    <a:pt x="665" y="609"/>
                  </a:cubicBezTo>
                  <a:cubicBezTo>
                    <a:pt x="664" y="611"/>
                    <a:pt x="662" y="613"/>
                    <a:pt x="660" y="616"/>
                  </a:cubicBezTo>
                  <a:close/>
                  <a:moveTo>
                    <a:pt x="83" y="609"/>
                  </a:moveTo>
                  <a:cubicBezTo>
                    <a:pt x="82" y="606"/>
                    <a:pt x="80" y="604"/>
                    <a:pt x="78" y="602"/>
                  </a:cubicBezTo>
                  <a:cubicBezTo>
                    <a:pt x="124" y="566"/>
                    <a:pt x="124" y="566"/>
                    <a:pt x="124" y="566"/>
                  </a:cubicBezTo>
                  <a:cubicBezTo>
                    <a:pt x="126" y="568"/>
                    <a:pt x="127" y="570"/>
                    <a:pt x="129" y="572"/>
                  </a:cubicBezTo>
                  <a:lnTo>
                    <a:pt x="83" y="609"/>
                  </a:lnTo>
                  <a:close/>
                  <a:moveTo>
                    <a:pt x="670" y="603"/>
                  </a:moveTo>
                  <a:cubicBezTo>
                    <a:pt x="624" y="567"/>
                    <a:pt x="624" y="567"/>
                    <a:pt x="624" y="567"/>
                  </a:cubicBezTo>
                  <a:cubicBezTo>
                    <a:pt x="625" y="565"/>
                    <a:pt x="627" y="563"/>
                    <a:pt x="628" y="561"/>
                  </a:cubicBezTo>
                  <a:cubicBezTo>
                    <a:pt x="675" y="596"/>
                    <a:pt x="675" y="596"/>
                    <a:pt x="675" y="596"/>
                  </a:cubicBezTo>
                  <a:cubicBezTo>
                    <a:pt x="673" y="599"/>
                    <a:pt x="672" y="601"/>
                    <a:pt x="670" y="603"/>
                  </a:cubicBezTo>
                  <a:close/>
                  <a:moveTo>
                    <a:pt x="74" y="596"/>
                  </a:moveTo>
                  <a:cubicBezTo>
                    <a:pt x="72" y="594"/>
                    <a:pt x="70" y="591"/>
                    <a:pt x="69" y="589"/>
                  </a:cubicBezTo>
                  <a:cubicBezTo>
                    <a:pt x="116" y="555"/>
                    <a:pt x="116" y="555"/>
                    <a:pt x="116" y="555"/>
                  </a:cubicBezTo>
                  <a:cubicBezTo>
                    <a:pt x="118" y="557"/>
                    <a:pt x="119" y="559"/>
                    <a:pt x="121" y="561"/>
                  </a:cubicBezTo>
                  <a:lnTo>
                    <a:pt x="74" y="596"/>
                  </a:lnTo>
                  <a:close/>
                  <a:moveTo>
                    <a:pt x="679" y="590"/>
                  </a:moveTo>
                  <a:cubicBezTo>
                    <a:pt x="632" y="557"/>
                    <a:pt x="632" y="557"/>
                    <a:pt x="632" y="557"/>
                  </a:cubicBezTo>
                  <a:cubicBezTo>
                    <a:pt x="633" y="555"/>
                    <a:pt x="635" y="553"/>
                    <a:pt x="636" y="551"/>
                  </a:cubicBezTo>
                  <a:cubicBezTo>
                    <a:pt x="684" y="583"/>
                    <a:pt x="684" y="583"/>
                    <a:pt x="684" y="583"/>
                  </a:cubicBezTo>
                  <a:cubicBezTo>
                    <a:pt x="683" y="586"/>
                    <a:pt x="681" y="588"/>
                    <a:pt x="679" y="590"/>
                  </a:cubicBezTo>
                  <a:close/>
                  <a:moveTo>
                    <a:pt x="65" y="583"/>
                  </a:moveTo>
                  <a:cubicBezTo>
                    <a:pt x="63" y="581"/>
                    <a:pt x="61" y="578"/>
                    <a:pt x="60" y="576"/>
                  </a:cubicBezTo>
                  <a:cubicBezTo>
                    <a:pt x="109" y="544"/>
                    <a:pt x="109" y="544"/>
                    <a:pt x="109" y="544"/>
                  </a:cubicBezTo>
                  <a:cubicBezTo>
                    <a:pt x="110" y="546"/>
                    <a:pt x="112" y="548"/>
                    <a:pt x="113" y="550"/>
                  </a:cubicBezTo>
                  <a:lnTo>
                    <a:pt x="65" y="583"/>
                  </a:lnTo>
                  <a:close/>
                  <a:moveTo>
                    <a:pt x="688" y="577"/>
                  </a:moveTo>
                  <a:cubicBezTo>
                    <a:pt x="639" y="545"/>
                    <a:pt x="639" y="545"/>
                    <a:pt x="639" y="545"/>
                  </a:cubicBezTo>
                  <a:cubicBezTo>
                    <a:pt x="641" y="543"/>
                    <a:pt x="642" y="541"/>
                    <a:pt x="643" y="539"/>
                  </a:cubicBezTo>
                  <a:cubicBezTo>
                    <a:pt x="693" y="570"/>
                    <a:pt x="693" y="570"/>
                    <a:pt x="693" y="570"/>
                  </a:cubicBezTo>
                  <a:cubicBezTo>
                    <a:pt x="691" y="572"/>
                    <a:pt x="690" y="575"/>
                    <a:pt x="688" y="577"/>
                  </a:cubicBezTo>
                  <a:close/>
                  <a:moveTo>
                    <a:pt x="56" y="570"/>
                  </a:moveTo>
                  <a:cubicBezTo>
                    <a:pt x="54" y="567"/>
                    <a:pt x="53" y="565"/>
                    <a:pt x="52" y="562"/>
                  </a:cubicBezTo>
                  <a:cubicBezTo>
                    <a:pt x="102" y="533"/>
                    <a:pt x="102" y="533"/>
                    <a:pt x="102" y="533"/>
                  </a:cubicBezTo>
                  <a:cubicBezTo>
                    <a:pt x="103" y="535"/>
                    <a:pt x="104" y="537"/>
                    <a:pt x="106" y="539"/>
                  </a:cubicBezTo>
                  <a:lnTo>
                    <a:pt x="56" y="570"/>
                  </a:lnTo>
                  <a:close/>
                  <a:moveTo>
                    <a:pt x="697" y="564"/>
                  </a:moveTo>
                  <a:cubicBezTo>
                    <a:pt x="646" y="534"/>
                    <a:pt x="646" y="534"/>
                    <a:pt x="646" y="534"/>
                  </a:cubicBezTo>
                  <a:cubicBezTo>
                    <a:pt x="648" y="532"/>
                    <a:pt x="649" y="530"/>
                    <a:pt x="650" y="528"/>
                  </a:cubicBezTo>
                  <a:cubicBezTo>
                    <a:pt x="701" y="556"/>
                    <a:pt x="701" y="556"/>
                    <a:pt x="701" y="556"/>
                  </a:cubicBezTo>
                  <a:cubicBezTo>
                    <a:pt x="700" y="559"/>
                    <a:pt x="698" y="561"/>
                    <a:pt x="697" y="564"/>
                  </a:cubicBezTo>
                  <a:close/>
                  <a:moveTo>
                    <a:pt x="48" y="556"/>
                  </a:moveTo>
                  <a:cubicBezTo>
                    <a:pt x="47" y="554"/>
                    <a:pt x="45" y="551"/>
                    <a:pt x="44" y="549"/>
                  </a:cubicBezTo>
                  <a:cubicBezTo>
                    <a:pt x="95" y="521"/>
                    <a:pt x="95" y="521"/>
                    <a:pt x="95" y="521"/>
                  </a:cubicBezTo>
                  <a:cubicBezTo>
                    <a:pt x="97" y="523"/>
                    <a:pt x="98" y="525"/>
                    <a:pt x="99" y="528"/>
                  </a:cubicBezTo>
                  <a:lnTo>
                    <a:pt x="48" y="556"/>
                  </a:lnTo>
                  <a:close/>
                  <a:moveTo>
                    <a:pt x="704" y="550"/>
                  </a:moveTo>
                  <a:cubicBezTo>
                    <a:pt x="653" y="522"/>
                    <a:pt x="653" y="522"/>
                    <a:pt x="653" y="522"/>
                  </a:cubicBezTo>
                  <a:cubicBezTo>
                    <a:pt x="654" y="520"/>
                    <a:pt x="655" y="518"/>
                    <a:pt x="656" y="516"/>
                  </a:cubicBezTo>
                  <a:cubicBezTo>
                    <a:pt x="708" y="542"/>
                    <a:pt x="708" y="542"/>
                    <a:pt x="708" y="542"/>
                  </a:cubicBezTo>
                  <a:cubicBezTo>
                    <a:pt x="707" y="545"/>
                    <a:pt x="706" y="547"/>
                    <a:pt x="704" y="550"/>
                  </a:cubicBezTo>
                  <a:close/>
                  <a:moveTo>
                    <a:pt x="40" y="542"/>
                  </a:moveTo>
                  <a:cubicBezTo>
                    <a:pt x="39" y="540"/>
                    <a:pt x="38" y="537"/>
                    <a:pt x="37" y="534"/>
                  </a:cubicBezTo>
                  <a:cubicBezTo>
                    <a:pt x="89" y="509"/>
                    <a:pt x="89" y="509"/>
                    <a:pt x="89" y="509"/>
                  </a:cubicBezTo>
                  <a:cubicBezTo>
                    <a:pt x="91" y="511"/>
                    <a:pt x="92" y="514"/>
                    <a:pt x="93" y="516"/>
                  </a:cubicBezTo>
                  <a:lnTo>
                    <a:pt x="40" y="542"/>
                  </a:lnTo>
                  <a:close/>
                  <a:moveTo>
                    <a:pt x="712" y="536"/>
                  </a:moveTo>
                  <a:cubicBezTo>
                    <a:pt x="659" y="510"/>
                    <a:pt x="659" y="510"/>
                    <a:pt x="659" y="510"/>
                  </a:cubicBezTo>
                  <a:cubicBezTo>
                    <a:pt x="660" y="508"/>
                    <a:pt x="661" y="506"/>
                    <a:pt x="662" y="504"/>
                  </a:cubicBezTo>
                  <a:cubicBezTo>
                    <a:pt x="715" y="528"/>
                    <a:pt x="715" y="528"/>
                    <a:pt x="715" y="528"/>
                  </a:cubicBezTo>
                  <a:cubicBezTo>
                    <a:pt x="714" y="531"/>
                    <a:pt x="713" y="533"/>
                    <a:pt x="712" y="536"/>
                  </a:cubicBezTo>
                  <a:close/>
                  <a:moveTo>
                    <a:pt x="34" y="528"/>
                  </a:moveTo>
                  <a:cubicBezTo>
                    <a:pt x="32" y="525"/>
                    <a:pt x="31" y="523"/>
                    <a:pt x="30" y="520"/>
                  </a:cubicBezTo>
                  <a:cubicBezTo>
                    <a:pt x="84" y="497"/>
                    <a:pt x="84" y="497"/>
                    <a:pt x="84" y="497"/>
                  </a:cubicBezTo>
                  <a:cubicBezTo>
                    <a:pt x="85" y="499"/>
                    <a:pt x="86" y="502"/>
                    <a:pt x="87" y="504"/>
                  </a:cubicBezTo>
                  <a:lnTo>
                    <a:pt x="34" y="528"/>
                  </a:lnTo>
                  <a:close/>
                  <a:moveTo>
                    <a:pt x="718" y="521"/>
                  </a:moveTo>
                  <a:cubicBezTo>
                    <a:pt x="665" y="498"/>
                    <a:pt x="665" y="498"/>
                    <a:pt x="665" y="498"/>
                  </a:cubicBezTo>
                  <a:cubicBezTo>
                    <a:pt x="666" y="496"/>
                    <a:pt x="666" y="494"/>
                    <a:pt x="667" y="491"/>
                  </a:cubicBezTo>
                  <a:cubicBezTo>
                    <a:pt x="722" y="513"/>
                    <a:pt x="722" y="513"/>
                    <a:pt x="722" y="513"/>
                  </a:cubicBezTo>
                  <a:cubicBezTo>
                    <a:pt x="721" y="516"/>
                    <a:pt x="719" y="519"/>
                    <a:pt x="718" y="521"/>
                  </a:cubicBezTo>
                  <a:close/>
                  <a:moveTo>
                    <a:pt x="27" y="513"/>
                  </a:moveTo>
                  <a:cubicBezTo>
                    <a:pt x="26" y="511"/>
                    <a:pt x="25" y="508"/>
                    <a:pt x="24" y="505"/>
                  </a:cubicBezTo>
                  <a:cubicBezTo>
                    <a:pt x="79" y="485"/>
                    <a:pt x="79" y="485"/>
                    <a:pt x="79" y="485"/>
                  </a:cubicBezTo>
                  <a:cubicBezTo>
                    <a:pt x="80" y="487"/>
                    <a:pt x="81" y="489"/>
                    <a:pt x="82" y="491"/>
                  </a:cubicBezTo>
                  <a:lnTo>
                    <a:pt x="27" y="513"/>
                  </a:lnTo>
                  <a:close/>
                  <a:moveTo>
                    <a:pt x="724" y="506"/>
                  </a:moveTo>
                  <a:cubicBezTo>
                    <a:pt x="670" y="486"/>
                    <a:pt x="670" y="486"/>
                    <a:pt x="670" y="486"/>
                  </a:cubicBezTo>
                  <a:cubicBezTo>
                    <a:pt x="670" y="483"/>
                    <a:pt x="671" y="481"/>
                    <a:pt x="672" y="479"/>
                  </a:cubicBezTo>
                  <a:cubicBezTo>
                    <a:pt x="727" y="498"/>
                    <a:pt x="727" y="498"/>
                    <a:pt x="727" y="498"/>
                  </a:cubicBezTo>
                  <a:cubicBezTo>
                    <a:pt x="726" y="501"/>
                    <a:pt x="725" y="504"/>
                    <a:pt x="724" y="506"/>
                  </a:cubicBezTo>
                  <a:close/>
                  <a:moveTo>
                    <a:pt x="22" y="498"/>
                  </a:moveTo>
                  <a:cubicBezTo>
                    <a:pt x="21" y="496"/>
                    <a:pt x="20" y="493"/>
                    <a:pt x="19" y="490"/>
                  </a:cubicBezTo>
                  <a:cubicBezTo>
                    <a:pt x="75" y="472"/>
                    <a:pt x="75" y="472"/>
                    <a:pt x="75" y="472"/>
                  </a:cubicBezTo>
                  <a:cubicBezTo>
                    <a:pt x="75" y="474"/>
                    <a:pt x="76" y="477"/>
                    <a:pt x="77" y="479"/>
                  </a:cubicBezTo>
                  <a:lnTo>
                    <a:pt x="22" y="498"/>
                  </a:lnTo>
                  <a:close/>
                  <a:moveTo>
                    <a:pt x="730" y="491"/>
                  </a:moveTo>
                  <a:cubicBezTo>
                    <a:pt x="674" y="473"/>
                    <a:pt x="674" y="473"/>
                    <a:pt x="674" y="473"/>
                  </a:cubicBezTo>
                  <a:cubicBezTo>
                    <a:pt x="675" y="471"/>
                    <a:pt x="676" y="468"/>
                    <a:pt x="676" y="466"/>
                  </a:cubicBezTo>
                  <a:cubicBezTo>
                    <a:pt x="732" y="483"/>
                    <a:pt x="732" y="483"/>
                    <a:pt x="732" y="483"/>
                  </a:cubicBezTo>
                  <a:cubicBezTo>
                    <a:pt x="731" y="486"/>
                    <a:pt x="731" y="489"/>
                    <a:pt x="730" y="491"/>
                  </a:cubicBezTo>
                  <a:close/>
                  <a:moveTo>
                    <a:pt x="17" y="483"/>
                  </a:moveTo>
                  <a:cubicBezTo>
                    <a:pt x="16" y="481"/>
                    <a:pt x="15" y="478"/>
                    <a:pt x="14" y="475"/>
                  </a:cubicBezTo>
                  <a:cubicBezTo>
                    <a:pt x="71" y="459"/>
                    <a:pt x="71" y="459"/>
                    <a:pt x="71" y="459"/>
                  </a:cubicBezTo>
                  <a:cubicBezTo>
                    <a:pt x="71" y="462"/>
                    <a:pt x="72" y="464"/>
                    <a:pt x="73" y="466"/>
                  </a:cubicBezTo>
                  <a:lnTo>
                    <a:pt x="17" y="483"/>
                  </a:lnTo>
                  <a:close/>
                  <a:moveTo>
                    <a:pt x="734" y="476"/>
                  </a:moveTo>
                  <a:cubicBezTo>
                    <a:pt x="678" y="460"/>
                    <a:pt x="678" y="460"/>
                    <a:pt x="678" y="460"/>
                  </a:cubicBezTo>
                  <a:cubicBezTo>
                    <a:pt x="679" y="458"/>
                    <a:pt x="679" y="456"/>
                    <a:pt x="680" y="453"/>
                  </a:cubicBezTo>
                  <a:cubicBezTo>
                    <a:pt x="737" y="468"/>
                    <a:pt x="737" y="468"/>
                    <a:pt x="737" y="468"/>
                  </a:cubicBezTo>
                  <a:cubicBezTo>
                    <a:pt x="736" y="471"/>
                    <a:pt x="735" y="473"/>
                    <a:pt x="734" y="476"/>
                  </a:cubicBezTo>
                  <a:close/>
                  <a:moveTo>
                    <a:pt x="12" y="468"/>
                  </a:moveTo>
                  <a:cubicBezTo>
                    <a:pt x="12" y="465"/>
                    <a:pt x="11" y="463"/>
                    <a:pt x="10" y="460"/>
                  </a:cubicBezTo>
                  <a:cubicBezTo>
                    <a:pt x="67" y="446"/>
                    <a:pt x="67" y="446"/>
                    <a:pt x="67" y="446"/>
                  </a:cubicBezTo>
                  <a:cubicBezTo>
                    <a:pt x="68" y="449"/>
                    <a:pt x="68" y="451"/>
                    <a:pt x="69" y="453"/>
                  </a:cubicBezTo>
                  <a:lnTo>
                    <a:pt x="12" y="468"/>
                  </a:lnTo>
                  <a:close/>
                  <a:moveTo>
                    <a:pt x="738" y="461"/>
                  </a:moveTo>
                  <a:cubicBezTo>
                    <a:pt x="681" y="447"/>
                    <a:pt x="681" y="447"/>
                    <a:pt x="681" y="447"/>
                  </a:cubicBezTo>
                  <a:cubicBezTo>
                    <a:pt x="682" y="445"/>
                    <a:pt x="683" y="443"/>
                    <a:pt x="683" y="440"/>
                  </a:cubicBezTo>
                  <a:cubicBezTo>
                    <a:pt x="740" y="452"/>
                    <a:pt x="740" y="452"/>
                    <a:pt x="740" y="452"/>
                  </a:cubicBezTo>
                  <a:cubicBezTo>
                    <a:pt x="740" y="455"/>
                    <a:pt x="739" y="458"/>
                    <a:pt x="738" y="461"/>
                  </a:cubicBezTo>
                  <a:close/>
                  <a:moveTo>
                    <a:pt x="9" y="453"/>
                  </a:moveTo>
                  <a:cubicBezTo>
                    <a:pt x="8" y="450"/>
                    <a:pt x="8" y="447"/>
                    <a:pt x="7" y="444"/>
                  </a:cubicBezTo>
                  <a:cubicBezTo>
                    <a:pt x="65" y="433"/>
                    <a:pt x="65" y="433"/>
                    <a:pt x="65" y="433"/>
                  </a:cubicBezTo>
                  <a:cubicBezTo>
                    <a:pt x="65" y="436"/>
                    <a:pt x="65" y="438"/>
                    <a:pt x="66" y="440"/>
                  </a:cubicBezTo>
                  <a:lnTo>
                    <a:pt x="9" y="453"/>
                  </a:lnTo>
                  <a:close/>
                  <a:moveTo>
                    <a:pt x="742" y="445"/>
                  </a:moveTo>
                  <a:cubicBezTo>
                    <a:pt x="684" y="434"/>
                    <a:pt x="684" y="434"/>
                    <a:pt x="684" y="434"/>
                  </a:cubicBezTo>
                  <a:cubicBezTo>
                    <a:pt x="685" y="432"/>
                    <a:pt x="685" y="429"/>
                    <a:pt x="686" y="427"/>
                  </a:cubicBezTo>
                  <a:cubicBezTo>
                    <a:pt x="743" y="437"/>
                    <a:pt x="743" y="437"/>
                    <a:pt x="743" y="437"/>
                  </a:cubicBezTo>
                  <a:cubicBezTo>
                    <a:pt x="743" y="440"/>
                    <a:pt x="742" y="443"/>
                    <a:pt x="742" y="445"/>
                  </a:cubicBezTo>
                  <a:close/>
                  <a:moveTo>
                    <a:pt x="6" y="437"/>
                  </a:moveTo>
                  <a:cubicBezTo>
                    <a:pt x="5" y="434"/>
                    <a:pt x="5" y="431"/>
                    <a:pt x="4" y="429"/>
                  </a:cubicBezTo>
                  <a:cubicBezTo>
                    <a:pt x="62" y="420"/>
                    <a:pt x="62" y="420"/>
                    <a:pt x="62" y="420"/>
                  </a:cubicBezTo>
                  <a:cubicBezTo>
                    <a:pt x="63" y="422"/>
                    <a:pt x="63" y="425"/>
                    <a:pt x="63" y="427"/>
                  </a:cubicBezTo>
                  <a:lnTo>
                    <a:pt x="6" y="437"/>
                  </a:lnTo>
                  <a:close/>
                  <a:moveTo>
                    <a:pt x="744" y="430"/>
                  </a:moveTo>
                  <a:cubicBezTo>
                    <a:pt x="687" y="421"/>
                    <a:pt x="687" y="421"/>
                    <a:pt x="687" y="421"/>
                  </a:cubicBezTo>
                  <a:cubicBezTo>
                    <a:pt x="687" y="419"/>
                    <a:pt x="687" y="416"/>
                    <a:pt x="688" y="414"/>
                  </a:cubicBezTo>
                  <a:cubicBezTo>
                    <a:pt x="746" y="421"/>
                    <a:pt x="746" y="421"/>
                    <a:pt x="746" y="421"/>
                  </a:cubicBezTo>
                  <a:cubicBezTo>
                    <a:pt x="745" y="424"/>
                    <a:pt x="745" y="427"/>
                    <a:pt x="744" y="430"/>
                  </a:cubicBezTo>
                  <a:close/>
                  <a:moveTo>
                    <a:pt x="3" y="421"/>
                  </a:moveTo>
                  <a:cubicBezTo>
                    <a:pt x="3" y="418"/>
                    <a:pt x="3" y="416"/>
                    <a:pt x="2" y="413"/>
                  </a:cubicBezTo>
                  <a:cubicBezTo>
                    <a:pt x="61" y="407"/>
                    <a:pt x="61" y="407"/>
                    <a:pt x="61" y="407"/>
                  </a:cubicBezTo>
                  <a:cubicBezTo>
                    <a:pt x="61" y="409"/>
                    <a:pt x="61" y="412"/>
                    <a:pt x="61" y="414"/>
                  </a:cubicBezTo>
                  <a:lnTo>
                    <a:pt x="3" y="421"/>
                  </a:lnTo>
                  <a:close/>
                  <a:moveTo>
                    <a:pt x="746" y="414"/>
                  </a:moveTo>
                  <a:cubicBezTo>
                    <a:pt x="688" y="408"/>
                    <a:pt x="688" y="408"/>
                    <a:pt x="688" y="408"/>
                  </a:cubicBezTo>
                  <a:cubicBezTo>
                    <a:pt x="689" y="405"/>
                    <a:pt x="689" y="403"/>
                    <a:pt x="689" y="400"/>
                  </a:cubicBezTo>
                  <a:cubicBezTo>
                    <a:pt x="747" y="405"/>
                    <a:pt x="747" y="405"/>
                    <a:pt x="747" y="405"/>
                  </a:cubicBezTo>
                  <a:cubicBezTo>
                    <a:pt x="747" y="408"/>
                    <a:pt x="747" y="411"/>
                    <a:pt x="746" y="414"/>
                  </a:cubicBezTo>
                  <a:close/>
                  <a:moveTo>
                    <a:pt x="2" y="406"/>
                  </a:moveTo>
                  <a:cubicBezTo>
                    <a:pt x="2" y="403"/>
                    <a:pt x="1" y="400"/>
                    <a:pt x="1" y="397"/>
                  </a:cubicBezTo>
                  <a:cubicBezTo>
                    <a:pt x="60" y="393"/>
                    <a:pt x="60" y="393"/>
                    <a:pt x="60" y="393"/>
                  </a:cubicBezTo>
                  <a:cubicBezTo>
                    <a:pt x="60" y="396"/>
                    <a:pt x="60" y="398"/>
                    <a:pt x="60" y="401"/>
                  </a:cubicBezTo>
                  <a:lnTo>
                    <a:pt x="2" y="406"/>
                  </a:lnTo>
                  <a:close/>
                  <a:moveTo>
                    <a:pt x="748" y="398"/>
                  </a:moveTo>
                  <a:cubicBezTo>
                    <a:pt x="689" y="394"/>
                    <a:pt x="689" y="394"/>
                    <a:pt x="689" y="394"/>
                  </a:cubicBezTo>
                  <a:cubicBezTo>
                    <a:pt x="690" y="392"/>
                    <a:pt x="690" y="390"/>
                    <a:pt x="690" y="387"/>
                  </a:cubicBezTo>
                  <a:cubicBezTo>
                    <a:pt x="748" y="390"/>
                    <a:pt x="748" y="390"/>
                    <a:pt x="748" y="390"/>
                  </a:cubicBezTo>
                  <a:cubicBezTo>
                    <a:pt x="748" y="392"/>
                    <a:pt x="748" y="395"/>
                    <a:pt x="748" y="398"/>
                  </a:cubicBezTo>
                  <a:close/>
                  <a:moveTo>
                    <a:pt x="1" y="390"/>
                  </a:moveTo>
                  <a:cubicBezTo>
                    <a:pt x="1" y="387"/>
                    <a:pt x="1" y="384"/>
                    <a:pt x="1" y="381"/>
                  </a:cubicBezTo>
                  <a:cubicBezTo>
                    <a:pt x="59" y="380"/>
                    <a:pt x="59" y="380"/>
                    <a:pt x="59" y="380"/>
                  </a:cubicBezTo>
                  <a:cubicBezTo>
                    <a:pt x="59" y="382"/>
                    <a:pt x="59" y="385"/>
                    <a:pt x="59" y="387"/>
                  </a:cubicBezTo>
                  <a:lnTo>
                    <a:pt x="1" y="390"/>
                  </a:lnTo>
                  <a:close/>
                  <a:moveTo>
                    <a:pt x="748" y="382"/>
                  </a:moveTo>
                  <a:cubicBezTo>
                    <a:pt x="690" y="381"/>
                    <a:pt x="690" y="381"/>
                    <a:pt x="690" y="381"/>
                  </a:cubicBezTo>
                  <a:cubicBezTo>
                    <a:pt x="690" y="379"/>
                    <a:pt x="690" y="376"/>
                    <a:pt x="690" y="374"/>
                  </a:cubicBezTo>
                  <a:cubicBezTo>
                    <a:pt x="690" y="373"/>
                    <a:pt x="690" y="373"/>
                    <a:pt x="690" y="373"/>
                  </a:cubicBezTo>
                  <a:cubicBezTo>
                    <a:pt x="749" y="373"/>
                    <a:pt x="749" y="373"/>
                    <a:pt x="749" y="373"/>
                  </a:cubicBezTo>
                  <a:cubicBezTo>
                    <a:pt x="749" y="374"/>
                    <a:pt x="749" y="374"/>
                    <a:pt x="749" y="374"/>
                  </a:cubicBezTo>
                  <a:cubicBezTo>
                    <a:pt x="749" y="377"/>
                    <a:pt x="749" y="379"/>
                    <a:pt x="748" y="382"/>
                  </a:cubicBezTo>
                  <a:close/>
                  <a:moveTo>
                    <a:pt x="59" y="374"/>
                  </a:moveTo>
                  <a:cubicBezTo>
                    <a:pt x="42" y="374"/>
                    <a:pt x="42" y="374"/>
                    <a:pt x="42" y="374"/>
                  </a:cubicBezTo>
                  <a:cubicBezTo>
                    <a:pt x="0" y="374"/>
                    <a:pt x="0" y="374"/>
                    <a:pt x="0" y="374"/>
                  </a:cubicBezTo>
                  <a:cubicBezTo>
                    <a:pt x="0" y="374"/>
                    <a:pt x="0" y="374"/>
                    <a:pt x="0" y="374"/>
                  </a:cubicBezTo>
                  <a:cubicBezTo>
                    <a:pt x="0" y="371"/>
                    <a:pt x="0" y="368"/>
                    <a:pt x="1" y="365"/>
                  </a:cubicBezTo>
                  <a:cubicBezTo>
                    <a:pt x="59" y="367"/>
                    <a:pt x="59" y="367"/>
                    <a:pt x="59" y="367"/>
                  </a:cubicBezTo>
                  <a:cubicBezTo>
                    <a:pt x="59" y="369"/>
                    <a:pt x="59" y="371"/>
                    <a:pt x="59" y="374"/>
                  </a:cubicBezTo>
                  <a:close/>
                  <a:moveTo>
                    <a:pt x="690" y="367"/>
                  </a:moveTo>
                  <a:cubicBezTo>
                    <a:pt x="690" y="365"/>
                    <a:pt x="690" y="362"/>
                    <a:pt x="690" y="360"/>
                  </a:cubicBezTo>
                  <a:cubicBezTo>
                    <a:pt x="748" y="357"/>
                    <a:pt x="748" y="357"/>
                    <a:pt x="748" y="357"/>
                  </a:cubicBezTo>
                  <a:cubicBezTo>
                    <a:pt x="748" y="360"/>
                    <a:pt x="748" y="363"/>
                    <a:pt x="748" y="366"/>
                  </a:cubicBezTo>
                  <a:lnTo>
                    <a:pt x="690" y="367"/>
                  </a:lnTo>
                  <a:close/>
                  <a:moveTo>
                    <a:pt x="59" y="360"/>
                  </a:moveTo>
                  <a:cubicBezTo>
                    <a:pt x="1" y="358"/>
                    <a:pt x="1" y="358"/>
                    <a:pt x="1" y="358"/>
                  </a:cubicBezTo>
                  <a:cubicBezTo>
                    <a:pt x="1" y="355"/>
                    <a:pt x="1" y="352"/>
                    <a:pt x="1" y="349"/>
                  </a:cubicBezTo>
                  <a:cubicBezTo>
                    <a:pt x="60" y="353"/>
                    <a:pt x="60" y="353"/>
                    <a:pt x="60" y="353"/>
                  </a:cubicBezTo>
                  <a:cubicBezTo>
                    <a:pt x="59" y="356"/>
                    <a:pt x="59" y="358"/>
                    <a:pt x="59" y="360"/>
                  </a:cubicBezTo>
                  <a:close/>
                  <a:moveTo>
                    <a:pt x="689" y="354"/>
                  </a:moveTo>
                  <a:cubicBezTo>
                    <a:pt x="689" y="351"/>
                    <a:pt x="689" y="349"/>
                    <a:pt x="689" y="346"/>
                  </a:cubicBezTo>
                  <a:cubicBezTo>
                    <a:pt x="747" y="342"/>
                    <a:pt x="747" y="342"/>
                    <a:pt x="747" y="342"/>
                  </a:cubicBezTo>
                  <a:cubicBezTo>
                    <a:pt x="747" y="344"/>
                    <a:pt x="748" y="347"/>
                    <a:pt x="748" y="350"/>
                  </a:cubicBezTo>
                  <a:lnTo>
                    <a:pt x="689" y="354"/>
                  </a:lnTo>
                  <a:close/>
                  <a:moveTo>
                    <a:pt x="60" y="347"/>
                  </a:moveTo>
                  <a:cubicBezTo>
                    <a:pt x="2" y="342"/>
                    <a:pt x="2" y="342"/>
                    <a:pt x="2" y="342"/>
                  </a:cubicBezTo>
                  <a:cubicBezTo>
                    <a:pt x="2" y="339"/>
                    <a:pt x="2" y="336"/>
                    <a:pt x="3" y="334"/>
                  </a:cubicBezTo>
                  <a:cubicBezTo>
                    <a:pt x="61" y="340"/>
                    <a:pt x="61" y="340"/>
                    <a:pt x="61" y="340"/>
                  </a:cubicBezTo>
                  <a:cubicBezTo>
                    <a:pt x="60" y="342"/>
                    <a:pt x="60" y="345"/>
                    <a:pt x="60" y="347"/>
                  </a:cubicBezTo>
                  <a:close/>
                  <a:moveTo>
                    <a:pt x="688" y="340"/>
                  </a:moveTo>
                  <a:cubicBezTo>
                    <a:pt x="688" y="338"/>
                    <a:pt x="688" y="336"/>
                    <a:pt x="688" y="333"/>
                  </a:cubicBezTo>
                  <a:cubicBezTo>
                    <a:pt x="746" y="326"/>
                    <a:pt x="746" y="326"/>
                    <a:pt x="746" y="326"/>
                  </a:cubicBezTo>
                  <a:cubicBezTo>
                    <a:pt x="746" y="329"/>
                    <a:pt x="746" y="331"/>
                    <a:pt x="747" y="334"/>
                  </a:cubicBezTo>
                  <a:lnTo>
                    <a:pt x="688" y="340"/>
                  </a:lnTo>
                  <a:close/>
                  <a:moveTo>
                    <a:pt x="61" y="334"/>
                  </a:moveTo>
                  <a:cubicBezTo>
                    <a:pt x="3" y="326"/>
                    <a:pt x="3" y="326"/>
                    <a:pt x="3" y="326"/>
                  </a:cubicBezTo>
                  <a:cubicBezTo>
                    <a:pt x="4" y="324"/>
                    <a:pt x="4" y="321"/>
                    <a:pt x="5" y="318"/>
                  </a:cubicBezTo>
                  <a:cubicBezTo>
                    <a:pt x="62" y="327"/>
                    <a:pt x="62" y="327"/>
                    <a:pt x="62" y="327"/>
                  </a:cubicBezTo>
                  <a:cubicBezTo>
                    <a:pt x="62" y="329"/>
                    <a:pt x="62" y="331"/>
                    <a:pt x="61" y="334"/>
                  </a:cubicBezTo>
                  <a:close/>
                  <a:moveTo>
                    <a:pt x="687" y="327"/>
                  </a:moveTo>
                  <a:cubicBezTo>
                    <a:pt x="686" y="325"/>
                    <a:pt x="686" y="322"/>
                    <a:pt x="686" y="320"/>
                  </a:cubicBezTo>
                  <a:cubicBezTo>
                    <a:pt x="743" y="310"/>
                    <a:pt x="743" y="310"/>
                    <a:pt x="743" y="310"/>
                  </a:cubicBezTo>
                  <a:cubicBezTo>
                    <a:pt x="744" y="313"/>
                    <a:pt x="744" y="316"/>
                    <a:pt x="745" y="319"/>
                  </a:cubicBezTo>
                  <a:lnTo>
                    <a:pt x="687" y="327"/>
                  </a:lnTo>
                  <a:close/>
                  <a:moveTo>
                    <a:pt x="63" y="320"/>
                  </a:moveTo>
                  <a:cubicBezTo>
                    <a:pt x="6" y="311"/>
                    <a:pt x="6" y="311"/>
                    <a:pt x="6" y="311"/>
                  </a:cubicBezTo>
                  <a:cubicBezTo>
                    <a:pt x="6" y="308"/>
                    <a:pt x="7" y="305"/>
                    <a:pt x="7" y="302"/>
                  </a:cubicBezTo>
                  <a:cubicBezTo>
                    <a:pt x="65" y="313"/>
                    <a:pt x="65" y="313"/>
                    <a:pt x="65" y="313"/>
                  </a:cubicBezTo>
                  <a:cubicBezTo>
                    <a:pt x="64" y="316"/>
                    <a:pt x="64" y="318"/>
                    <a:pt x="63" y="320"/>
                  </a:cubicBezTo>
                  <a:close/>
                  <a:moveTo>
                    <a:pt x="684" y="314"/>
                  </a:moveTo>
                  <a:cubicBezTo>
                    <a:pt x="684" y="312"/>
                    <a:pt x="683" y="309"/>
                    <a:pt x="683" y="307"/>
                  </a:cubicBezTo>
                  <a:cubicBezTo>
                    <a:pt x="740" y="294"/>
                    <a:pt x="740" y="294"/>
                    <a:pt x="740" y="294"/>
                  </a:cubicBezTo>
                  <a:cubicBezTo>
                    <a:pt x="741" y="297"/>
                    <a:pt x="741" y="300"/>
                    <a:pt x="742" y="303"/>
                  </a:cubicBezTo>
                  <a:lnTo>
                    <a:pt x="684" y="314"/>
                  </a:lnTo>
                  <a:close/>
                  <a:moveTo>
                    <a:pt x="66" y="307"/>
                  </a:moveTo>
                  <a:cubicBezTo>
                    <a:pt x="9" y="295"/>
                    <a:pt x="9" y="295"/>
                    <a:pt x="9" y="295"/>
                  </a:cubicBezTo>
                  <a:cubicBezTo>
                    <a:pt x="9" y="292"/>
                    <a:pt x="10" y="289"/>
                    <a:pt x="11" y="287"/>
                  </a:cubicBezTo>
                  <a:cubicBezTo>
                    <a:pt x="68" y="300"/>
                    <a:pt x="68" y="300"/>
                    <a:pt x="68" y="300"/>
                  </a:cubicBezTo>
                  <a:cubicBezTo>
                    <a:pt x="67" y="303"/>
                    <a:pt x="66" y="305"/>
                    <a:pt x="66" y="307"/>
                  </a:cubicBezTo>
                  <a:close/>
                  <a:moveTo>
                    <a:pt x="682" y="301"/>
                  </a:moveTo>
                  <a:cubicBezTo>
                    <a:pt x="681" y="298"/>
                    <a:pt x="680" y="296"/>
                    <a:pt x="680" y="294"/>
                  </a:cubicBezTo>
                  <a:cubicBezTo>
                    <a:pt x="736" y="279"/>
                    <a:pt x="736" y="279"/>
                    <a:pt x="736" y="279"/>
                  </a:cubicBezTo>
                  <a:cubicBezTo>
                    <a:pt x="737" y="282"/>
                    <a:pt x="738" y="285"/>
                    <a:pt x="739" y="287"/>
                  </a:cubicBezTo>
                  <a:lnTo>
                    <a:pt x="682" y="301"/>
                  </a:lnTo>
                  <a:close/>
                  <a:moveTo>
                    <a:pt x="69" y="294"/>
                  </a:moveTo>
                  <a:cubicBezTo>
                    <a:pt x="12" y="280"/>
                    <a:pt x="12" y="280"/>
                    <a:pt x="12" y="280"/>
                  </a:cubicBezTo>
                  <a:cubicBezTo>
                    <a:pt x="13" y="277"/>
                    <a:pt x="14" y="274"/>
                    <a:pt x="15" y="271"/>
                  </a:cubicBezTo>
                  <a:cubicBezTo>
                    <a:pt x="71" y="287"/>
                    <a:pt x="71" y="287"/>
                    <a:pt x="71" y="287"/>
                  </a:cubicBezTo>
                  <a:cubicBezTo>
                    <a:pt x="70" y="290"/>
                    <a:pt x="70" y="292"/>
                    <a:pt x="69" y="294"/>
                  </a:cubicBezTo>
                  <a:close/>
                  <a:moveTo>
                    <a:pt x="678" y="288"/>
                  </a:moveTo>
                  <a:cubicBezTo>
                    <a:pt x="678" y="286"/>
                    <a:pt x="677" y="283"/>
                    <a:pt x="676" y="281"/>
                  </a:cubicBezTo>
                  <a:cubicBezTo>
                    <a:pt x="732" y="264"/>
                    <a:pt x="732" y="264"/>
                    <a:pt x="732" y="264"/>
                  </a:cubicBezTo>
                  <a:cubicBezTo>
                    <a:pt x="733" y="266"/>
                    <a:pt x="734" y="269"/>
                    <a:pt x="735" y="272"/>
                  </a:cubicBezTo>
                  <a:lnTo>
                    <a:pt x="678" y="288"/>
                  </a:lnTo>
                  <a:close/>
                  <a:moveTo>
                    <a:pt x="73" y="281"/>
                  </a:moveTo>
                  <a:cubicBezTo>
                    <a:pt x="17" y="264"/>
                    <a:pt x="17" y="264"/>
                    <a:pt x="17" y="264"/>
                  </a:cubicBezTo>
                  <a:cubicBezTo>
                    <a:pt x="18" y="262"/>
                    <a:pt x="18" y="259"/>
                    <a:pt x="19" y="256"/>
                  </a:cubicBezTo>
                  <a:cubicBezTo>
                    <a:pt x="75" y="274"/>
                    <a:pt x="75" y="274"/>
                    <a:pt x="75" y="274"/>
                  </a:cubicBezTo>
                  <a:cubicBezTo>
                    <a:pt x="74" y="277"/>
                    <a:pt x="73" y="279"/>
                    <a:pt x="73" y="281"/>
                  </a:cubicBezTo>
                  <a:close/>
                  <a:moveTo>
                    <a:pt x="674" y="275"/>
                  </a:moveTo>
                  <a:cubicBezTo>
                    <a:pt x="674" y="273"/>
                    <a:pt x="673" y="270"/>
                    <a:pt x="672" y="268"/>
                  </a:cubicBezTo>
                  <a:cubicBezTo>
                    <a:pt x="727" y="249"/>
                    <a:pt x="727" y="249"/>
                    <a:pt x="727" y="249"/>
                  </a:cubicBezTo>
                  <a:cubicBezTo>
                    <a:pt x="728" y="251"/>
                    <a:pt x="729" y="254"/>
                    <a:pt x="730" y="257"/>
                  </a:cubicBezTo>
                  <a:lnTo>
                    <a:pt x="674" y="275"/>
                  </a:lnTo>
                  <a:close/>
                  <a:moveTo>
                    <a:pt x="77" y="269"/>
                  </a:moveTo>
                  <a:cubicBezTo>
                    <a:pt x="22" y="249"/>
                    <a:pt x="22" y="249"/>
                    <a:pt x="22" y="249"/>
                  </a:cubicBezTo>
                  <a:cubicBezTo>
                    <a:pt x="23" y="246"/>
                    <a:pt x="24" y="244"/>
                    <a:pt x="25" y="241"/>
                  </a:cubicBezTo>
                  <a:cubicBezTo>
                    <a:pt x="79" y="262"/>
                    <a:pt x="79" y="262"/>
                    <a:pt x="79" y="262"/>
                  </a:cubicBezTo>
                  <a:cubicBezTo>
                    <a:pt x="78" y="264"/>
                    <a:pt x="78" y="266"/>
                    <a:pt x="77" y="269"/>
                  </a:cubicBezTo>
                  <a:close/>
                  <a:moveTo>
                    <a:pt x="670" y="262"/>
                  </a:moveTo>
                  <a:cubicBezTo>
                    <a:pt x="669" y="260"/>
                    <a:pt x="668" y="258"/>
                    <a:pt x="667" y="256"/>
                  </a:cubicBezTo>
                  <a:cubicBezTo>
                    <a:pt x="722" y="234"/>
                    <a:pt x="722" y="234"/>
                    <a:pt x="722" y="234"/>
                  </a:cubicBezTo>
                  <a:cubicBezTo>
                    <a:pt x="723" y="236"/>
                    <a:pt x="724" y="239"/>
                    <a:pt x="725" y="242"/>
                  </a:cubicBezTo>
                  <a:lnTo>
                    <a:pt x="670" y="262"/>
                  </a:lnTo>
                  <a:close/>
                  <a:moveTo>
                    <a:pt x="82" y="256"/>
                  </a:moveTo>
                  <a:cubicBezTo>
                    <a:pt x="27" y="234"/>
                    <a:pt x="27" y="234"/>
                    <a:pt x="27" y="234"/>
                  </a:cubicBezTo>
                  <a:cubicBezTo>
                    <a:pt x="28" y="232"/>
                    <a:pt x="29" y="229"/>
                    <a:pt x="31" y="226"/>
                  </a:cubicBezTo>
                  <a:cubicBezTo>
                    <a:pt x="84" y="249"/>
                    <a:pt x="84" y="249"/>
                    <a:pt x="84" y="249"/>
                  </a:cubicBezTo>
                  <a:cubicBezTo>
                    <a:pt x="83" y="252"/>
                    <a:pt x="82" y="254"/>
                    <a:pt x="82" y="256"/>
                  </a:cubicBezTo>
                  <a:close/>
                  <a:moveTo>
                    <a:pt x="665" y="250"/>
                  </a:moveTo>
                  <a:cubicBezTo>
                    <a:pt x="664" y="248"/>
                    <a:pt x="663" y="246"/>
                    <a:pt x="662" y="243"/>
                  </a:cubicBezTo>
                  <a:cubicBezTo>
                    <a:pt x="715" y="219"/>
                    <a:pt x="715" y="219"/>
                    <a:pt x="715" y="219"/>
                  </a:cubicBezTo>
                  <a:cubicBezTo>
                    <a:pt x="716" y="222"/>
                    <a:pt x="718" y="224"/>
                    <a:pt x="719" y="227"/>
                  </a:cubicBezTo>
                  <a:lnTo>
                    <a:pt x="665" y="250"/>
                  </a:lnTo>
                  <a:close/>
                  <a:moveTo>
                    <a:pt x="87" y="244"/>
                  </a:moveTo>
                  <a:cubicBezTo>
                    <a:pt x="34" y="220"/>
                    <a:pt x="34" y="220"/>
                    <a:pt x="34" y="220"/>
                  </a:cubicBezTo>
                  <a:cubicBezTo>
                    <a:pt x="35" y="217"/>
                    <a:pt x="36" y="214"/>
                    <a:pt x="37" y="212"/>
                  </a:cubicBezTo>
                  <a:cubicBezTo>
                    <a:pt x="90" y="237"/>
                    <a:pt x="90" y="237"/>
                    <a:pt x="90" y="237"/>
                  </a:cubicBezTo>
                  <a:cubicBezTo>
                    <a:pt x="89" y="239"/>
                    <a:pt x="88" y="242"/>
                    <a:pt x="87" y="244"/>
                  </a:cubicBezTo>
                  <a:close/>
                  <a:moveTo>
                    <a:pt x="659" y="238"/>
                  </a:moveTo>
                  <a:cubicBezTo>
                    <a:pt x="658" y="236"/>
                    <a:pt x="657" y="234"/>
                    <a:pt x="656" y="231"/>
                  </a:cubicBezTo>
                  <a:cubicBezTo>
                    <a:pt x="708" y="205"/>
                    <a:pt x="708" y="205"/>
                    <a:pt x="708" y="205"/>
                  </a:cubicBezTo>
                  <a:cubicBezTo>
                    <a:pt x="710" y="208"/>
                    <a:pt x="711" y="210"/>
                    <a:pt x="712" y="213"/>
                  </a:cubicBezTo>
                  <a:lnTo>
                    <a:pt x="659" y="238"/>
                  </a:lnTo>
                  <a:close/>
                  <a:moveTo>
                    <a:pt x="93" y="232"/>
                  </a:moveTo>
                  <a:cubicBezTo>
                    <a:pt x="40" y="205"/>
                    <a:pt x="40" y="205"/>
                    <a:pt x="40" y="205"/>
                  </a:cubicBezTo>
                  <a:cubicBezTo>
                    <a:pt x="42" y="203"/>
                    <a:pt x="43" y="200"/>
                    <a:pt x="44" y="198"/>
                  </a:cubicBezTo>
                  <a:cubicBezTo>
                    <a:pt x="96" y="225"/>
                    <a:pt x="96" y="225"/>
                    <a:pt x="96" y="225"/>
                  </a:cubicBezTo>
                  <a:cubicBezTo>
                    <a:pt x="95" y="227"/>
                    <a:pt x="94" y="229"/>
                    <a:pt x="93" y="232"/>
                  </a:cubicBezTo>
                  <a:close/>
                  <a:moveTo>
                    <a:pt x="653" y="226"/>
                  </a:moveTo>
                  <a:cubicBezTo>
                    <a:pt x="652" y="224"/>
                    <a:pt x="651" y="222"/>
                    <a:pt x="650" y="220"/>
                  </a:cubicBezTo>
                  <a:cubicBezTo>
                    <a:pt x="701" y="191"/>
                    <a:pt x="701" y="191"/>
                    <a:pt x="701" y="191"/>
                  </a:cubicBezTo>
                  <a:cubicBezTo>
                    <a:pt x="702" y="193"/>
                    <a:pt x="704" y="196"/>
                    <a:pt x="705" y="199"/>
                  </a:cubicBezTo>
                  <a:lnTo>
                    <a:pt x="653" y="226"/>
                  </a:lnTo>
                  <a:close/>
                  <a:moveTo>
                    <a:pt x="99" y="220"/>
                  </a:moveTo>
                  <a:cubicBezTo>
                    <a:pt x="48" y="191"/>
                    <a:pt x="48" y="191"/>
                    <a:pt x="48" y="191"/>
                  </a:cubicBezTo>
                  <a:cubicBezTo>
                    <a:pt x="49" y="189"/>
                    <a:pt x="51" y="186"/>
                    <a:pt x="52" y="184"/>
                  </a:cubicBezTo>
                  <a:cubicBezTo>
                    <a:pt x="103" y="213"/>
                    <a:pt x="103" y="213"/>
                    <a:pt x="103" y="213"/>
                  </a:cubicBezTo>
                  <a:cubicBezTo>
                    <a:pt x="101" y="216"/>
                    <a:pt x="100" y="218"/>
                    <a:pt x="99" y="220"/>
                  </a:cubicBezTo>
                  <a:close/>
                  <a:moveTo>
                    <a:pt x="647" y="214"/>
                  </a:moveTo>
                  <a:cubicBezTo>
                    <a:pt x="646" y="212"/>
                    <a:pt x="644" y="210"/>
                    <a:pt x="643" y="208"/>
                  </a:cubicBezTo>
                  <a:cubicBezTo>
                    <a:pt x="693" y="177"/>
                    <a:pt x="693" y="177"/>
                    <a:pt x="693" y="177"/>
                  </a:cubicBezTo>
                  <a:cubicBezTo>
                    <a:pt x="694" y="180"/>
                    <a:pt x="696" y="182"/>
                    <a:pt x="697" y="185"/>
                  </a:cubicBezTo>
                  <a:lnTo>
                    <a:pt x="647" y="214"/>
                  </a:lnTo>
                  <a:close/>
                  <a:moveTo>
                    <a:pt x="106" y="208"/>
                  </a:moveTo>
                  <a:cubicBezTo>
                    <a:pt x="56" y="178"/>
                    <a:pt x="56" y="178"/>
                    <a:pt x="56" y="178"/>
                  </a:cubicBezTo>
                  <a:cubicBezTo>
                    <a:pt x="57" y="175"/>
                    <a:pt x="59" y="173"/>
                    <a:pt x="61" y="170"/>
                  </a:cubicBezTo>
                  <a:cubicBezTo>
                    <a:pt x="110" y="202"/>
                    <a:pt x="110" y="202"/>
                    <a:pt x="110" y="202"/>
                  </a:cubicBezTo>
                  <a:cubicBezTo>
                    <a:pt x="108" y="204"/>
                    <a:pt x="107" y="206"/>
                    <a:pt x="106" y="208"/>
                  </a:cubicBezTo>
                  <a:close/>
                  <a:moveTo>
                    <a:pt x="640" y="203"/>
                  </a:moveTo>
                  <a:cubicBezTo>
                    <a:pt x="639" y="201"/>
                    <a:pt x="637" y="199"/>
                    <a:pt x="636" y="197"/>
                  </a:cubicBezTo>
                  <a:cubicBezTo>
                    <a:pt x="684" y="164"/>
                    <a:pt x="684" y="164"/>
                    <a:pt x="684" y="164"/>
                  </a:cubicBezTo>
                  <a:cubicBezTo>
                    <a:pt x="686" y="166"/>
                    <a:pt x="688" y="169"/>
                    <a:pt x="689" y="171"/>
                  </a:cubicBezTo>
                  <a:lnTo>
                    <a:pt x="640" y="203"/>
                  </a:lnTo>
                  <a:close/>
                  <a:moveTo>
                    <a:pt x="113" y="197"/>
                  </a:moveTo>
                  <a:cubicBezTo>
                    <a:pt x="65" y="164"/>
                    <a:pt x="65" y="164"/>
                    <a:pt x="65" y="164"/>
                  </a:cubicBezTo>
                  <a:cubicBezTo>
                    <a:pt x="66" y="162"/>
                    <a:pt x="68" y="159"/>
                    <a:pt x="70" y="157"/>
                  </a:cubicBezTo>
                  <a:cubicBezTo>
                    <a:pt x="117" y="191"/>
                    <a:pt x="117" y="191"/>
                    <a:pt x="117" y="191"/>
                  </a:cubicBezTo>
                  <a:cubicBezTo>
                    <a:pt x="116" y="193"/>
                    <a:pt x="114" y="195"/>
                    <a:pt x="113" y="197"/>
                  </a:cubicBezTo>
                  <a:close/>
                  <a:moveTo>
                    <a:pt x="632" y="192"/>
                  </a:moveTo>
                  <a:cubicBezTo>
                    <a:pt x="631" y="190"/>
                    <a:pt x="630" y="188"/>
                    <a:pt x="628" y="186"/>
                  </a:cubicBezTo>
                  <a:cubicBezTo>
                    <a:pt x="675" y="151"/>
                    <a:pt x="675" y="151"/>
                    <a:pt x="675" y="151"/>
                  </a:cubicBezTo>
                  <a:cubicBezTo>
                    <a:pt x="677" y="153"/>
                    <a:pt x="679" y="156"/>
                    <a:pt x="680" y="158"/>
                  </a:cubicBezTo>
                  <a:lnTo>
                    <a:pt x="632" y="192"/>
                  </a:lnTo>
                  <a:close/>
                  <a:moveTo>
                    <a:pt x="121" y="186"/>
                  </a:moveTo>
                  <a:cubicBezTo>
                    <a:pt x="74" y="151"/>
                    <a:pt x="74" y="151"/>
                    <a:pt x="74" y="151"/>
                  </a:cubicBezTo>
                  <a:cubicBezTo>
                    <a:pt x="75" y="149"/>
                    <a:pt x="77" y="147"/>
                    <a:pt x="79" y="144"/>
                  </a:cubicBezTo>
                  <a:cubicBezTo>
                    <a:pt x="125" y="180"/>
                    <a:pt x="125" y="180"/>
                    <a:pt x="125" y="180"/>
                  </a:cubicBezTo>
                  <a:cubicBezTo>
                    <a:pt x="124" y="182"/>
                    <a:pt x="122" y="184"/>
                    <a:pt x="121" y="186"/>
                  </a:cubicBezTo>
                  <a:close/>
                  <a:moveTo>
                    <a:pt x="624" y="181"/>
                  </a:moveTo>
                  <a:cubicBezTo>
                    <a:pt x="623" y="179"/>
                    <a:pt x="622" y="177"/>
                    <a:pt x="620" y="175"/>
                  </a:cubicBezTo>
                  <a:cubicBezTo>
                    <a:pt x="665" y="139"/>
                    <a:pt x="665" y="139"/>
                    <a:pt x="665" y="139"/>
                  </a:cubicBezTo>
                  <a:cubicBezTo>
                    <a:pt x="667" y="141"/>
                    <a:pt x="669" y="143"/>
                    <a:pt x="671" y="145"/>
                  </a:cubicBezTo>
                  <a:lnTo>
                    <a:pt x="624" y="181"/>
                  </a:lnTo>
                  <a:close/>
                  <a:moveTo>
                    <a:pt x="129" y="175"/>
                  </a:moveTo>
                  <a:cubicBezTo>
                    <a:pt x="83" y="139"/>
                    <a:pt x="83" y="139"/>
                    <a:pt x="83" y="139"/>
                  </a:cubicBezTo>
                  <a:cubicBezTo>
                    <a:pt x="85" y="136"/>
                    <a:pt x="87" y="134"/>
                    <a:pt x="89" y="132"/>
                  </a:cubicBezTo>
                  <a:cubicBezTo>
                    <a:pt x="134" y="170"/>
                    <a:pt x="134" y="170"/>
                    <a:pt x="134" y="170"/>
                  </a:cubicBezTo>
                  <a:cubicBezTo>
                    <a:pt x="132" y="172"/>
                    <a:pt x="130" y="174"/>
                    <a:pt x="129" y="175"/>
                  </a:cubicBezTo>
                  <a:close/>
                  <a:moveTo>
                    <a:pt x="616" y="171"/>
                  </a:moveTo>
                  <a:cubicBezTo>
                    <a:pt x="615" y="169"/>
                    <a:pt x="613" y="167"/>
                    <a:pt x="611" y="165"/>
                  </a:cubicBezTo>
                  <a:cubicBezTo>
                    <a:pt x="655" y="126"/>
                    <a:pt x="655" y="126"/>
                    <a:pt x="655" y="126"/>
                  </a:cubicBezTo>
                  <a:cubicBezTo>
                    <a:pt x="657" y="129"/>
                    <a:pt x="659" y="131"/>
                    <a:pt x="661" y="133"/>
                  </a:cubicBezTo>
                  <a:lnTo>
                    <a:pt x="616" y="171"/>
                  </a:lnTo>
                  <a:close/>
                  <a:moveTo>
                    <a:pt x="138" y="165"/>
                  </a:moveTo>
                  <a:cubicBezTo>
                    <a:pt x="94" y="127"/>
                    <a:pt x="94" y="127"/>
                    <a:pt x="94" y="127"/>
                  </a:cubicBezTo>
                  <a:cubicBezTo>
                    <a:pt x="96" y="124"/>
                    <a:pt x="98" y="122"/>
                    <a:pt x="100" y="120"/>
                  </a:cubicBezTo>
                  <a:cubicBezTo>
                    <a:pt x="142" y="160"/>
                    <a:pt x="142" y="160"/>
                    <a:pt x="142" y="160"/>
                  </a:cubicBezTo>
                  <a:cubicBezTo>
                    <a:pt x="141" y="162"/>
                    <a:pt x="139" y="163"/>
                    <a:pt x="138" y="165"/>
                  </a:cubicBezTo>
                  <a:close/>
                  <a:moveTo>
                    <a:pt x="607" y="161"/>
                  </a:moveTo>
                  <a:cubicBezTo>
                    <a:pt x="606" y="159"/>
                    <a:pt x="604" y="157"/>
                    <a:pt x="602" y="155"/>
                  </a:cubicBezTo>
                  <a:cubicBezTo>
                    <a:pt x="644" y="115"/>
                    <a:pt x="644" y="115"/>
                    <a:pt x="644" y="115"/>
                  </a:cubicBezTo>
                  <a:cubicBezTo>
                    <a:pt x="646" y="117"/>
                    <a:pt x="648" y="119"/>
                    <a:pt x="650" y="121"/>
                  </a:cubicBezTo>
                  <a:lnTo>
                    <a:pt x="607" y="161"/>
                  </a:lnTo>
                  <a:close/>
                  <a:moveTo>
                    <a:pt x="147" y="155"/>
                  </a:moveTo>
                  <a:cubicBezTo>
                    <a:pt x="104" y="115"/>
                    <a:pt x="104" y="115"/>
                    <a:pt x="104" y="115"/>
                  </a:cubicBezTo>
                  <a:cubicBezTo>
                    <a:pt x="106" y="113"/>
                    <a:pt x="108" y="111"/>
                    <a:pt x="111" y="109"/>
                  </a:cubicBezTo>
                  <a:cubicBezTo>
                    <a:pt x="152" y="150"/>
                    <a:pt x="152" y="150"/>
                    <a:pt x="152" y="150"/>
                  </a:cubicBezTo>
                  <a:cubicBezTo>
                    <a:pt x="150" y="152"/>
                    <a:pt x="148" y="154"/>
                    <a:pt x="147" y="155"/>
                  </a:cubicBezTo>
                  <a:close/>
                  <a:moveTo>
                    <a:pt x="598" y="151"/>
                  </a:moveTo>
                  <a:cubicBezTo>
                    <a:pt x="596" y="149"/>
                    <a:pt x="595" y="147"/>
                    <a:pt x="593" y="146"/>
                  </a:cubicBezTo>
                  <a:cubicBezTo>
                    <a:pt x="633" y="104"/>
                    <a:pt x="633" y="104"/>
                    <a:pt x="633" y="104"/>
                  </a:cubicBezTo>
                  <a:cubicBezTo>
                    <a:pt x="635" y="106"/>
                    <a:pt x="637" y="108"/>
                    <a:pt x="639" y="110"/>
                  </a:cubicBezTo>
                  <a:lnTo>
                    <a:pt x="598" y="151"/>
                  </a:lnTo>
                  <a:close/>
                  <a:moveTo>
                    <a:pt x="156" y="146"/>
                  </a:moveTo>
                  <a:cubicBezTo>
                    <a:pt x="116" y="104"/>
                    <a:pt x="116" y="104"/>
                    <a:pt x="116" y="104"/>
                  </a:cubicBezTo>
                  <a:cubicBezTo>
                    <a:pt x="118" y="102"/>
                    <a:pt x="120" y="100"/>
                    <a:pt x="122" y="98"/>
                  </a:cubicBezTo>
                  <a:cubicBezTo>
                    <a:pt x="161" y="141"/>
                    <a:pt x="161" y="141"/>
                    <a:pt x="161" y="141"/>
                  </a:cubicBezTo>
                  <a:cubicBezTo>
                    <a:pt x="160" y="142"/>
                    <a:pt x="158" y="144"/>
                    <a:pt x="156" y="146"/>
                  </a:cubicBezTo>
                  <a:close/>
                  <a:moveTo>
                    <a:pt x="588" y="142"/>
                  </a:moveTo>
                  <a:cubicBezTo>
                    <a:pt x="587" y="140"/>
                    <a:pt x="585" y="138"/>
                    <a:pt x="583" y="137"/>
                  </a:cubicBezTo>
                  <a:cubicBezTo>
                    <a:pt x="622" y="93"/>
                    <a:pt x="622" y="93"/>
                    <a:pt x="622" y="93"/>
                  </a:cubicBezTo>
                  <a:cubicBezTo>
                    <a:pt x="624" y="95"/>
                    <a:pt x="626" y="97"/>
                    <a:pt x="628" y="99"/>
                  </a:cubicBezTo>
                  <a:lnTo>
                    <a:pt x="588" y="142"/>
                  </a:lnTo>
                  <a:close/>
                  <a:moveTo>
                    <a:pt x="166" y="137"/>
                  </a:moveTo>
                  <a:cubicBezTo>
                    <a:pt x="127" y="93"/>
                    <a:pt x="127" y="93"/>
                    <a:pt x="127" y="93"/>
                  </a:cubicBezTo>
                  <a:cubicBezTo>
                    <a:pt x="130" y="91"/>
                    <a:pt x="132" y="89"/>
                    <a:pt x="134" y="87"/>
                  </a:cubicBezTo>
                  <a:cubicBezTo>
                    <a:pt x="172" y="132"/>
                    <a:pt x="172" y="132"/>
                    <a:pt x="172" y="132"/>
                  </a:cubicBezTo>
                  <a:cubicBezTo>
                    <a:pt x="170" y="134"/>
                    <a:pt x="168" y="135"/>
                    <a:pt x="166" y="137"/>
                  </a:cubicBezTo>
                  <a:close/>
                  <a:moveTo>
                    <a:pt x="578" y="133"/>
                  </a:moveTo>
                  <a:cubicBezTo>
                    <a:pt x="576" y="131"/>
                    <a:pt x="575" y="130"/>
                    <a:pt x="573" y="128"/>
                  </a:cubicBezTo>
                  <a:cubicBezTo>
                    <a:pt x="609" y="83"/>
                    <a:pt x="609" y="83"/>
                    <a:pt x="609" y="83"/>
                  </a:cubicBezTo>
                  <a:cubicBezTo>
                    <a:pt x="612" y="84"/>
                    <a:pt x="614" y="86"/>
                    <a:pt x="616" y="88"/>
                  </a:cubicBezTo>
                  <a:lnTo>
                    <a:pt x="578" y="133"/>
                  </a:lnTo>
                  <a:close/>
                  <a:moveTo>
                    <a:pt x="176" y="128"/>
                  </a:moveTo>
                  <a:cubicBezTo>
                    <a:pt x="139" y="83"/>
                    <a:pt x="139" y="83"/>
                    <a:pt x="139" y="83"/>
                  </a:cubicBezTo>
                  <a:cubicBezTo>
                    <a:pt x="142" y="81"/>
                    <a:pt x="144" y="79"/>
                    <a:pt x="146" y="77"/>
                  </a:cubicBezTo>
                  <a:cubicBezTo>
                    <a:pt x="182" y="124"/>
                    <a:pt x="182" y="124"/>
                    <a:pt x="182" y="124"/>
                  </a:cubicBezTo>
                  <a:cubicBezTo>
                    <a:pt x="180" y="125"/>
                    <a:pt x="178" y="127"/>
                    <a:pt x="176" y="128"/>
                  </a:cubicBezTo>
                  <a:close/>
                  <a:moveTo>
                    <a:pt x="568" y="124"/>
                  </a:moveTo>
                  <a:cubicBezTo>
                    <a:pt x="566" y="123"/>
                    <a:pt x="564" y="121"/>
                    <a:pt x="562" y="120"/>
                  </a:cubicBezTo>
                  <a:cubicBezTo>
                    <a:pt x="597" y="73"/>
                    <a:pt x="597" y="73"/>
                    <a:pt x="597" y="73"/>
                  </a:cubicBezTo>
                  <a:cubicBezTo>
                    <a:pt x="599" y="75"/>
                    <a:pt x="601" y="76"/>
                    <a:pt x="604" y="78"/>
                  </a:cubicBezTo>
                  <a:lnTo>
                    <a:pt x="568" y="124"/>
                  </a:lnTo>
                  <a:close/>
                  <a:moveTo>
                    <a:pt x="187" y="120"/>
                  </a:moveTo>
                  <a:cubicBezTo>
                    <a:pt x="152" y="73"/>
                    <a:pt x="152" y="73"/>
                    <a:pt x="152" y="73"/>
                  </a:cubicBezTo>
                  <a:cubicBezTo>
                    <a:pt x="154" y="71"/>
                    <a:pt x="157" y="70"/>
                    <a:pt x="159" y="68"/>
                  </a:cubicBezTo>
                  <a:cubicBezTo>
                    <a:pt x="193" y="116"/>
                    <a:pt x="193" y="116"/>
                    <a:pt x="193" y="116"/>
                  </a:cubicBezTo>
                  <a:cubicBezTo>
                    <a:pt x="191" y="117"/>
                    <a:pt x="189" y="118"/>
                    <a:pt x="187" y="120"/>
                  </a:cubicBezTo>
                  <a:close/>
                  <a:moveTo>
                    <a:pt x="557" y="116"/>
                  </a:moveTo>
                  <a:cubicBezTo>
                    <a:pt x="555" y="115"/>
                    <a:pt x="553" y="113"/>
                    <a:pt x="551" y="112"/>
                  </a:cubicBezTo>
                  <a:cubicBezTo>
                    <a:pt x="584" y="64"/>
                    <a:pt x="584" y="64"/>
                    <a:pt x="584" y="64"/>
                  </a:cubicBezTo>
                  <a:cubicBezTo>
                    <a:pt x="586" y="65"/>
                    <a:pt x="589" y="67"/>
                    <a:pt x="591" y="69"/>
                  </a:cubicBezTo>
                  <a:lnTo>
                    <a:pt x="557" y="116"/>
                  </a:lnTo>
                  <a:close/>
                  <a:moveTo>
                    <a:pt x="198" y="112"/>
                  </a:moveTo>
                  <a:cubicBezTo>
                    <a:pt x="165" y="64"/>
                    <a:pt x="165" y="64"/>
                    <a:pt x="165" y="64"/>
                  </a:cubicBezTo>
                  <a:cubicBezTo>
                    <a:pt x="167" y="62"/>
                    <a:pt x="170" y="61"/>
                    <a:pt x="172" y="59"/>
                  </a:cubicBezTo>
                  <a:cubicBezTo>
                    <a:pt x="204" y="108"/>
                    <a:pt x="204" y="108"/>
                    <a:pt x="204" y="108"/>
                  </a:cubicBezTo>
                  <a:cubicBezTo>
                    <a:pt x="202" y="109"/>
                    <a:pt x="200" y="111"/>
                    <a:pt x="198" y="112"/>
                  </a:cubicBezTo>
                  <a:close/>
                  <a:moveTo>
                    <a:pt x="546" y="109"/>
                  </a:moveTo>
                  <a:cubicBezTo>
                    <a:pt x="544" y="107"/>
                    <a:pt x="542" y="106"/>
                    <a:pt x="540" y="105"/>
                  </a:cubicBezTo>
                  <a:cubicBezTo>
                    <a:pt x="571" y="55"/>
                    <a:pt x="571" y="55"/>
                    <a:pt x="571" y="55"/>
                  </a:cubicBezTo>
                  <a:cubicBezTo>
                    <a:pt x="573" y="57"/>
                    <a:pt x="575" y="58"/>
                    <a:pt x="578" y="60"/>
                  </a:cubicBezTo>
                  <a:lnTo>
                    <a:pt x="546" y="109"/>
                  </a:lnTo>
                  <a:close/>
                  <a:moveTo>
                    <a:pt x="209" y="105"/>
                  </a:moveTo>
                  <a:cubicBezTo>
                    <a:pt x="178" y="55"/>
                    <a:pt x="178" y="55"/>
                    <a:pt x="178" y="55"/>
                  </a:cubicBezTo>
                  <a:cubicBezTo>
                    <a:pt x="181" y="54"/>
                    <a:pt x="183" y="52"/>
                    <a:pt x="186" y="51"/>
                  </a:cubicBezTo>
                  <a:cubicBezTo>
                    <a:pt x="215" y="101"/>
                    <a:pt x="215" y="101"/>
                    <a:pt x="215" y="101"/>
                  </a:cubicBezTo>
                  <a:cubicBezTo>
                    <a:pt x="213" y="102"/>
                    <a:pt x="211" y="104"/>
                    <a:pt x="209" y="105"/>
                  </a:cubicBezTo>
                  <a:close/>
                  <a:moveTo>
                    <a:pt x="535" y="102"/>
                  </a:moveTo>
                  <a:cubicBezTo>
                    <a:pt x="533" y="100"/>
                    <a:pt x="530" y="99"/>
                    <a:pt x="528" y="98"/>
                  </a:cubicBezTo>
                  <a:cubicBezTo>
                    <a:pt x="557" y="47"/>
                    <a:pt x="557" y="47"/>
                    <a:pt x="557" y="47"/>
                  </a:cubicBezTo>
                  <a:cubicBezTo>
                    <a:pt x="559" y="48"/>
                    <a:pt x="562" y="50"/>
                    <a:pt x="564" y="51"/>
                  </a:cubicBezTo>
                  <a:lnTo>
                    <a:pt x="535" y="102"/>
                  </a:lnTo>
                  <a:close/>
                  <a:moveTo>
                    <a:pt x="220" y="98"/>
                  </a:moveTo>
                  <a:cubicBezTo>
                    <a:pt x="192" y="47"/>
                    <a:pt x="192" y="47"/>
                    <a:pt x="192" y="47"/>
                  </a:cubicBezTo>
                  <a:cubicBezTo>
                    <a:pt x="194" y="46"/>
                    <a:pt x="197" y="44"/>
                    <a:pt x="199" y="43"/>
                  </a:cubicBezTo>
                  <a:cubicBezTo>
                    <a:pt x="227" y="95"/>
                    <a:pt x="227" y="95"/>
                    <a:pt x="227" y="95"/>
                  </a:cubicBezTo>
                  <a:cubicBezTo>
                    <a:pt x="225" y="96"/>
                    <a:pt x="223" y="97"/>
                    <a:pt x="220" y="98"/>
                  </a:cubicBezTo>
                  <a:close/>
                  <a:moveTo>
                    <a:pt x="523" y="95"/>
                  </a:moveTo>
                  <a:cubicBezTo>
                    <a:pt x="521" y="94"/>
                    <a:pt x="519" y="93"/>
                    <a:pt x="516" y="92"/>
                  </a:cubicBezTo>
                  <a:cubicBezTo>
                    <a:pt x="543" y="40"/>
                    <a:pt x="543" y="40"/>
                    <a:pt x="543" y="40"/>
                  </a:cubicBezTo>
                  <a:cubicBezTo>
                    <a:pt x="545" y="41"/>
                    <a:pt x="548" y="42"/>
                    <a:pt x="550" y="44"/>
                  </a:cubicBezTo>
                  <a:lnTo>
                    <a:pt x="523" y="95"/>
                  </a:lnTo>
                  <a:close/>
                  <a:moveTo>
                    <a:pt x="232" y="92"/>
                  </a:moveTo>
                  <a:cubicBezTo>
                    <a:pt x="206" y="40"/>
                    <a:pt x="206" y="40"/>
                    <a:pt x="206" y="40"/>
                  </a:cubicBezTo>
                  <a:cubicBezTo>
                    <a:pt x="208" y="38"/>
                    <a:pt x="211" y="37"/>
                    <a:pt x="214" y="36"/>
                  </a:cubicBezTo>
                  <a:cubicBezTo>
                    <a:pt x="239" y="89"/>
                    <a:pt x="239" y="89"/>
                    <a:pt x="239" y="89"/>
                  </a:cubicBezTo>
                  <a:cubicBezTo>
                    <a:pt x="237" y="90"/>
                    <a:pt x="234" y="91"/>
                    <a:pt x="232" y="92"/>
                  </a:cubicBezTo>
                  <a:close/>
                  <a:moveTo>
                    <a:pt x="511" y="89"/>
                  </a:moveTo>
                  <a:cubicBezTo>
                    <a:pt x="509" y="88"/>
                    <a:pt x="507" y="87"/>
                    <a:pt x="504" y="86"/>
                  </a:cubicBezTo>
                  <a:cubicBezTo>
                    <a:pt x="528" y="33"/>
                    <a:pt x="528" y="33"/>
                    <a:pt x="528" y="33"/>
                  </a:cubicBezTo>
                  <a:cubicBezTo>
                    <a:pt x="531" y="34"/>
                    <a:pt x="534" y="35"/>
                    <a:pt x="536" y="36"/>
                  </a:cubicBezTo>
                  <a:lnTo>
                    <a:pt x="511" y="89"/>
                  </a:lnTo>
                  <a:close/>
                  <a:moveTo>
                    <a:pt x="244" y="86"/>
                  </a:moveTo>
                  <a:cubicBezTo>
                    <a:pt x="220" y="33"/>
                    <a:pt x="220" y="33"/>
                    <a:pt x="220" y="33"/>
                  </a:cubicBezTo>
                  <a:cubicBezTo>
                    <a:pt x="223" y="32"/>
                    <a:pt x="225" y="31"/>
                    <a:pt x="228" y="29"/>
                  </a:cubicBezTo>
                  <a:cubicBezTo>
                    <a:pt x="251" y="83"/>
                    <a:pt x="251" y="83"/>
                    <a:pt x="251" y="83"/>
                  </a:cubicBezTo>
                  <a:cubicBezTo>
                    <a:pt x="249" y="84"/>
                    <a:pt x="247" y="85"/>
                    <a:pt x="244" y="86"/>
                  </a:cubicBezTo>
                  <a:close/>
                  <a:moveTo>
                    <a:pt x="499" y="83"/>
                  </a:moveTo>
                  <a:cubicBezTo>
                    <a:pt x="496" y="83"/>
                    <a:pt x="494" y="82"/>
                    <a:pt x="492" y="81"/>
                  </a:cubicBezTo>
                  <a:cubicBezTo>
                    <a:pt x="514" y="26"/>
                    <a:pt x="514" y="26"/>
                    <a:pt x="514" y="26"/>
                  </a:cubicBezTo>
                  <a:cubicBezTo>
                    <a:pt x="516" y="27"/>
                    <a:pt x="519" y="29"/>
                    <a:pt x="522" y="30"/>
                  </a:cubicBezTo>
                  <a:lnTo>
                    <a:pt x="499" y="83"/>
                  </a:lnTo>
                  <a:close/>
                  <a:moveTo>
                    <a:pt x="257" y="81"/>
                  </a:moveTo>
                  <a:cubicBezTo>
                    <a:pt x="235" y="27"/>
                    <a:pt x="235" y="27"/>
                    <a:pt x="235" y="27"/>
                  </a:cubicBezTo>
                  <a:cubicBezTo>
                    <a:pt x="237" y="26"/>
                    <a:pt x="240" y="24"/>
                    <a:pt x="243" y="23"/>
                  </a:cubicBezTo>
                  <a:cubicBezTo>
                    <a:pt x="263" y="78"/>
                    <a:pt x="263" y="78"/>
                    <a:pt x="263" y="78"/>
                  </a:cubicBezTo>
                  <a:cubicBezTo>
                    <a:pt x="261" y="79"/>
                    <a:pt x="259" y="80"/>
                    <a:pt x="257" y="81"/>
                  </a:cubicBezTo>
                  <a:close/>
                  <a:moveTo>
                    <a:pt x="486" y="78"/>
                  </a:moveTo>
                  <a:cubicBezTo>
                    <a:pt x="484" y="78"/>
                    <a:pt x="482" y="77"/>
                    <a:pt x="479" y="76"/>
                  </a:cubicBezTo>
                  <a:cubicBezTo>
                    <a:pt x="499" y="21"/>
                    <a:pt x="499" y="21"/>
                    <a:pt x="499" y="21"/>
                  </a:cubicBezTo>
                  <a:cubicBezTo>
                    <a:pt x="502" y="22"/>
                    <a:pt x="504" y="23"/>
                    <a:pt x="507" y="24"/>
                  </a:cubicBezTo>
                  <a:lnTo>
                    <a:pt x="486" y="78"/>
                  </a:lnTo>
                  <a:close/>
                  <a:moveTo>
                    <a:pt x="269" y="76"/>
                  </a:moveTo>
                  <a:cubicBezTo>
                    <a:pt x="250" y="21"/>
                    <a:pt x="250" y="21"/>
                    <a:pt x="250" y="21"/>
                  </a:cubicBezTo>
                  <a:cubicBezTo>
                    <a:pt x="252" y="20"/>
                    <a:pt x="255" y="19"/>
                    <a:pt x="258" y="18"/>
                  </a:cubicBezTo>
                  <a:cubicBezTo>
                    <a:pt x="276" y="74"/>
                    <a:pt x="276" y="74"/>
                    <a:pt x="276" y="74"/>
                  </a:cubicBezTo>
                  <a:cubicBezTo>
                    <a:pt x="274" y="75"/>
                    <a:pt x="271" y="75"/>
                    <a:pt x="269" y="76"/>
                  </a:cubicBezTo>
                  <a:close/>
                  <a:moveTo>
                    <a:pt x="474" y="74"/>
                  </a:moveTo>
                  <a:cubicBezTo>
                    <a:pt x="471" y="73"/>
                    <a:pt x="469" y="72"/>
                    <a:pt x="467" y="72"/>
                  </a:cubicBezTo>
                  <a:cubicBezTo>
                    <a:pt x="484" y="16"/>
                    <a:pt x="484" y="16"/>
                    <a:pt x="484" y="16"/>
                  </a:cubicBezTo>
                  <a:cubicBezTo>
                    <a:pt x="486" y="17"/>
                    <a:pt x="489" y="18"/>
                    <a:pt x="492" y="18"/>
                  </a:cubicBezTo>
                  <a:lnTo>
                    <a:pt x="474" y="74"/>
                  </a:lnTo>
                  <a:close/>
                  <a:moveTo>
                    <a:pt x="282" y="72"/>
                  </a:moveTo>
                  <a:cubicBezTo>
                    <a:pt x="265" y="16"/>
                    <a:pt x="265" y="16"/>
                    <a:pt x="265" y="16"/>
                  </a:cubicBezTo>
                  <a:cubicBezTo>
                    <a:pt x="267" y="15"/>
                    <a:pt x="270" y="14"/>
                    <a:pt x="273" y="14"/>
                  </a:cubicBezTo>
                  <a:cubicBezTo>
                    <a:pt x="289" y="70"/>
                    <a:pt x="289" y="70"/>
                    <a:pt x="289" y="70"/>
                  </a:cubicBezTo>
                  <a:cubicBezTo>
                    <a:pt x="286" y="71"/>
                    <a:pt x="284" y="71"/>
                    <a:pt x="282" y="72"/>
                  </a:cubicBezTo>
                  <a:close/>
                  <a:moveTo>
                    <a:pt x="461" y="70"/>
                  </a:moveTo>
                  <a:cubicBezTo>
                    <a:pt x="458" y="69"/>
                    <a:pt x="456" y="69"/>
                    <a:pt x="454" y="68"/>
                  </a:cubicBezTo>
                  <a:cubicBezTo>
                    <a:pt x="468" y="12"/>
                    <a:pt x="468" y="12"/>
                    <a:pt x="468" y="12"/>
                  </a:cubicBezTo>
                  <a:cubicBezTo>
                    <a:pt x="471" y="12"/>
                    <a:pt x="474" y="13"/>
                    <a:pt x="477" y="14"/>
                  </a:cubicBezTo>
                  <a:lnTo>
                    <a:pt x="461" y="70"/>
                  </a:lnTo>
                  <a:close/>
                  <a:moveTo>
                    <a:pt x="295" y="68"/>
                  </a:moveTo>
                  <a:cubicBezTo>
                    <a:pt x="280" y="12"/>
                    <a:pt x="280" y="12"/>
                    <a:pt x="280" y="12"/>
                  </a:cubicBezTo>
                  <a:cubicBezTo>
                    <a:pt x="283" y="11"/>
                    <a:pt x="286" y="10"/>
                    <a:pt x="288" y="10"/>
                  </a:cubicBezTo>
                  <a:cubicBezTo>
                    <a:pt x="302" y="67"/>
                    <a:pt x="302" y="67"/>
                    <a:pt x="302" y="67"/>
                  </a:cubicBezTo>
                  <a:cubicBezTo>
                    <a:pt x="299" y="67"/>
                    <a:pt x="297" y="68"/>
                    <a:pt x="295" y="68"/>
                  </a:cubicBezTo>
                  <a:close/>
                  <a:moveTo>
                    <a:pt x="448" y="67"/>
                  </a:moveTo>
                  <a:cubicBezTo>
                    <a:pt x="445" y="66"/>
                    <a:pt x="443" y="66"/>
                    <a:pt x="441" y="65"/>
                  </a:cubicBezTo>
                  <a:cubicBezTo>
                    <a:pt x="453" y="8"/>
                    <a:pt x="453" y="8"/>
                    <a:pt x="453" y="8"/>
                  </a:cubicBezTo>
                  <a:cubicBezTo>
                    <a:pt x="456" y="8"/>
                    <a:pt x="459" y="9"/>
                    <a:pt x="461" y="10"/>
                  </a:cubicBezTo>
                  <a:lnTo>
                    <a:pt x="448" y="67"/>
                  </a:lnTo>
                  <a:close/>
                  <a:moveTo>
                    <a:pt x="308" y="65"/>
                  </a:moveTo>
                  <a:cubicBezTo>
                    <a:pt x="295" y="8"/>
                    <a:pt x="295" y="8"/>
                    <a:pt x="295" y="8"/>
                  </a:cubicBezTo>
                  <a:cubicBezTo>
                    <a:pt x="298" y="7"/>
                    <a:pt x="301" y="7"/>
                    <a:pt x="304" y="6"/>
                  </a:cubicBezTo>
                  <a:cubicBezTo>
                    <a:pt x="315" y="64"/>
                    <a:pt x="315" y="64"/>
                    <a:pt x="315" y="64"/>
                  </a:cubicBezTo>
                  <a:cubicBezTo>
                    <a:pt x="312" y="64"/>
                    <a:pt x="310" y="65"/>
                    <a:pt x="308" y="65"/>
                  </a:cubicBezTo>
                  <a:close/>
                  <a:moveTo>
                    <a:pt x="435" y="64"/>
                  </a:moveTo>
                  <a:cubicBezTo>
                    <a:pt x="432" y="63"/>
                    <a:pt x="430" y="63"/>
                    <a:pt x="428" y="63"/>
                  </a:cubicBezTo>
                  <a:cubicBezTo>
                    <a:pt x="437" y="5"/>
                    <a:pt x="437" y="5"/>
                    <a:pt x="437" y="5"/>
                  </a:cubicBezTo>
                  <a:cubicBezTo>
                    <a:pt x="440" y="5"/>
                    <a:pt x="443" y="6"/>
                    <a:pt x="446" y="6"/>
                  </a:cubicBezTo>
                  <a:lnTo>
                    <a:pt x="435" y="64"/>
                  </a:lnTo>
                  <a:close/>
                  <a:moveTo>
                    <a:pt x="321" y="63"/>
                  </a:moveTo>
                  <a:cubicBezTo>
                    <a:pt x="311" y="5"/>
                    <a:pt x="311" y="5"/>
                    <a:pt x="311" y="5"/>
                  </a:cubicBezTo>
                  <a:cubicBezTo>
                    <a:pt x="314" y="5"/>
                    <a:pt x="317" y="4"/>
                    <a:pt x="320" y="4"/>
                  </a:cubicBezTo>
                  <a:cubicBezTo>
                    <a:pt x="328" y="61"/>
                    <a:pt x="328" y="61"/>
                    <a:pt x="328" y="61"/>
                  </a:cubicBezTo>
                  <a:cubicBezTo>
                    <a:pt x="326" y="62"/>
                    <a:pt x="323" y="62"/>
                    <a:pt x="321" y="63"/>
                  </a:cubicBezTo>
                  <a:close/>
                  <a:moveTo>
                    <a:pt x="422" y="62"/>
                  </a:moveTo>
                  <a:cubicBezTo>
                    <a:pt x="419" y="61"/>
                    <a:pt x="417" y="61"/>
                    <a:pt x="414" y="61"/>
                  </a:cubicBezTo>
                  <a:cubicBezTo>
                    <a:pt x="422" y="3"/>
                    <a:pt x="422" y="3"/>
                    <a:pt x="422" y="3"/>
                  </a:cubicBezTo>
                  <a:cubicBezTo>
                    <a:pt x="424" y="3"/>
                    <a:pt x="427" y="3"/>
                    <a:pt x="430" y="4"/>
                  </a:cubicBezTo>
                  <a:lnTo>
                    <a:pt x="422" y="62"/>
                  </a:lnTo>
                  <a:close/>
                  <a:moveTo>
                    <a:pt x="334" y="61"/>
                  </a:moveTo>
                  <a:cubicBezTo>
                    <a:pt x="327" y="3"/>
                    <a:pt x="327" y="3"/>
                    <a:pt x="327" y="3"/>
                  </a:cubicBezTo>
                  <a:cubicBezTo>
                    <a:pt x="330" y="2"/>
                    <a:pt x="332" y="2"/>
                    <a:pt x="335" y="2"/>
                  </a:cubicBezTo>
                  <a:cubicBezTo>
                    <a:pt x="341" y="60"/>
                    <a:pt x="341" y="60"/>
                    <a:pt x="341" y="60"/>
                  </a:cubicBezTo>
                  <a:cubicBezTo>
                    <a:pt x="339" y="60"/>
                    <a:pt x="337" y="60"/>
                    <a:pt x="334" y="61"/>
                  </a:cubicBezTo>
                  <a:close/>
                  <a:moveTo>
                    <a:pt x="408" y="60"/>
                  </a:moveTo>
                  <a:cubicBezTo>
                    <a:pt x="406" y="60"/>
                    <a:pt x="403" y="59"/>
                    <a:pt x="401" y="59"/>
                  </a:cubicBezTo>
                  <a:cubicBezTo>
                    <a:pt x="406" y="1"/>
                    <a:pt x="406" y="1"/>
                    <a:pt x="406" y="1"/>
                  </a:cubicBezTo>
                  <a:cubicBezTo>
                    <a:pt x="409" y="1"/>
                    <a:pt x="412" y="1"/>
                    <a:pt x="414" y="2"/>
                  </a:cubicBezTo>
                  <a:lnTo>
                    <a:pt x="408" y="60"/>
                  </a:lnTo>
                  <a:close/>
                  <a:moveTo>
                    <a:pt x="347" y="59"/>
                  </a:moveTo>
                  <a:cubicBezTo>
                    <a:pt x="342" y="1"/>
                    <a:pt x="342" y="1"/>
                    <a:pt x="342" y="1"/>
                  </a:cubicBezTo>
                  <a:cubicBezTo>
                    <a:pt x="345" y="1"/>
                    <a:pt x="348" y="1"/>
                    <a:pt x="351" y="0"/>
                  </a:cubicBezTo>
                  <a:cubicBezTo>
                    <a:pt x="355" y="59"/>
                    <a:pt x="355" y="59"/>
                    <a:pt x="355" y="59"/>
                  </a:cubicBezTo>
                  <a:cubicBezTo>
                    <a:pt x="352" y="59"/>
                    <a:pt x="350" y="59"/>
                    <a:pt x="347" y="59"/>
                  </a:cubicBezTo>
                  <a:close/>
                  <a:moveTo>
                    <a:pt x="395" y="59"/>
                  </a:moveTo>
                  <a:cubicBezTo>
                    <a:pt x="392" y="59"/>
                    <a:pt x="390" y="58"/>
                    <a:pt x="388" y="58"/>
                  </a:cubicBezTo>
                  <a:cubicBezTo>
                    <a:pt x="390" y="0"/>
                    <a:pt x="390" y="0"/>
                    <a:pt x="390" y="0"/>
                  </a:cubicBezTo>
                  <a:cubicBezTo>
                    <a:pt x="393" y="0"/>
                    <a:pt x="396" y="0"/>
                    <a:pt x="399" y="0"/>
                  </a:cubicBezTo>
                  <a:lnTo>
                    <a:pt x="395" y="59"/>
                  </a:lnTo>
                  <a:close/>
                  <a:moveTo>
                    <a:pt x="361" y="58"/>
                  </a:moveTo>
                  <a:cubicBezTo>
                    <a:pt x="358" y="0"/>
                    <a:pt x="358" y="0"/>
                    <a:pt x="358" y="0"/>
                  </a:cubicBezTo>
                  <a:cubicBezTo>
                    <a:pt x="361" y="0"/>
                    <a:pt x="364" y="0"/>
                    <a:pt x="367" y="0"/>
                  </a:cubicBezTo>
                  <a:cubicBezTo>
                    <a:pt x="368" y="58"/>
                    <a:pt x="368" y="58"/>
                    <a:pt x="368" y="58"/>
                  </a:cubicBezTo>
                  <a:cubicBezTo>
                    <a:pt x="366" y="58"/>
                    <a:pt x="363" y="58"/>
                    <a:pt x="361" y="58"/>
                  </a:cubicBezTo>
                  <a:close/>
                  <a:moveTo>
                    <a:pt x="382" y="58"/>
                  </a:moveTo>
                  <a:cubicBezTo>
                    <a:pt x="379" y="58"/>
                    <a:pt x="377" y="58"/>
                    <a:pt x="375" y="58"/>
                  </a:cubicBezTo>
                  <a:cubicBezTo>
                    <a:pt x="374" y="58"/>
                    <a:pt x="374" y="58"/>
                    <a:pt x="374" y="58"/>
                  </a:cubicBezTo>
                  <a:cubicBezTo>
                    <a:pt x="374" y="23"/>
                    <a:pt x="374" y="23"/>
                    <a:pt x="374" y="23"/>
                  </a:cubicBezTo>
                  <a:cubicBezTo>
                    <a:pt x="374" y="0"/>
                    <a:pt x="374" y="0"/>
                    <a:pt x="374" y="0"/>
                  </a:cubicBezTo>
                  <a:cubicBezTo>
                    <a:pt x="375" y="0"/>
                    <a:pt x="375" y="0"/>
                    <a:pt x="375" y="0"/>
                  </a:cubicBezTo>
                  <a:cubicBezTo>
                    <a:pt x="377" y="0"/>
                    <a:pt x="380" y="0"/>
                    <a:pt x="383" y="0"/>
                  </a:cubicBezTo>
                  <a:lnTo>
                    <a:pt x="382" y="58"/>
                  </a:lnTo>
                  <a:close/>
                  <a:moveTo>
                    <a:pt x="374" y="23"/>
                  </a:moveTo>
                  <a:cubicBezTo>
                    <a:pt x="374" y="29"/>
                    <a:pt x="374" y="29"/>
                    <a:pt x="374" y="29"/>
                  </a:cubicBezTo>
                  <a:cubicBezTo>
                    <a:pt x="374" y="24"/>
                    <a:pt x="374" y="24"/>
                    <a:pt x="374" y="24"/>
                  </a:cubicBezTo>
                  <a:lnTo>
                    <a:pt x="374" y="2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0" name="Google Shape;1390;p37"/>
            <p:cNvSpPr/>
            <p:nvPr/>
          </p:nvSpPr>
          <p:spPr>
            <a:xfrm>
              <a:off x="5734050" y="4329113"/>
              <a:ext cx="985838" cy="987424"/>
            </a:xfrm>
            <a:custGeom>
              <a:avLst/>
              <a:gdLst/>
              <a:ahLst/>
              <a:cxnLst/>
              <a:rect l="l" t="t" r="r" b="b"/>
              <a:pathLst>
                <a:path w="585" h="585" extrusionOk="0">
                  <a:moveTo>
                    <a:pt x="293" y="585"/>
                  </a:moveTo>
                  <a:cubicBezTo>
                    <a:pt x="131" y="585"/>
                    <a:pt x="0" y="454"/>
                    <a:pt x="0" y="293"/>
                  </a:cubicBezTo>
                  <a:cubicBezTo>
                    <a:pt x="0" y="131"/>
                    <a:pt x="131" y="0"/>
                    <a:pt x="293" y="0"/>
                  </a:cubicBezTo>
                  <a:cubicBezTo>
                    <a:pt x="454" y="0"/>
                    <a:pt x="585" y="131"/>
                    <a:pt x="585" y="293"/>
                  </a:cubicBezTo>
                  <a:cubicBezTo>
                    <a:pt x="585" y="454"/>
                    <a:pt x="454" y="585"/>
                    <a:pt x="293" y="585"/>
                  </a:cubicBezTo>
                  <a:close/>
                  <a:moveTo>
                    <a:pt x="293" y="5"/>
                  </a:moveTo>
                  <a:cubicBezTo>
                    <a:pt x="134" y="5"/>
                    <a:pt x="5" y="134"/>
                    <a:pt x="5" y="293"/>
                  </a:cubicBezTo>
                  <a:cubicBezTo>
                    <a:pt x="5" y="451"/>
                    <a:pt x="134" y="580"/>
                    <a:pt x="293" y="580"/>
                  </a:cubicBezTo>
                  <a:cubicBezTo>
                    <a:pt x="451" y="580"/>
                    <a:pt x="580" y="451"/>
                    <a:pt x="580" y="293"/>
                  </a:cubicBezTo>
                  <a:cubicBezTo>
                    <a:pt x="580" y="134"/>
                    <a:pt x="451" y="5"/>
                    <a:pt x="293" y="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1" name="Google Shape;1391;p37"/>
            <p:cNvSpPr/>
            <p:nvPr/>
          </p:nvSpPr>
          <p:spPr>
            <a:xfrm>
              <a:off x="5738813" y="4333875"/>
              <a:ext cx="974725" cy="976313"/>
            </a:xfrm>
            <a:custGeom>
              <a:avLst/>
              <a:gdLst/>
              <a:ahLst/>
              <a:cxnLst/>
              <a:rect l="l" t="t" r="r" b="b"/>
              <a:pathLst>
                <a:path w="578" h="579" extrusionOk="0">
                  <a:moveTo>
                    <a:pt x="290" y="0"/>
                  </a:moveTo>
                  <a:cubicBezTo>
                    <a:pt x="289" y="0"/>
                    <a:pt x="289" y="0"/>
                    <a:pt x="289" y="0"/>
                  </a:cubicBezTo>
                  <a:cubicBezTo>
                    <a:pt x="289" y="0"/>
                    <a:pt x="289" y="0"/>
                    <a:pt x="289" y="0"/>
                  </a:cubicBezTo>
                  <a:cubicBezTo>
                    <a:pt x="289" y="0"/>
                    <a:pt x="289" y="0"/>
                    <a:pt x="289" y="0"/>
                  </a:cubicBezTo>
                  <a:cubicBezTo>
                    <a:pt x="289" y="0"/>
                    <a:pt x="289" y="0"/>
                    <a:pt x="289" y="0"/>
                  </a:cubicBezTo>
                  <a:cubicBezTo>
                    <a:pt x="289" y="0"/>
                    <a:pt x="289" y="0"/>
                    <a:pt x="289" y="0"/>
                  </a:cubicBezTo>
                  <a:cubicBezTo>
                    <a:pt x="288" y="0"/>
                    <a:pt x="287" y="0"/>
                    <a:pt x="287" y="0"/>
                  </a:cubicBezTo>
                  <a:cubicBezTo>
                    <a:pt x="287" y="49"/>
                    <a:pt x="287" y="49"/>
                    <a:pt x="287" y="49"/>
                  </a:cubicBezTo>
                  <a:cubicBezTo>
                    <a:pt x="288" y="49"/>
                    <a:pt x="289" y="49"/>
                    <a:pt x="290" y="49"/>
                  </a:cubicBezTo>
                  <a:lnTo>
                    <a:pt x="290" y="0"/>
                  </a:lnTo>
                  <a:close/>
                  <a:moveTo>
                    <a:pt x="234" y="5"/>
                  </a:moveTo>
                  <a:cubicBezTo>
                    <a:pt x="233" y="6"/>
                    <a:pt x="233" y="6"/>
                    <a:pt x="232" y="6"/>
                  </a:cubicBezTo>
                  <a:cubicBezTo>
                    <a:pt x="232" y="6"/>
                    <a:pt x="232" y="6"/>
                    <a:pt x="232" y="6"/>
                  </a:cubicBezTo>
                  <a:cubicBezTo>
                    <a:pt x="232" y="6"/>
                    <a:pt x="232" y="6"/>
                    <a:pt x="232" y="6"/>
                  </a:cubicBezTo>
                  <a:cubicBezTo>
                    <a:pt x="232" y="6"/>
                    <a:pt x="232" y="6"/>
                    <a:pt x="232" y="6"/>
                  </a:cubicBezTo>
                  <a:cubicBezTo>
                    <a:pt x="232" y="6"/>
                    <a:pt x="232" y="6"/>
                    <a:pt x="232" y="6"/>
                  </a:cubicBezTo>
                  <a:cubicBezTo>
                    <a:pt x="231" y="6"/>
                    <a:pt x="231" y="6"/>
                    <a:pt x="231" y="6"/>
                  </a:cubicBezTo>
                  <a:cubicBezTo>
                    <a:pt x="241" y="54"/>
                    <a:pt x="241" y="54"/>
                    <a:pt x="241" y="54"/>
                  </a:cubicBezTo>
                  <a:cubicBezTo>
                    <a:pt x="242" y="54"/>
                    <a:pt x="243" y="54"/>
                    <a:pt x="243" y="54"/>
                  </a:cubicBezTo>
                  <a:lnTo>
                    <a:pt x="234" y="5"/>
                  </a:lnTo>
                  <a:close/>
                  <a:moveTo>
                    <a:pt x="181" y="21"/>
                  </a:moveTo>
                  <a:cubicBezTo>
                    <a:pt x="180" y="22"/>
                    <a:pt x="179" y="22"/>
                    <a:pt x="179" y="22"/>
                  </a:cubicBezTo>
                  <a:cubicBezTo>
                    <a:pt x="179" y="22"/>
                    <a:pt x="179" y="22"/>
                    <a:pt x="179" y="22"/>
                  </a:cubicBezTo>
                  <a:cubicBezTo>
                    <a:pt x="179" y="22"/>
                    <a:pt x="179" y="22"/>
                    <a:pt x="179" y="22"/>
                  </a:cubicBezTo>
                  <a:cubicBezTo>
                    <a:pt x="179" y="22"/>
                    <a:pt x="179" y="22"/>
                    <a:pt x="179" y="22"/>
                  </a:cubicBezTo>
                  <a:cubicBezTo>
                    <a:pt x="179" y="22"/>
                    <a:pt x="179" y="22"/>
                    <a:pt x="179" y="22"/>
                  </a:cubicBezTo>
                  <a:cubicBezTo>
                    <a:pt x="178" y="22"/>
                    <a:pt x="178" y="22"/>
                    <a:pt x="178" y="22"/>
                  </a:cubicBezTo>
                  <a:cubicBezTo>
                    <a:pt x="197" y="68"/>
                    <a:pt x="197" y="68"/>
                    <a:pt x="197" y="68"/>
                  </a:cubicBezTo>
                  <a:cubicBezTo>
                    <a:pt x="198" y="67"/>
                    <a:pt x="198" y="67"/>
                    <a:pt x="199" y="67"/>
                  </a:cubicBezTo>
                  <a:lnTo>
                    <a:pt x="181" y="21"/>
                  </a:lnTo>
                  <a:close/>
                  <a:moveTo>
                    <a:pt x="131" y="47"/>
                  </a:moveTo>
                  <a:cubicBezTo>
                    <a:pt x="131" y="47"/>
                    <a:pt x="130" y="48"/>
                    <a:pt x="130" y="48"/>
                  </a:cubicBezTo>
                  <a:cubicBezTo>
                    <a:pt x="130" y="48"/>
                    <a:pt x="130" y="48"/>
                    <a:pt x="130" y="48"/>
                  </a:cubicBezTo>
                  <a:cubicBezTo>
                    <a:pt x="130" y="48"/>
                    <a:pt x="130" y="48"/>
                    <a:pt x="130" y="48"/>
                  </a:cubicBezTo>
                  <a:cubicBezTo>
                    <a:pt x="130" y="48"/>
                    <a:pt x="130" y="48"/>
                    <a:pt x="130" y="48"/>
                  </a:cubicBezTo>
                  <a:cubicBezTo>
                    <a:pt x="130" y="48"/>
                    <a:pt x="130" y="48"/>
                    <a:pt x="130" y="48"/>
                  </a:cubicBezTo>
                  <a:cubicBezTo>
                    <a:pt x="129" y="48"/>
                    <a:pt x="129" y="48"/>
                    <a:pt x="129" y="48"/>
                  </a:cubicBezTo>
                  <a:cubicBezTo>
                    <a:pt x="129" y="48"/>
                    <a:pt x="129" y="48"/>
                    <a:pt x="129" y="48"/>
                  </a:cubicBezTo>
                  <a:cubicBezTo>
                    <a:pt x="129" y="49"/>
                    <a:pt x="129" y="49"/>
                    <a:pt x="129" y="49"/>
                  </a:cubicBezTo>
                  <a:cubicBezTo>
                    <a:pt x="156" y="90"/>
                    <a:pt x="156" y="90"/>
                    <a:pt x="156" y="90"/>
                  </a:cubicBezTo>
                  <a:cubicBezTo>
                    <a:pt x="157" y="89"/>
                    <a:pt x="157" y="89"/>
                    <a:pt x="158" y="88"/>
                  </a:cubicBezTo>
                  <a:lnTo>
                    <a:pt x="131" y="47"/>
                  </a:lnTo>
                  <a:close/>
                  <a:moveTo>
                    <a:pt x="88" y="82"/>
                  </a:moveTo>
                  <a:cubicBezTo>
                    <a:pt x="87" y="82"/>
                    <a:pt x="87" y="83"/>
                    <a:pt x="87" y="83"/>
                  </a:cubicBezTo>
                  <a:cubicBezTo>
                    <a:pt x="87" y="83"/>
                    <a:pt x="87" y="83"/>
                    <a:pt x="87" y="83"/>
                  </a:cubicBezTo>
                  <a:cubicBezTo>
                    <a:pt x="86" y="83"/>
                    <a:pt x="86" y="83"/>
                    <a:pt x="86" y="83"/>
                  </a:cubicBezTo>
                  <a:cubicBezTo>
                    <a:pt x="86" y="83"/>
                    <a:pt x="86" y="83"/>
                    <a:pt x="86" y="83"/>
                  </a:cubicBezTo>
                  <a:cubicBezTo>
                    <a:pt x="86" y="83"/>
                    <a:pt x="86" y="83"/>
                    <a:pt x="86" y="83"/>
                  </a:cubicBezTo>
                  <a:cubicBezTo>
                    <a:pt x="86" y="84"/>
                    <a:pt x="86" y="84"/>
                    <a:pt x="86" y="84"/>
                  </a:cubicBezTo>
                  <a:cubicBezTo>
                    <a:pt x="120" y="119"/>
                    <a:pt x="120" y="119"/>
                    <a:pt x="120" y="119"/>
                  </a:cubicBezTo>
                  <a:cubicBezTo>
                    <a:pt x="121" y="118"/>
                    <a:pt x="121" y="118"/>
                    <a:pt x="122" y="117"/>
                  </a:cubicBezTo>
                  <a:lnTo>
                    <a:pt x="88" y="82"/>
                  </a:lnTo>
                  <a:close/>
                  <a:moveTo>
                    <a:pt x="52" y="125"/>
                  </a:moveTo>
                  <a:cubicBezTo>
                    <a:pt x="51" y="125"/>
                    <a:pt x="51" y="125"/>
                    <a:pt x="51" y="125"/>
                  </a:cubicBezTo>
                  <a:cubicBezTo>
                    <a:pt x="51" y="125"/>
                    <a:pt x="51" y="125"/>
                    <a:pt x="51" y="125"/>
                  </a:cubicBezTo>
                  <a:cubicBezTo>
                    <a:pt x="51" y="125"/>
                    <a:pt x="51" y="125"/>
                    <a:pt x="51" y="125"/>
                  </a:cubicBezTo>
                  <a:cubicBezTo>
                    <a:pt x="51" y="125"/>
                    <a:pt x="51" y="125"/>
                    <a:pt x="51" y="125"/>
                  </a:cubicBezTo>
                  <a:cubicBezTo>
                    <a:pt x="51" y="125"/>
                    <a:pt x="51" y="125"/>
                    <a:pt x="51" y="125"/>
                  </a:cubicBezTo>
                  <a:cubicBezTo>
                    <a:pt x="51" y="126"/>
                    <a:pt x="51" y="126"/>
                    <a:pt x="51" y="126"/>
                  </a:cubicBezTo>
                  <a:cubicBezTo>
                    <a:pt x="51" y="126"/>
                    <a:pt x="51" y="126"/>
                    <a:pt x="51" y="126"/>
                  </a:cubicBezTo>
                  <a:cubicBezTo>
                    <a:pt x="51" y="126"/>
                    <a:pt x="51" y="126"/>
                    <a:pt x="51" y="126"/>
                  </a:cubicBezTo>
                  <a:cubicBezTo>
                    <a:pt x="51" y="126"/>
                    <a:pt x="51" y="126"/>
                    <a:pt x="51" y="126"/>
                  </a:cubicBezTo>
                  <a:cubicBezTo>
                    <a:pt x="51" y="126"/>
                    <a:pt x="51" y="126"/>
                    <a:pt x="51" y="126"/>
                  </a:cubicBezTo>
                  <a:cubicBezTo>
                    <a:pt x="51" y="126"/>
                    <a:pt x="51" y="126"/>
                    <a:pt x="51" y="126"/>
                  </a:cubicBezTo>
                  <a:cubicBezTo>
                    <a:pt x="51" y="126"/>
                    <a:pt x="51" y="126"/>
                    <a:pt x="51" y="126"/>
                  </a:cubicBezTo>
                  <a:cubicBezTo>
                    <a:pt x="51" y="126"/>
                    <a:pt x="51" y="126"/>
                    <a:pt x="51" y="126"/>
                  </a:cubicBezTo>
                  <a:cubicBezTo>
                    <a:pt x="51" y="126"/>
                    <a:pt x="51" y="126"/>
                    <a:pt x="51" y="126"/>
                  </a:cubicBezTo>
                  <a:cubicBezTo>
                    <a:pt x="50" y="127"/>
                    <a:pt x="50" y="127"/>
                    <a:pt x="50" y="127"/>
                  </a:cubicBezTo>
                  <a:cubicBezTo>
                    <a:pt x="91" y="155"/>
                    <a:pt x="91" y="155"/>
                    <a:pt x="91" y="155"/>
                  </a:cubicBezTo>
                  <a:cubicBezTo>
                    <a:pt x="91" y="154"/>
                    <a:pt x="92" y="153"/>
                    <a:pt x="92" y="153"/>
                  </a:cubicBezTo>
                  <a:lnTo>
                    <a:pt x="52" y="125"/>
                  </a:lnTo>
                  <a:close/>
                  <a:moveTo>
                    <a:pt x="24" y="173"/>
                  </a:moveTo>
                  <a:cubicBezTo>
                    <a:pt x="24" y="173"/>
                    <a:pt x="24" y="173"/>
                    <a:pt x="24" y="173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4" y="174"/>
                    <a:pt x="24" y="175"/>
                    <a:pt x="23" y="176"/>
                  </a:cubicBezTo>
                  <a:cubicBezTo>
                    <a:pt x="23" y="176"/>
                    <a:pt x="23" y="176"/>
                    <a:pt x="23" y="176"/>
                  </a:cubicBezTo>
                  <a:cubicBezTo>
                    <a:pt x="23" y="176"/>
                    <a:pt x="23" y="176"/>
                    <a:pt x="23" y="176"/>
                  </a:cubicBezTo>
                  <a:cubicBezTo>
                    <a:pt x="23" y="176"/>
                    <a:pt x="23" y="176"/>
                    <a:pt x="23" y="176"/>
                  </a:cubicBezTo>
                  <a:cubicBezTo>
                    <a:pt x="23" y="176"/>
                    <a:pt x="23" y="176"/>
                    <a:pt x="23" y="176"/>
                  </a:cubicBezTo>
                  <a:cubicBezTo>
                    <a:pt x="68" y="195"/>
                    <a:pt x="68" y="195"/>
                    <a:pt x="68" y="195"/>
                  </a:cubicBezTo>
                  <a:cubicBezTo>
                    <a:pt x="69" y="194"/>
                    <a:pt x="69" y="194"/>
                    <a:pt x="69" y="193"/>
                  </a:cubicBezTo>
                  <a:lnTo>
                    <a:pt x="24" y="173"/>
                  </a:lnTo>
                  <a:close/>
                  <a:moveTo>
                    <a:pt x="7" y="226"/>
                  </a:moveTo>
                  <a:cubicBezTo>
                    <a:pt x="7" y="227"/>
                    <a:pt x="7" y="227"/>
                    <a:pt x="7" y="228"/>
                  </a:cubicBezTo>
                  <a:cubicBezTo>
                    <a:pt x="7" y="228"/>
                    <a:pt x="7" y="228"/>
                    <a:pt x="7" y="228"/>
                  </a:cubicBezTo>
                  <a:cubicBezTo>
                    <a:pt x="7" y="228"/>
                    <a:pt x="7" y="228"/>
                    <a:pt x="7" y="228"/>
                  </a:cubicBezTo>
                  <a:cubicBezTo>
                    <a:pt x="6" y="229"/>
                    <a:pt x="6" y="229"/>
                    <a:pt x="6" y="229"/>
                  </a:cubicBezTo>
                  <a:cubicBezTo>
                    <a:pt x="54" y="239"/>
                    <a:pt x="54" y="239"/>
                    <a:pt x="54" y="239"/>
                  </a:cubicBezTo>
                  <a:cubicBezTo>
                    <a:pt x="55" y="238"/>
                    <a:pt x="55" y="238"/>
                    <a:pt x="55" y="237"/>
                  </a:cubicBezTo>
                  <a:cubicBezTo>
                    <a:pt x="7" y="226"/>
                    <a:pt x="7" y="226"/>
                    <a:pt x="7" y="226"/>
                  </a:cubicBezTo>
                  <a:close/>
                  <a:moveTo>
                    <a:pt x="0" y="281"/>
                  </a:moveTo>
                  <a:cubicBezTo>
                    <a:pt x="0" y="281"/>
                    <a:pt x="0" y="281"/>
                    <a:pt x="0" y="281"/>
                  </a:cubicBezTo>
                  <a:cubicBezTo>
                    <a:pt x="0" y="282"/>
                    <a:pt x="0" y="282"/>
                    <a:pt x="0" y="282"/>
                  </a:cubicBezTo>
                  <a:cubicBezTo>
                    <a:pt x="0" y="282"/>
                    <a:pt x="0" y="282"/>
                    <a:pt x="0" y="282"/>
                  </a:cubicBezTo>
                  <a:cubicBezTo>
                    <a:pt x="0" y="282"/>
                    <a:pt x="0" y="282"/>
                    <a:pt x="0" y="282"/>
                  </a:cubicBezTo>
                  <a:cubicBezTo>
                    <a:pt x="0" y="282"/>
                    <a:pt x="0" y="282"/>
                    <a:pt x="0" y="282"/>
                  </a:cubicBezTo>
                  <a:cubicBezTo>
                    <a:pt x="0" y="282"/>
                    <a:pt x="0" y="282"/>
                    <a:pt x="0" y="282"/>
                  </a:cubicBezTo>
                  <a:cubicBezTo>
                    <a:pt x="0" y="283"/>
                    <a:pt x="0" y="283"/>
                    <a:pt x="0" y="283"/>
                  </a:cubicBezTo>
                  <a:cubicBezTo>
                    <a:pt x="0" y="283"/>
                    <a:pt x="0" y="283"/>
                    <a:pt x="0" y="283"/>
                  </a:cubicBezTo>
                  <a:cubicBezTo>
                    <a:pt x="0" y="283"/>
                    <a:pt x="0" y="283"/>
                    <a:pt x="0" y="283"/>
                  </a:cubicBezTo>
                  <a:cubicBezTo>
                    <a:pt x="0" y="283"/>
                    <a:pt x="0" y="283"/>
                    <a:pt x="0" y="283"/>
                  </a:cubicBezTo>
                  <a:cubicBezTo>
                    <a:pt x="0" y="283"/>
                    <a:pt x="0" y="283"/>
                    <a:pt x="0" y="283"/>
                  </a:cubicBezTo>
                  <a:cubicBezTo>
                    <a:pt x="0" y="283"/>
                    <a:pt x="0" y="283"/>
                    <a:pt x="0" y="283"/>
                  </a:cubicBezTo>
                  <a:cubicBezTo>
                    <a:pt x="0" y="283"/>
                    <a:pt x="0" y="283"/>
                    <a:pt x="0" y="283"/>
                  </a:cubicBezTo>
                  <a:cubicBezTo>
                    <a:pt x="0" y="283"/>
                    <a:pt x="0" y="283"/>
                    <a:pt x="0" y="283"/>
                  </a:cubicBezTo>
                  <a:cubicBezTo>
                    <a:pt x="0" y="284"/>
                    <a:pt x="0" y="284"/>
                    <a:pt x="0" y="284"/>
                  </a:cubicBezTo>
                  <a:cubicBezTo>
                    <a:pt x="0" y="284"/>
                    <a:pt x="0" y="284"/>
                    <a:pt x="0" y="284"/>
                  </a:cubicBezTo>
                  <a:cubicBezTo>
                    <a:pt x="0" y="284"/>
                    <a:pt x="0" y="284"/>
                    <a:pt x="0" y="284"/>
                  </a:cubicBezTo>
                  <a:cubicBezTo>
                    <a:pt x="0" y="284"/>
                    <a:pt x="0" y="284"/>
                    <a:pt x="0" y="284"/>
                  </a:cubicBezTo>
                  <a:cubicBezTo>
                    <a:pt x="0" y="284"/>
                    <a:pt x="0" y="284"/>
                    <a:pt x="0" y="284"/>
                  </a:cubicBezTo>
                  <a:cubicBezTo>
                    <a:pt x="0" y="284"/>
                    <a:pt x="0" y="284"/>
                    <a:pt x="0" y="284"/>
                  </a:cubicBezTo>
                  <a:cubicBezTo>
                    <a:pt x="49" y="285"/>
                    <a:pt x="49" y="285"/>
                    <a:pt x="49" y="285"/>
                  </a:cubicBezTo>
                  <a:cubicBezTo>
                    <a:pt x="49" y="284"/>
                    <a:pt x="49" y="284"/>
                    <a:pt x="49" y="283"/>
                  </a:cubicBezTo>
                  <a:lnTo>
                    <a:pt x="0" y="281"/>
                  </a:lnTo>
                  <a:close/>
                  <a:moveTo>
                    <a:pt x="52" y="329"/>
                  </a:moveTo>
                  <a:cubicBezTo>
                    <a:pt x="4" y="337"/>
                    <a:pt x="4" y="337"/>
                    <a:pt x="4" y="337"/>
                  </a:cubicBezTo>
                  <a:cubicBezTo>
                    <a:pt x="4" y="338"/>
                    <a:pt x="4" y="338"/>
                    <a:pt x="4" y="338"/>
                  </a:cubicBezTo>
                  <a:cubicBezTo>
                    <a:pt x="4" y="338"/>
                    <a:pt x="4" y="338"/>
                    <a:pt x="4" y="338"/>
                  </a:cubicBezTo>
                  <a:cubicBezTo>
                    <a:pt x="4" y="339"/>
                    <a:pt x="4" y="339"/>
                    <a:pt x="4" y="340"/>
                  </a:cubicBezTo>
                  <a:cubicBezTo>
                    <a:pt x="4" y="340"/>
                    <a:pt x="4" y="340"/>
                    <a:pt x="4" y="340"/>
                  </a:cubicBezTo>
                  <a:cubicBezTo>
                    <a:pt x="4" y="340"/>
                    <a:pt x="4" y="340"/>
                    <a:pt x="4" y="340"/>
                  </a:cubicBezTo>
                  <a:cubicBezTo>
                    <a:pt x="53" y="331"/>
                    <a:pt x="53" y="331"/>
                    <a:pt x="53" y="331"/>
                  </a:cubicBezTo>
                  <a:cubicBezTo>
                    <a:pt x="53" y="331"/>
                    <a:pt x="52" y="330"/>
                    <a:pt x="52" y="329"/>
                  </a:cubicBezTo>
                  <a:close/>
                  <a:moveTo>
                    <a:pt x="64" y="374"/>
                  </a:moveTo>
                  <a:cubicBezTo>
                    <a:pt x="18" y="391"/>
                    <a:pt x="18" y="391"/>
                    <a:pt x="18" y="391"/>
                  </a:cubicBezTo>
                  <a:cubicBezTo>
                    <a:pt x="19" y="392"/>
                    <a:pt x="19" y="393"/>
                    <a:pt x="19" y="394"/>
                  </a:cubicBezTo>
                  <a:cubicBezTo>
                    <a:pt x="65" y="376"/>
                    <a:pt x="65" y="376"/>
                    <a:pt x="65" y="376"/>
                  </a:cubicBezTo>
                  <a:cubicBezTo>
                    <a:pt x="65" y="375"/>
                    <a:pt x="64" y="374"/>
                    <a:pt x="64" y="374"/>
                  </a:cubicBezTo>
                  <a:close/>
                  <a:moveTo>
                    <a:pt x="84" y="415"/>
                  </a:moveTo>
                  <a:cubicBezTo>
                    <a:pt x="43" y="441"/>
                    <a:pt x="43" y="441"/>
                    <a:pt x="43" y="441"/>
                  </a:cubicBezTo>
                  <a:cubicBezTo>
                    <a:pt x="43" y="441"/>
                    <a:pt x="43" y="442"/>
                    <a:pt x="44" y="442"/>
                  </a:cubicBezTo>
                  <a:cubicBezTo>
                    <a:pt x="44" y="443"/>
                    <a:pt x="44" y="443"/>
                    <a:pt x="44" y="443"/>
                  </a:cubicBezTo>
                  <a:cubicBezTo>
                    <a:pt x="44" y="443"/>
                    <a:pt x="44" y="443"/>
                    <a:pt x="44" y="443"/>
                  </a:cubicBezTo>
                  <a:cubicBezTo>
                    <a:pt x="44" y="443"/>
                    <a:pt x="44" y="443"/>
                    <a:pt x="44" y="443"/>
                  </a:cubicBezTo>
                  <a:cubicBezTo>
                    <a:pt x="44" y="443"/>
                    <a:pt x="44" y="443"/>
                    <a:pt x="44" y="443"/>
                  </a:cubicBezTo>
                  <a:cubicBezTo>
                    <a:pt x="44" y="443"/>
                    <a:pt x="44" y="443"/>
                    <a:pt x="44" y="443"/>
                  </a:cubicBezTo>
                  <a:cubicBezTo>
                    <a:pt x="44" y="443"/>
                    <a:pt x="44" y="443"/>
                    <a:pt x="44" y="443"/>
                  </a:cubicBezTo>
                  <a:cubicBezTo>
                    <a:pt x="44" y="443"/>
                    <a:pt x="44" y="443"/>
                    <a:pt x="44" y="443"/>
                  </a:cubicBezTo>
                  <a:cubicBezTo>
                    <a:pt x="86" y="417"/>
                    <a:pt x="86" y="417"/>
                    <a:pt x="86" y="417"/>
                  </a:cubicBezTo>
                  <a:cubicBezTo>
                    <a:pt x="85" y="417"/>
                    <a:pt x="85" y="416"/>
                    <a:pt x="84" y="415"/>
                  </a:cubicBezTo>
                  <a:close/>
                  <a:moveTo>
                    <a:pt x="112" y="452"/>
                  </a:moveTo>
                  <a:cubicBezTo>
                    <a:pt x="76" y="485"/>
                    <a:pt x="76" y="485"/>
                    <a:pt x="76" y="485"/>
                  </a:cubicBezTo>
                  <a:cubicBezTo>
                    <a:pt x="77" y="486"/>
                    <a:pt x="77" y="486"/>
                    <a:pt x="77" y="486"/>
                  </a:cubicBezTo>
                  <a:cubicBezTo>
                    <a:pt x="77" y="486"/>
                    <a:pt x="77" y="486"/>
                    <a:pt x="77" y="486"/>
                  </a:cubicBezTo>
                  <a:cubicBezTo>
                    <a:pt x="77" y="486"/>
                    <a:pt x="77" y="486"/>
                    <a:pt x="77" y="486"/>
                  </a:cubicBezTo>
                  <a:cubicBezTo>
                    <a:pt x="77" y="486"/>
                    <a:pt x="77" y="486"/>
                    <a:pt x="77" y="486"/>
                  </a:cubicBezTo>
                  <a:cubicBezTo>
                    <a:pt x="77" y="486"/>
                    <a:pt x="77" y="486"/>
                    <a:pt x="77" y="486"/>
                  </a:cubicBezTo>
                  <a:cubicBezTo>
                    <a:pt x="77" y="487"/>
                    <a:pt x="78" y="487"/>
                    <a:pt x="78" y="487"/>
                  </a:cubicBezTo>
                  <a:cubicBezTo>
                    <a:pt x="78" y="487"/>
                    <a:pt x="78" y="487"/>
                    <a:pt x="78" y="487"/>
                  </a:cubicBezTo>
                  <a:cubicBezTo>
                    <a:pt x="78" y="487"/>
                    <a:pt x="78" y="487"/>
                    <a:pt x="78" y="487"/>
                  </a:cubicBezTo>
                  <a:cubicBezTo>
                    <a:pt x="78" y="488"/>
                    <a:pt x="78" y="488"/>
                    <a:pt x="78" y="488"/>
                  </a:cubicBezTo>
                  <a:cubicBezTo>
                    <a:pt x="78" y="488"/>
                    <a:pt x="78" y="488"/>
                    <a:pt x="78" y="488"/>
                  </a:cubicBezTo>
                  <a:cubicBezTo>
                    <a:pt x="114" y="454"/>
                    <a:pt x="114" y="454"/>
                    <a:pt x="114" y="454"/>
                  </a:cubicBezTo>
                  <a:cubicBezTo>
                    <a:pt x="113" y="453"/>
                    <a:pt x="113" y="453"/>
                    <a:pt x="112" y="452"/>
                  </a:cubicBezTo>
                  <a:close/>
                  <a:moveTo>
                    <a:pt x="147" y="483"/>
                  </a:moveTo>
                  <a:cubicBezTo>
                    <a:pt x="118" y="523"/>
                    <a:pt x="118" y="523"/>
                    <a:pt x="118" y="523"/>
                  </a:cubicBezTo>
                  <a:cubicBezTo>
                    <a:pt x="119" y="523"/>
                    <a:pt x="119" y="523"/>
                    <a:pt x="119" y="523"/>
                  </a:cubicBezTo>
                  <a:cubicBezTo>
                    <a:pt x="119" y="523"/>
                    <a:pt x="119" y="523"/>
                    <a:pt x="119" y="523"/>
                  </a:cubicBezTo>
                  <a:cubicBezTo>
                    <a:pt x="119" y="523"/>
                    <a:pt x="119" y="523"/>
                    <a:pt x="119" y="523"/>
                  </a:cubicBezTo>
                  <a:cubicBezTo>
                    <a:pt x="119" y="524"/>
                    <a:pt x="119" y="524"/>
                    <a:pt x="119" y="524"/>
                  </a:cubicBezTo>
                  <a:cubicBezTo>
                    <a:pt x="119" y="524"/>
                    <a:pt x="119" y="524"/>
                    <a:pt x="119" y="524"/>
                  </a:cubicBezTo>
                  <a:cubicBezTo>
                    <a:pt x="120" y="524"/>
                    <a:pt x="120" y="524"/>
                    <a:pt x="120" y="524"/>
                  </a:cubicBezTo>
                  <a:cubicBezTo>
                    <a:pt x="120" y="524"/>
                    <a:pt x="120" y="524"/>
                    <a:pt x="120" y="524"/>
                  </a:cubicBezTo>
                  <a:cubicBezTo>
                    <a:pt x="149" y="485"/>
                    <a:pt x="149" y="485"/>
                    <a:pt x="149" y="485"/>
                  </a:cubicBezTo>
                  <a:cubicBezTo>
                    <a:pt x="148" y="484"/>
                    <a:pt x="147" y="484"/>
                    <a:pt x="147" y="483"/>
                  </a:cubicBezTo>
                  <a:close/>
                  <a:moveTo>
                    <a:pt x="187" y="507"/>
                  </a:moveTo>
                  <a:cubicBezTo>
                    <a:pt x="165" y="551"/>
                    <a:pt x="165" y="551"/>
                    <a:pt x="165" y="551"/>
                  </a:cubicBezTo>
                  <a:cubicBezTo>
                    <a:pt x="166" y="552"/>
                    <a:pt x="167" y="552"/>
                    <a:pt x="167" y="552"/>
                  </a:cubicBezTo>
                  <a:cubicBezTo>
                    <a:pt x="167" y="552"/>
                    <a:pt x="167" y="552"/>
                    <a:pt x="167" y="552"/>
                  </a:cubicBezTo>
                  <a:cubicBezTo>
                    <a:pt x="168" y="552"/>
                    <a:pt x="168" y="552"/>
                    <a:pt x="168" y="552"/>
                  </a:cubicBezTo>
                  <a:cubicBezTo>
                    <a:pt x="168" y="552"/>
                    <a:pt x="168" y="552"/>
                    <a:pt x="168" y="552"/>
                  </a:cubicBezTo>
                  <a:cubicBezTo>
                    <a:pt x="168" y="552"/>
                    <a:pt x="168" y="552"/>
                    <a:pt x="168" y="552"/>
                  </a:cubicBezTo>
                  <a:cubicBezTo>
                    <a:pt x="168" y="553"/>
                    <a:pt x="168" y="553"/>
                    <a:pt x="168" y="553"/>
                  </a:cubicBezTo>
                  <a:cubicBezTo>
                    <a:pt x="189" y="508"/>
                    <a:pt x="189" y="508"/>
                    <a:pt x="189" y="508"/>
                  </a:cubicBezTo>
                  <a:cubicBezTo>
                    <a:pt x="188" y="508"/>
                    <a:pt x="187" y="507"/>
                    <a:pt x="187" y="507"/>
                  </a:cubicBezTo>
                  <a:close/>
                  <a:moveTo>
                    <a:pt x="230" y="523"/>
                  </a:moveTo>
                  <a:cubicBezTo>
                    <a:pt x="218" y="570"/>
                    <a:pt x="218" y="570"/>
                    <a:pt x="218" y="570"/>
                  </a:cubicBezTo>
                  <a:cubicBezTo>
                    <a:pt x="218" y="570"/>
                    <a:pt x="218" y="570"/>
                    <a:pt x="218" y="570"/>
                  </a:cubicBezTo>
                  <a:cubicBezTo>
                    <a:pt x="218" y="570"/>
                    <a:pt x="218" y="570"/>
                    <a:pt x="218" y="570"/>
                  </a:cubicBezTo>
                  <a:cubicBezTo>
                    <a:pt x="218" y="570"/>
                    <a:pt x="218" y="570"/>
                    <a:pt x="218" y="570"/>
                  </a:cubicBezTo>
                  <a:cubicBezTo>
                    <a:pt x="218" y="570"/>
                    <a:pt x="218" y="570"/>
                    <a:pt x="218" y="570"/>
                  </a:cubicBezTo>
                  <a:cubicBezTo>
                    <a:pt x="218" y="570"/>
                    <a:pt x="218" y="570"/>
                    <a:pt x="218" y="570"/>
                  </a:cubicBezTo>
                  <a:cubicBezTo>
                    <a:pt x="219" y="570"/>
                    <a:pt x="219" y="570"/>
                    <a:pt x="219" y="570"/>
                  </a:cubicBezTo>
                  <a:cubicBezTo>
                    <a:pt x="219" y="570"/>
                    <a:pt x="219" y="570"/>
                    <a:pt x="219" y="570"/>
                  </a:cubicBezTo>
                  <a:cubicBezTo>
                    <a:pt x="219" y="570"/>
                    <a:pt x="219" y="570"/>
                    <a:pt x="219" y="570"/>
                  </a:cubicBezTo>
                  <a:cubicBezTo>
                    <a:pt x="219" y="570"/>
                    <a:pt x="219" y="570"/>
                    <a:pt x="219" y="570"/>
                  </a:cubicBezTo>
                  <a:cubicBezTo>
                    <a:pt x="219" y="571"/>
                    <a:pt x="219" y="571"/>
                    <a:pt x="219" y="571"/>
                  </a:cubicBezTo>
                  <a:cubicBezTo>
                    <a:pt x="219" y="571"/>
                    <a:pt x="219" y="571"/>
                    <a:pt x="219" y="571"/>
                  </a:cubicBezTo>
                  <a:cubicBezTo>
                    <a:pt x="219" y="571"/>
                    <a:pt x="219" y="571"/>
                    <a:pt x="219" y="571"/>
                  </a:cubicBezTo>
                  <a:cubicBezTo>
                    <a:pt x="220" y="571"/>
                    <a:pt x="220" y="571"/>
                    <a:pt x="221" y="571"/>
                  </a:cubicBezTo>
                  <a:cubicBezTo>
                    <a:pt x="232" y="523"/>
                    <a:pt x="232" y="523"/>
                    <a:pt x="232" y="523"/>
                  </a:cubicBezTo>
                  <a:cubicBezTo>
                    <a:pt x="232" y="523"/>
                    <a:pt x="231" y="523"/>
                    <a:pt x="230" y="523"/>
                  </a:cubicBezTo>
                  <a:close/>
                  <a:moveTo>
                    <a:pt x="276" y="530"/>
                  </a:moveTo>
                  <a:cubicBezTo>
                    <a:pt x="273" y="579"/>
                    <a:pt x="273" y="579"/>
                    <a:pt x="273" y="579"/>
                  </a:cubicBezTo>
                  <a:cubicBezTo>
                    <a:pt x="273" y="579"/>
                    <a:pt x="273" y="579"/>
                    <a:pt x="273" y="579"/>
                  </a:cubicBezTo>
                  <a:cubicBezTo>
                    <a:pt x="273" y="579"/>
                    <a:pt x="273" y="579"/>
                    <a:pt x="273" y="579"/>
                  </a:cubicBezTo>
                  <a:cubicBezTo>
                    <a:pt x="274" y="579"/>
                    <a:pt x="274" y="579"/>
                    <a:pt x="274" y="579"/>
                  </a:cubicBezTo>
                  <a:cubicBezTo>
                    <a:pt x="274" y="579"/>
                    <a:pt x="274" y="579"/>
                    <a:pt x="274" y="579"/>
                  </a:cubicBezTo>
                  <a:cubicBezTo>
                    <a:pt x="274" y="579"/>
                    <a:pt x="274" y="579"/>
                    <a:pt x="274" y="579"/>
                  </a:cubicBezTo>
                  <a:cubicBezTo>
                    <a:pt x="274" y="579"/>
                    <a:pt x="275" y="579"/>
                    <a:pt x="276" y="579"/>
                  </a:cubicBezTo>
                  <a:cubicBezTo>
                    <a:pt x="278" y="530"/>
                    <a:pt x="278" y="530"/>
                    <a:pt x="278" y="530"/>
                  </a:cubicBezTo>
                  <a:cubicBezTo>
                    <a:pt x="277" y="530"/>
                    <a:pt x="277" y="530"/>
                    <a:pt x="276" y="530"/>
                  </a:cubicBezTo>
                  <a:close/>
                  <a:moveTo>
                    <a:pt x="325" y="528"/>
                  </a:moveTo>
                  <a:cubicBezTo>
                    <a:pt x="324" y="528"/>
                    <a:pt x="323" y="528"/>
                    <a:pt x="322" y="528"/>
                  </a:cubicBezTo>
                  <a:cubicBezTo>
                    <a:pt x="329" y="577"/>
                    <a:pt x="329" y="577"/>
                    <a:pt x="329" y="577"/>
                  </a:cubicBezTo>
                  <a:cubicBezTo>
                    <a:pt x="329" y="577"/>
                    <a:pt x="329" y="577"/>
                    <a:pt x="329" y="577"/>
                  </a:cubicBezTo>
                  <a:cubicBezTo>
                    <a:pt x="330" y="576"/>
                    <a:pt x="331" y="576"/>
                    <a:pt x="332" y="576"/>
                  </a:cubicBezTo>
                  <a:lnTo>
                    <a:pt x="325" y="528"/>
                  </a:lnTo>
                  <a:close/>
                  <a:moveTo>
                    <a:pt x="369" y="516"/>
                  </a:moveTo>
                  <a:cubicBezTo>
                    <a:pt x="369" y="517"/>
                    <a:pt x="368" y="517"/>
                    <a:pt x="367" y="517"/>
                  </a:cubicBezTo>
                  <a:cubicBezTo>
                    <a:pt x="383" y="564"/>
                    <a:pt x="383" y="564"/>
                    <a:pt x="383" y="564"/>
                  </a:cubicBezTo>
                  <a:cubicBezTo>
                    <a:pt x="384" y="563"/>
                    <a:pt x="384" y="563"/>
                    <a:pt x="384" y="563"/>
                  </a:cubicBezTo>
                  <a:cubicBezTo>
                    <a:pt x="384" y="563"/>
                    <a:pt x="384" y="563"/>
                    <a:pt x="384" y="563"/>
                  </a:cubicBezTo>
                  <a:cubicBezTo>
                    <a:pt x="384" y="563"/>
                    <a:pt x="384" y="563"/>
                    <a:pt x="384" y="563"/>
                  </a:cubicBezTo>
                  <a:cubicBezTo>
                    <a:pt x="385" y="563"/>
                    <a:pt x="385" y="563"/>
                    <a:pt x="386" y="563"/>
                  </a:cubicBezTo>
                  <a:lnTo>
                    <a:pt x="369" y="516"/>
                  </a:lnTo>
                  <a:close/>
                  <a:moveTo>
                    <a:pt x="411" y="497"/>
                  </a:moveTo>
                  <a:cubicBezTo>
                    <a:pt x="411" y="497"/>
                    <a:pt x="410" y="498"/>
                    <a:pt x="409" y="498"/>
                  </a:cubicBezTo>
                  <a:cubicBezTo>
                    <a:pt x="434" y="541"/>
                    <a:pt x="434" y="541"/>
                    <a:pt x="434" y="541"/>
                  </a:cubicBezTo>
                  <a:cubicBezTo>
                    <a:pt x="434" y="541"/>
                    <a:pt x="434" y="541"/>
                    <a:pt x="434" y="541"/>
                  </a:cubicBezTo>
                  <a:cubicBezTo>
                    <a:pt x="434" y="541"/>
                    <a:pt x="434" y="541"/>
                    <a:pt x="434" y="541"/>
                  </a:cubicBezTo>
                  <a:cubicBezTo>
                    <a:pt x="434" y="541"/>
                    <a:pt x="434" y="541"/>
                    <a:pt x="434" y="541"/>
                  </a:cubicBezTo>
                  <a:cubicBezTo>
                    <a:pt x="435" y="540"/>
                    <a:pt x="436" y="540"/>
                    <a:pt x="436" y="539"/>
                  </a:cubicBezTo>
                  <a:lnTo>
                    <a:pt x="411" y="497"/>
                  </a:lnTo>
                  <a:close/>
                  <a:moveTo>
                    <a:pt x="449" y="470"/>
                  </a:moveTo>
                  <a:cubicBezTo>
                    <a:pt x="448" y="470"/>
                    <a:pt x="448" y="471"/>
                    <a:pt x="447" y="471"/>
                  </a:cubicBezTo>
                  <a:cubicBezTo>
                    <a:pt x="479" y="508"/>
                    <a:pt x="479" y="508"/>
                    <a:pt x="479" y="508"/>
                  </a:cubicBezTo>
                  <a:cubicBezTo>
                    <a:pt x="480" y="508"/>
                    <a:pt x="480" y="508"/>
                    <a:pt x="480" y="508"/>
                  </a:cubicBezTo>
                  <a:cubicBezTo>
                    <a:pt x="480" y="507"/>
                    <a:pt x="480" y="507"/>
                    <a:pt x="480" y="507"/>
                  </a:cubicBezTo>
                  <a:cubicBezTo>
                    <a:pt x="480" y="507"/>
                    <a:pt x="480" y="507"/>
                    <a:pt x="480" y="507"/>
                  </a:cubicBezTo>
                  <a:cubicBezTo>
                    <a:pt x="481" y="507"/>
                    <a:pt x="481" y="507"/>
                    <a:pt x="481" y="507"/>
                  </a:cubicBezTo>
                  <a:lnTo>
                    <a:pt x="449" y="470"/>
                  </a:lnTo>
                  <a:close/>
                  <a:moveTo>
                    <a:pt x="480" y="436"/>
                  </a:moveTo>
                  <a:cubicBezTo>
                    <a:pt x="480" y="437"/>
                    <a:pt x="479" y="437"/>
                    <a:pt x="479" y="438"/>
                  </a:cubicBezTo>
                  <a:cubicBezTo>
                    <a:pt x="518" y="468"/>
                    <a:pt x="518" y="468"/>
                    <a:pt x="518" y="468"/>
                  </a:cubicBezTo>
                  <a:cubicBezTo>
                    <a:pt x="518" y="467"/>
                    <a:pt x="519" y="467"/>
                    <a:pt x="519" y="466"/>
                  </a:cubicBezTo>
                  <a:cubicBezTo>
                    <a:pt x="519" y="466"/>
                    <a:pt x="519" y="466"/>
                    <a:pt x="519" y="466"/>
                  </a:cubicBezTo>
                  <a:cubicBezTo>
                    <a:pt x="519" y="466"/>
                    <a:pt x="519" y="466"/>
                    <a:pt x="519" y="466"/>
                  </a:cubicBezTo>
                  <a:cubicBezTo>
                    <a:pt x="519" y="466"/>
                    <a:pt x="519" y="466"/>
                    <a:pt x="519" y="466"/>
                  </a:cubicBezTo>
                  <a:cubicBezTo>
                    <a:pt x="519" y="466"/>
                    <a:pt x="519" y="466"/>
                    <a:pt x="519" y="466"/>
                  </a:cubicBezTo>
                  <a:lnTo>
                    <a:pt x="480" y="436"/>
                  </a:lnTo>
                  <a:close/>
                  <a:moveTo>
                    <a:pt x="505" y="397"/>
                  </a:moveTo>
                  <a:cubicBezTo>
                    <a:pt x="505" y="397"/>
                    <a:pt x="504" y="398"/>
                    <a:pt x="504" y="399"/>
                  </a:cubicBezTo>
                  <a:cubicBezTo>
                    <a:pt x="548" y="421"/>
                    <a:pt x="548" y="421"/>
                    <a:pt x="548" y="421"/>
                  </a:cubicBezTo>
                  <a:cubicBezTo>
                    <a:pt x="548" y="421"/>
                    <a:pt x="548" y="420"/>
                    <a:pt x="548" y="420"/>
                  </a:cubicBezTo>
                  <a:cubicBezTo>
                    <a:pt x="548" y="420"/>
                    <a:pt x="548" y="420"/>
                    <a:pt x="548" y="420"/>
                  </a:cubicBezTo>
                  <a:cubicBezTo>
                    <a:pt x="548" y="419"/>
                    <a:pt x="548" y="419"/>
                    <a:pt x="548" y="419"/>
                  </a:cubicBezTo>
                  <a:cubicBezTo>
                    <a:pt x="548" y="419"/>
                    <a:pt x="548" y="419"/>
                    <a:pt x="548" y="419"/>
                  </a:cubicBezTo>
                  <a:cubicBezTo>
                    <a:pt x="548" y="419"/>
                    <a:pt x="548" y="419"/>
                    <a:pt x="548" y="419"/>
                  </a:cubicBezTo>
                  <a:cubicBezTo>
                    <a:pt x="549" y="418"/>
                    <a:pt x="549" y="418"/>
                    <a:pt x="549" y="418"/>
                  </a:cubicBezTo>
                  <a:lnTo>
                    <a:pt x="505" y="397"/>
                  </a:lnTo>
                  <a:close/>
                  <a:moveTo>
                    <a:pt x="521" y="353"/>
                  </a:moveTo>
                  <a:cubicBezTo>
                    <a:pt x="521" y="354"/>
                    <a:pt x="521" y="355"/>
                    <a:pt x="521" y="356"/>
                  </a:cubicBezTo>
                  <a:cubicBezTo>
                    <a:pt x="568" y="369"/>
                    <a:pt x="568" y="369"/>
                    <a:pt x="568" y="369"/>
                  </a:cubicBezTo>
                  <a:cubicBezTo>
                    <a:pt x="568" y="368"/>
                    <a:pt x="568" y="367"/>
                    <a:pt x="569" y="366"/>
                  </a:cubicBezTo>
                  <a:lnTo>
                    <a:pt x="521" y="353"/>
                  </a:lnTo>
                  <a:close/>
                  <a:moveTo>
                    <a:pt x="529" y="308"/>
                  </a:moveTo>
                  <a:cubicBezTo>
                    <a:pt x="529" y="309"/>
                    <a:pt x="529" y="309"/>
                    <a:pt x="529" y="310"/>
                  </a:cubicBezTo>
                  <a:cubicBezTo>
                    <a:pt x="578" y="314"/>
                    <a:pt x="578" y="314"/>
                    <a:pt x="578" y="314"/>
                  </a:cubicBezTo>
                  <a:cubicBezTo>
                    <a:pt x="578" y="314"/>
                    <a:pt x="578" y="314"/>
                    <a:pt x="578" y="314"/>
                  </a:cubicBezTo>
                  <a:cubicBezTo>
                    <a:pt x="578" y="314"/>
                    <a:pt x="578" y="314"/>
                    <a:pt x="578" y="314"/>
                  </a:cubicBezTo>
                  <a:cubicBezTo>
                    <a:pt x="578" y="314"/>
                    <a:pt x="578" y="314"/>
                    <a:pt x="578" y="314"/>
                  </a:cubicBezTo>
                  <a:cubicBezTo>
                    <a:pt x="578" y="314"/>
                    <a:pt x="578" y="314"/>
                    <a:pt x="578" y="314"/>
                  </a:cubicBezTo>
                  <a:cubicBezTo>
                    <a:pt x="578" y="314"/>
                    <a:pt x="578" y="314"/>
                    <a:pt x="578" y="314"/>
                  </a:cubicBezTo>
                  <a:cubicBezTo>
                    <a:pt x="578" y="314"/>
                    <a:pt x="578" y="314"/>
                    <a:pt x="578" y="314"/>
                  </a:cubicBezTo>
                  <a:cubicBezTo>
                    <a:pt x="578" y="313"/>
                    <a:pt x="578" y="312"/>
                    <a:pt x="578" y="311"/>
                  </a:cubicBezTo>
                  <a:lnTo>
                    <a:pt x="529" y="308"/>
                  </a:lnTo>
                  <a:close/>
                  <a:moveTo>
                    <a:pt x="577" y="256"/>
                  </a:moveTo>
                  <a:cubicBezTo>
                    <a:pt x="528" y="261"/>
                    <a:pt x="528" y="261"/>
                    <a:pt x="528" y="261"/>
                  </a:cubicBezTo>
                  <a:cubicBezTo>
                    <a:pt x="528" y="262"/>
                    <a:pt x="528" y="263"/>
                    <a:pt x="529" y="264"/>
                  </a:cubicBezTo>
                  <a:cubicBezTo>
                    <a:pt x="577" y="259"/>
                    <a:pt x="577" y="259"/>
                    <a:pt x="577" y="259"/>
                  </a:cubicBezTo>
                  <a:cubicBezTo>
                    <a:pt x="577" y="258"/>
                    <a:pt x="577" y="257"/>
                    <a:pt x="577" y="256"/>
                  </a:cubicBezTo>
                  <a:cubicBezTo>
                    <a:pt x="577" y="256"/>
                    <a:pt x="577" y="256"/>
                    <a:pt x="577" y="256"/>
                  </a:cubicBezTo>
                  <a:cubicBezTo>
                    <a:pt x="577" y="256"/>
                    <a:pt x="577" y="256"/>
                    <a:pt x="577" y="256"/>
                  </a:cubicBezTo>
                  <a:cubicBezTo>
                    <a:pt x="577" y="256"/>
                    <a:pt x="577" y="256"/>
                    <a:pt x="577" y="256"/>
                  </a:cubicBezTo>
                  <a:close/>
                  <a:moveTo>
                    <a:pt x="565" y="201"/>
                  </a:moveTo>
                  <a:cubicBezTo>
                    <a:pt x="519" y="216"/>
                    <a:pt x="519" y="216"/>
                    <a:pt x="519" y="216"/>
                  </a:cubicBezTo>
                  <a:cubicBezTo>
                    <a:pt x="519" y="217"/>
                    <a:pt x="519" y="218"/>
                    <a:pt x="519" y="219"/>
                  </a:cubicBezTo>
                  <a:cubicBezTo>
                    <a:pt x="566" y="204"/>
                    <a:pt x="566" y="204"/>
                    <a:pt x="566" y="204"/>
                  </a:cubicBezTo>
                  <a:cubicBezTo>
                    <a:pt x="566" y="203"/>
                    <a:pt x="566" y="202"/>
                    <a:pt x="565" y="201"/>
                  </a:cubicBezTo>
                  <a:close/>
                  <a:moveTo>
                    <a:pt x="543" y="150"/>
                  </a:moveTo>
                  <a:cubicBezTo>
                    <a:pt x="500" y="174"/>
                    <a:pt x="500" y="174"/>
                    <a:pt x="500" y="174"/>
                  </a:cubicBezTo>
                  <a:cubicBezTo>
                    <a:pt x="501" y="175"/>
                    <a:pt x="501" y="175"/>
                    <a:pt x="501" y="176"/>
                  </a:cubicBezTo>
                  <a:cubicBezTo>
                    <a:pt x="545" y="153"/>
                    <a:pt x="545" y="153"/>
                    <a:pt x="545" y="153"/>
                  </a:cubicBezTo>
                  <a:cubicBezTo>
                    <a:pt x="544" y="152"/>
                    <a:pt x="544" y="151"/>
                    <a:pt x="543" y="150"/>
                  </a:cubicBezTo>
                  <a:close/>
                  <a:moveTo>
                    <a:pt x="512" y="104"/>
                  </a:moveTo>
                  <a:cubicBezTo>
                    <a:pt x="474" y="136"/>
                    <a:pt x="474" y="136"/>
                    <a:pt x="474" y="136"/>
                  </a:cubicBezTo>
                  <a:cubicBezTo>
                    <a:pt x="475" y="136"/>
                    <a:pt x="475" y="137"/>
                    <a:pt x="476" y="137"/>
                  </a:cubicBezTo>
                  <a:cubicBezTo>
                    <a:pt x="514" y="106"/>
                    <a:pt x="514" y="106"/>
                    <a:pt x="514" y="106"/>
                  </a:cubicBezTo>
                  <a:cubicBezTo>
                    <a:pt x="513" y="106"/>
                    <a:pt x="513" y="106"/>
                    <a:pt x="513" y="106"/>
                  </a:cubicBezTo>
                  <a:cubicBezTo>
                    <a:pt x="513" y="106"/>
                    <a:pt x="513" y="106"/>
                    <a:pt x="513" y="106"/>
                  </a:cubicBezTo>
                  <a:cubicBezTo>
                    <a:pt x="513" y="106"/>
                    <a:pt x="513" y="106"/>
                    <a:pt x="513" y="106"/>
                  </a:cubicBezTo>
                  <a:cubicBezTo>
                    <a:pt x="513" y="106"/>
                    <a:pt x="513" y="106"/>
                    <a:pt x="513" y="106"/>
                  </a:cubicBezTo>
                  <a:cubicBezTo>
                    <a:pt x="513" y="106"/>
                    <a:pt x="513" y="106"/>
                    <a:pt x="513" y="106"/>
                  </a:cubicBezTo>
                  <a:cubicBezTo>
                    <a:pt x="513" y="106"/>
                    <a:pt x="513" y="106"/>
                    <a:pt x="513" y="106"/>
                  </a:cubicBezTo>
                  <a:cubicBezTo>
                    <a:pt x="513" y="106"/>
                    <a:pt x="513" y="106"/>
                    <a:pt x="513" y="106"/>
                  </a:cubicBezTo>
                  <a:cubicBezTo>
                    <a:pt x="513" y="106"/>
                    <a:pt x="513" y="106"/>
                    <a:pt x="513" y="106"/>
                  </a:cubicBezTo>
                  <a:cubicBezTo>
                    <a:pt x="513" y="106"/>
                    <a:pt x="513" y="106"/>
                    <a:pt x="513" y="106"/>
                  </a:cubicBezTo>
                  <a:cubicBezTo>
                    <a:pt x="513" y="105"/>
                    <a:pt x="512" y="105"/>
                    <a:pt x="512" y="104"/>
                  </a:cubicBezTo>
                  <a:close/>
                  <a:moveTo>
                    <a:pt x="472" y="65"/>
                  </a:moveTo>
                  <a:cubicBezTo>
                    <a:pt x="441" y="103"/>
                    <a:pt x="441" y="103"/>
                    <a:pt x="441" y="103"/>
                  </a:cubicBezTo>
                  <a:cubicBezTo>
                    <a:pt x="442" y="104"/>
                    <a:pt x="442" y="104"/>
                    <a:pt x="443" y="105"/>
                  </a:cubicBezTo>
                  <a:cubicBezTo>
                    <a:pt x="474" y="67"/>
                    <a:pt x="474" y="67"/>
                    <a:pt x="474" y="67"/>
                  </a:cubicBezTo>
                  <a:cubicBezTo>
                    <a:pt x="473" y="66"/>
                    <a:pt x="473" y="66"/>
                    <a:pt x="473" y="66"/>
                  </a:cubicBezTo>
                  <a:cubicBezTo>
                    <a:pt x="473" y="66"/>
                    <a:pt x="473" y="66"/>
                    <a:pt x="473" y="66"/>
                  </a:cubicBezTo>
                  <a:cubicBezTo>
                    <a:pt x="473" y="66"/>
                    <a:pt x="473" y="66"/>
                    <a:pt x="473" y="66"/>
                  </a:cubicBezTo>
                  <a:cubicBezTo>
                    <a:pt x="473" y="66"/>
                    <a:pt x="473" y="66"/>
                    <a:pt x="473" y="66"/>
                  </a:cubicBezTo>
                  <a:cubicBezTo>
                    <a:pt x="473" y="66"/>
                    <a:pt x="473" y="66"/>
                    <a:pt x="473" y="66"/>
                  </a:cubicBezTo>
                  <a:cubicBezTo>
                    <a:pt x="473" y="66"/>
                    <a:pt x="473" y="66"/>
                    <a:pt x="473" y="66"/>
                  </a:cubicBezTo>
                  <a:cubicBezTo>
                    <a:pt x="473" y="66"/>
                    <a:pt x="473" y="66"/>
                    <a:pt x="473" y="66"/>
                  </a:cubicBezTo>
                  <a:cubicBezTo>
                    <a:pt x="473" y="66"/>
                    <a:pt x="473" y="66"/>
                    <a:pt x="473" y="66"/>
                  </a:cubicBezTo>
                  <a:cubicBezTo>
                    <a:pt x="473" y="65"/>
                    <a:pt x="473" y="65"/>
                    <a:pt x="473" y="65"/>
                  </a:cubicBezTo>
                  <a:cubicBezTo>
                    <a:pt x="473" y="65"/>
                    <a:pt x="473" y="65"/>
                    <a:pt x="473" y="65"/>
                  </a:cubicBezTo>
                  <a:lnTo>
                    <a:pt x="472" y="65"/>
                  </a:lnTo>
                  <a:close/>
                  <a:moveTo>
                    <a:pt x="426" y="34"/>
                  </a:moveTo>
                  <a:cubicBezTo>
                    <a:pt x="403" y="77"/>
                    <a:pt x="403" y="77"/>
                    <a:pt x="403" y="77"/>
                  </a:cubicBezTo>
                  <a:cubicBezTo>
                    <a:pt x="403" y="78"/>
                    <a:pt x="404" y="78"/>
                    <a:pt x="405" y="79"/>
                  </a:cubicBezTo>
                  <a:cubicBezTo>
                    <a:pt x="428" y="35"/>
                    <a:pt x="428" y="35"/>
                    <a:pt x="428" y="35"/>
                  </a:cubicBezTo>
                  <a:cubicBezTo>
                    <a:pt x="428" y="35"/>
                    <a:pt x="428" y="35"/>
                    <a:pt x="428" y="35"/>
                  </a:cubicBezTo>
                  <a:cubicBezTo>
                    <a:pt x="428" y="35"/>
                    <a:pt x="428" y="35"/>
                    <a:pt x="428" y="35"/>
                  </a:cubicBezTo>
                  <a:cubicBezTo>
                    <a:pt x="428" y="35"/>
                    <a:pt x="428" y="35"/>
                    <a:pt x="428" y="35"/>
                  </a:cubicBezTo>
                  <a:cubicBezTo>
                    <a:pt x="427" y="35"/>
                    <a:pt x="426" y="35"/>
                    <a:pt x="426" y="34"/>
                  </a:cubicBezTo>
                  <a:close/>
                  <a:moveTo>
                    <a:pt x="374" y="13"/>
                  </a:moveTo>
                  <a:cubicBezTo>
                    <a:pt x="360" y="60"/>
                    <a:pt x="360" y="60"/>
                    <a:pt x="360" y="60"/>
                  </a:cubicBezTo>
                  <a:cubicBezTo>
                    <a:pt x="361" y="60"/>
                    <a:pt x="361" y="60"/>
                    <a:pt x="362" y="60"/>
                  </a:cubicBezTo>
                  <a:cubicBezTo>
                    <a:pt x="377" y="14"/>
                    <a:pt x="377" y="14"/>
                    <a:pt x="377" y="14"/>
                  </a:cubicBezTo>
                  <a:cubicBezTo>
                    <a:pt x="376" y="13"/>
                    <a:pt x="376" y="13"/>
                    <a:pt x="375" y="13"/>
                  </a:cubicBezTo>
                  <a:cubicBezTo>
                    <a:pt x="375" y="13"/>
                    <a:pt x="375" y="13"/>
                    <a:pt x="375" y="13"/>
                  </a:cubicBezTo>
                  <a:cubicBezTo>
                    <a:pt x="375" y="13"/>
                    <a:pt x="375" y="13"/>
                    <a:pt x="375" y="13"/>
                  </a:cubicBezTo>
                  <a:cubicBezTo>
                    <a:pt x="375" y="13"/>
                    <a:pt x="375" y="13"/>
                    <a:pt x="375" y="13"/>
                  </a:cubicBezTo>
                  <a:cubicBezTo>
                    <a:pt x="375" y="13"/>
                    <a:pt x="375" y="13"/>
                    <a:pt x="375" y="13"/>
                  </a:cubicBezTo>
                  <a:cubicBezTo>
                    <a:pt x="375" y="13"/>
                    <a:pt x="375" y="13"/>
                    <a:pt x="375" y="13"/>
                  </a:cubicBezTo>
                  <a:cubicBezTo>
                    <a:pt x="375" y="13"/>
                    <a:pt x="375" y="13"/>
                    <a:pt x="375" y="13"/>
                  </a:cubicBezTo>
                  <a:lnTo>
                    <a:pt x="374" y="13"/>
                  </a:lnTo>
                  <a:close/>
                  <a:moveTo>
                    <a:pt x="320" y="2"/>
                  </a:moveTo>
                  <a:cubicBezTo>
                    <a:pt x="315" y="51"/>
                    <a:pt x="315" y="51"/>
                    <a:pt x="315" y="51"/>
                  </a:cubicBezTo>
                  <a:cubicBezTo>
                    <a:pt x="315" y="51"/>
                    <a:pt x="316" y="51"/>
                    <a:pt x="317" y="51"/>
                  </a:cubicBezTo>
                  <a:cubicBezTo>
                    <a:pt x="322" y="2"/>
                    <a:pt x="322" y="2"/>
                    <a:pt x="322" y="2"/>
                  </a:cubicBezTo>
                  <a:cubicBezTo>
                    <a:pt x="322" y="2"/>
                    <a:pt x="321" y="2"/>
                    <a:pt x="320" y="2"/>
                  </a:cubicBezTo>
                  <a:cubicBezTo>
                    <a:pt x="320" y="2"/>
                    <a:pt x="320" y="2"/>
                    <a:pt x="320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2" name="Google Shape;1392;p37"/>
            <p:cNvSpPr/>
            <p:nvPr/>
          </p:nvSpPr>
          <p:spPr>
            <a:xfrm>
              <a:off x="5867400" y="4462463"/>
              <a:ext cx="720725" cy="722312"/>
            </a:xfrm>
            <a:custGeom>
              <a:avLst/>
              <a:gdLst/>
              <a:ahLst/>
              <a:cxnLst/>
              <a:rect l="l" t="t" r="r" b="b"/>
              <a:pathLst>
                <a:path w="428" h="428" extrusionOk="0">
                  <a:moveTo>
                    <a:pt x="214" y="422"/>
                  </a:moveTo>
                  <a:cubicBezTo>
                    <a:pt x="214" y="419"/>
                    <a:pt x="217" y="416"/>
                    <a:pt x="220" y="416"/>
                  </a:cubicBezTo>
                  <a:cubicBezTo>
                    <a:pt x="223" y="416"/>
                    <a:pt x="226" y="418"/>
                    <a:pt x="226" y="422"/>
                  </a:cubicBezTo>
                  <a:cubicBezTo>
                    <a:pt x="226" y="425"/>
                    <a:pt x="223" y="428"/>
                    <a:pt x="220" y="428"/>
                  </a:cubicBezTo>
                  <a:cubicBezTo>
                    <a:pt x="220" y="428"/>
                    <a:pt x="220" y="428"/>
                    <a:pt x="220" y="428"/>
                  </a:cubicBezTo>
                  <a:cubicBezTo>
                    <a:pt x="217" y="428"/>
                    <a:pt x="214" y="425"/>
                    <a:pt x="214" y="422"/>
                  </a:cubicBezTo>
                  <a:close/>
                  <a:moveTo>
                    <a:pt x="187" y="426"/>
                  </a:moveTo>
                  <a:cubicBezTo>
                    <a:pt x="187" y="426"/>
                    <a:pt x="187" y="426"/>
                    <a:pt x="187" y="426"/>
                  </a:cubicBezTo>
                  <a:cubicBezTo>
                    <a:pt x="184" y="426"/>
                    <a:pt x="182" y="423"/>
                    <a:pt x="182" y="420"/>
                  </a:cubicBezTo>
                  <a:cubicBezTo>
                    <a:pt x="182" y="416"/>
                    <a:pt x="185" y="414"/>
                    <a:pt x="189" y="415"/>
                  </a:cubicBezTo>
                  <a:cubicBezTo>
                    <a:pt x="189" y="415"/>
                    <a:pt x="189" y="415"/>
                    <a:pt x="189" y="415"/>
                  </a:cubicBezTo>
                  <a:cubicBezTo>
                    <a:pt x="192" y="415"/>
                    <a:pt x="194" y="418"/>
                    <a:pt x="194" y="421"/>
                  </a:cubicBezTo>
                  <a:cubicBezTo>
                    <a:pt x="193" y="424"/>
                    <a:pt x="191" y="426"/>
                    <a:pt x="188" y="426"/>
                  </a:cubicBezTo>
                  <a:lnTo>
                    <a:pt x="187" y="426"/>
                  </a:lnTo>
                  <a:close/>
                  <a:moveTo>
                    <a:pt x="246" y="419"/>
                  </a:moveTo>
                  <a:cubicBezTo>
                    <a:pt x="245" y="416"/>
                    <a:pt x="248" y="413"/>
                    <a:pt x="251" y="413"/>
                  </a:cubicBezTo>
                  <a:cubicBezTo>
                    <a:pt x="254" y="412"/>
                    <a:pt x="257" y="414"/>
                    <a:pt x="257" y="417"/>
                  </a:cubicBezTo>
                  <a:cubicBezTo>
                    <a:pt x="258" y="420"/>
                    <a:pt x="256" y="424"/>
                    <a:pt x="253" y="424"/>
                  </a:cubicBezTo>
                  <a:cubicBezTo>
                    <a:pt x="252" y="424"/>
                    <a:pt x="252" y="424"/>
                    <a:pt x="252" y="424"/>
                  </a:cubicBezTo>
                  <a:cubicBezTo>
                    <a:pt x="249" y="424"/>
                    <a:pt x="247" y="422"/>
                    <a:pt x="246" y="419"/>
                  </a:cubicBezTo>
                  <a:close/>
                  <a:moveTo>
                    <a:pt x="155" y="420"/>
                  </a:moveTo>
                  <a:cubicBezTo>
                    <a:pt x="152" y="419"/>
                    <a:pt x="150" y="415"/>
                    <a:pt x="151" y="412"/>
                  </a:cubicBezTo>
                  <a:cubicBezTo>
                    <a:pt x="152" y="409"/>
                    <a:pt x="155" y="407"/>
                    <a:pt x="158" y="408"/>
                  </a:cubicBezTo>
                  <a:cubicBezTo>
                    <a:pt x="158" y="408"/>
                    <a:pt x="158" y="408"/>
                    <a:pt x="158" y="408"/>
                  </a:cubicBezTo>
                  <a:cubicBezTo>
                    <a:pt x="161" y="409"/>
                    <a:pt x="163" y="412"/>
                    <a:pt x="162" y="416"/>
                  </a:cubicBezTo>
                  <a:cubicBezTo>
                    <a:pt x="161" y="418"/>
                    <a:pt x="159" y="420"/>
                    <a:pt x="157" y="420"/>
                  </a:cubicBezTo>
                  <a:cubicBezTo>
                    <a:pt x="156" y="420"/>
                    <a:pt x="155" y="420"/>
                    <a:pt x="155" y="420"/>
                  </a:cubicBezTo>
                  <a:close/>
                  <a:moveTo>
                    <a:pt x="277" y="412"/>
                  </a:moveTo>
                  <a:cubicBezTo>
                    <a:pt x="276" y="409"/>
                    <a:pt x="278" y="406"/>
                    <a:pt x="281" y="405"/>
                  </a:cubicBezTo>
                  <a:cubicBezTo>
                    <a:pt x="284" y="404"/>
                    <a:pt x="287" y="405"/>
                    <a:pt x="288" y="408"/>
                  </a:cubicBezTo>
                  <a:cubicBezTo>
                    <a:pt x="289" y="411"/>
                    <a:pt x="288" y="415"/>
                    <a:pt x="285" y="416"/>
                  </a:cubicBezTo>
                  <a:cubicBezTo>
                    <a:pt x="284" y="416"/>
                    <a:pt x="283" y="416"/>
                    <a:pt x="283" y="416"/>
                  </a:cubicBezTo>
                  <a:cubicBezTo>
                    <a:pt x="280" y="416"/>
                    <a:pt x="278" y="414"/>
                    <a:pt x="277" y="412"/>
                  </a:cubicBezTo>
                  <a:close/>
                  <a:moveTo>
                    <a:pt x="124" y="408"/>
                  </a:moveTo>
                  <a:cubicBezTo>
                    <a:pt x="121" y="407"/>
                    <a:pt x="120" y="403"/>
                    <a:pt x="121" y="400"/>
                  </a:cubicBezTo>
                  <a:cubicBezTo>
                    <a:pt x="122" y="397"/>
                    <a:pt x="126" y="396"/>
                    <a:pt x="129" y="398"/>
                  </a:cubicBezTo>
                  <a:cubicBezTo>
                    <a:pt x="132" y="399"/>
                    <a:pt x="133" y="402"/>
                    <a:pt x="132" y="405"/>
                  </a:cubicBezTo>
                  <a:cubicBezTo>
                    <a:pt x="131" y="407"/>
                    <a:pt x="129" y="409"/>
                    <a:pt x="126" y="409"/>
                  </a:cubicBezTo>
                  <a:cubicBezTo>
                    <a:pt x="126" y="409"/>
                    <a:pt x="125" y="409"/>
                    <a:pt x="124" y="408"/>
                  </a:cubicBezTo>
                  <a:close/>
                  <a:moveTo>
                    <a:pt x="307" y="400"/>
                  </a:moveTo>
                  <a:cubicBezTo>
                    <a:pt x="305" y="397"/>
                    <a:pt x="306" y="394"/>
                    <a:pt x="309" y="392"/>
                  </a:cubicBezTo>
                  <a:cubicBezTo>
                    <a:pt x="312" y="391"/>
                    <a:pt x="316" y="392"/>
                    <a:pt x="317" y="394"/>
                  </a:cubicBezTo>
                  <a:cubicBezTo>
                    <a:pt x="319" y="397"/>
                    <a:pt x="318" y="401"/>
                    <a:pt x="315" y="402"/>
                  </a:cubicBezTo>
                  <a:cubicBezTo>
                    <a:pt x="314" y="403"/>
                    <a:pt x="313" y="403"/>
                    <a:pt x="312" y="403"/>
                  </a:cubicBezTo>
                  <a:cubicBezTo>
                    <a:pt x="310" y="403"/>
                    <a:pt x="308" y="402"/>
                    <a:pt x="307" y="400"/>
                  </a:cubicBezTo>
                  <a:close/>
                  <a:moveTo>
                    <a:pt x="95" y="392"/>
                  </a:moveTo>
                  <a:cubicBezTo>
                    <a:pt x="93" y="390"/>
                    <a:pt x="92" y="387"/>
                    <a:pt x="94" y="384"/>
                  </a:cubicBezTo>
                  <a:cubicBezTo>
                    <a:pt x="95" y="381"/>
                    <a:pt x="99" y="381"/>
                    <a:pt x="102" y="382"/>
                  </a:cubicBezTo>
                  <a:cubicBezTo>
                    <a:pt x="104" y="384"/>
                    <a:pt x="105" y="388"/>
                    <a:pt x="103" y="390"/>
                  </a:cubicBezTo>
                  <a:cubicBezTo>
                    <a:pt x="102" y="392"/>
                    <a:pt x="100" y="393"/>
                    <a:pt x="98" y="393"/>
                  </a:cubicBezTo>
                  <a:cubicBezTo>
                    <a:pt x="97" y="393"/>
                    <a:pt x="96" y="393"/>
                    <a:pt x="95" y="392"/>
                  </a:cubicBezTo>
                  <a:close/>
                  <a:moveTo>
                    <a:pt x="334" y="383"/>
                  </a:moveTo>
                  <a:cubicBezTo>
                    <a:pt x="332" y="381"/>
                    <a:pt x="333" y="377"/>
                    <a:pt x="335" y="375"/>
                  </a:cubicBezTo>
                  <a:cubicBezTo>
                    <a:pt x="338" y="373"/>
                    <a:pt x="342" y="374"/>
                    <a:pt x="344" y="376"/>
                  </a:cubicBezTo>
                  <a:cubicBezTo>
                    <a:pt x="346" y="379"/>
                    <a:pt x="345" y="383"/>
                    <a:pt x="342" y="385"/>
                  </a:cubicBezTo>
                  <a:cubicBezTo>
                    <a:pt x="341" y="385"/>
                    <a:pt x="340" y="386"/>
                    <a:pt x="339" y="386"/>
                  </a:cubicBezTo>
                  <a:cubicBezTo>
                    <a:pt x="337" y="386"/>
                    <a:pt x="335" y="385"/>
                    <a:pt x="334" y="383"/>
                  </a:cubicBezTo>
                  <a:close/>
                  <a:moveTo>
                    <a:pt x="69" y="372"/>
                  </a:moveTo>
                  <a:cubicBezTo>
                    <a:pt x="69" y="372"/>
                    <a:pt x="69" y="372"/>
                    <a:pt x="69" y="372"/>
                  </a:cubicBezTo>
                  <a:cubicBezTo>
                    <a:pt x="67" y="370"/>
                    <a:pt x="67" y="366"/>
                    <a:pt x="69" y="364"/>
                  </a:cubicBezTo>
                  <a:cubicBezTo>
                    <a:pt x="71" y="361"/>
                    <a:pt x="75" y="361"/>
                    <a:pt x="77" y="363"/>
                  </a:cubicBezTo>
                  <a:cubicBezTo>
                    <a:pt x="79" y="365"/>
                    <a:pt x="80" y="369"/>
                    <a:pt x="77" y="371"/>
                  </a:cubicBezTo>
                  <a:cubicBezTo>
                    <a:pt x="76" y="373"/>
                    <a:pt x="75" y="373"/>
                    <a:pt x="73" y="373"/>
                  </a:cubicBezTo>
                  <a:cubicBezTo>
                    <a:pt x="72" y="373"/>
                    <a:pt x="70" y="373"/>
                    <a:pt x="69" y="372"/>
                  </a:cubicBezTo>
                  <a:close/>
                  <a:moveTo>
                    <a:pt x="359" y="363"/>
                  </a:moveTo>
                  <a:cubicBezTo>
                    <a:pt x="357" y="361"/>
                    <a:pt x="357" y="357"/>
                    <a:pt x="359" y="355"/>
                  </a:cubicBezTo>
                  <a:cubicBezTo>
                    <a:pt x="359" y="355"/>
                    <a:pt x="359" y="355"/>
                    <a:pt x="359" y="355"/>
                  </a:cubicBezTo>
                  <a:cubicBezTo>
                    <a:pt x="361" y="352"/>
                    <a:pt x="365" y="352"/>
                    <a:pt x="367" y="354"/>
                  </a:cubicBezTo>
                  <a:cubicBezTo>
                    <a:pt x="369" y="357"/>
                    <a:pt x="369" y="360"/>
                    <a:pt x="367" y="363"/>
                  </a:cubicBezTo>
                  <a:cubicBezTo>
                    <a:pt x="366" y="364"/>
                    <a:pt x="364" y="364"/>
                    <a:pt x="363" y="364"/>
                  </a:cubicBezTo>
                  <a:cubicBezTo>
                    <a:pt x="361" y="364"/>
                    <a:pt x="360" y="364"/>
                    <a:pt x="359" y="363"/>
                  </a:cubicBezTo>
                  <a:close/>
                  <a:moveTo>
                    <a:pt x="47" y="348"/>
                  </a:moveTo>
                  <a:cubicBezTo>
                    <a:pt x="45" y="345"/>
                    <a:pt x="45" y="342"/>
                    <a:pt x="48" y="340"/>
                  </a:cubicBezTo>
                  <a:cubicBezTo>
                    <a:pt x="50" y="338"/>
                    <a:pt x="54" y="338"/>
                    <a:pt x="56" y="340"/>
                  </a:cubicBezTo>
                  <a:cubicBezTo>
                    <a:pt x="58" y="343"/>
                    <a:pt x="57" y="347"/>
                    <a:pt x="55" y="349"/>
                  </a:cubicBezTo>
                  <a:cubicBezTo>
                    <a:pt x="54" y="350"/>
                    <a:pt x="53" y="350"/>
                    <a:pt x="51" y="350"/>
                  </a:cubicBezTo>
                  <a:cubicBezTo>
                    <a:pt x="50" y="350"/>
                    <a:pt x="48" y="349"/>
                    <a:pt x="47" y="348"/>
                  </a:cubicBezTo>
                  <a:close/>
                  <a:moveTo>
                    <a:pt x="380" y="339"/>
                  </a:moveTo>
                  <a:cubicBezTo>
                    <a:pt x="377" y="337"/>
                    <a:pt x="377" y="333"/>
                    <a:pt x="379" y="331"/>
                  </a:cubicBezTo>
                  <a:cubicBezTo>
                    <a:pt x="381" y="328"/>
                    <a:pt x="384" y="327"/>
                    <a:pt x="387" y="329"/>
                  </a:cubicBezTo>
                  <a:cubicBezTo>
                    <a:pt x="389" y="331"/>
                    <a:pt x="390" y="335"/>
                    <a:pt x="388" y="337"/>
                  </a:cubicBezTo>
                  <a:cubicBezTo>
                    <a:pt x="387" y="339"/>
                    <a:pt x="385" y="340"/>
                    <a:pt x="383" y="340"/>
                  </a:cubicBezTo>
                  <a:cubicBezTo>
                    <a:pt x="382" y="340"/>
                    <a:pt x="381" y="339"/>
                    <a:pt x="380" y="339"/>
                  </a:cubicBezTo>
                  <a:close/>
                  <a:moveTo>
                    <a:pt x="28" y="321"/>
                  </a:moveTo>
                  <a:cubicBezTo>
                    <a:pt x="26" y="318"/>
                    <a:pt x="27" y="314"/>
                    <a:pt x="30" y="313"/>
                  </a:cubicBezTo>
                  <a:cubicBezTo>
                    <a:pt x="33" y="311"/>
                    <a:pt x="37" y="312"/>
                    <a:pt x="38" y="315"/>
                  </a:cubicBezTo>
                  <a:cubicBezTo>
                    <a:pt x="40" y="318"/>
                    <a:pt x="39" y="321"/>
                    <a:pt x="36" y="323"/>
                  </a:cubicBezTo>
                  <a:cubicBezTo>
                    <a:pt x="35" y="323"/>
                    <a:pt x="34" y="324"/>
                    <a:pt x="33" y="324"/>
                  </a:cubicBezTo>
                  <a:cubicBezTo>
                    <a:pt x="31" y="324"/>
                    <a:pt x="29" y="323"/>
                    <a:pt x="28" y="321"/>
                  </a:cubicBezTo>
                  <a:close/>
                  <a:moveTo>
                    <a:pt x="397" y="312"/>
                  </a:moveTo>
                  <a:cubicBezTo>
                    <a:pt x="394" y="310"/>
                    <a:pt x="393" y="307"/>
                    <a:pt x="395" y="304"/>
                  </a:cubicBezTo>
                  <a:cubicBezTo>
                    <a:pt x="396" y="301"/>
                    <a:pt x="400" y="300"/>
                    <a:pt x="403" y="301"/>
                  </a:cubicBezTo>
                  <a:cubicBezTo>
                    <a:pt x="405" y="303"/>
                    <a:pt x="407" y="306"/>
                    <a:pt x="405" y="309"/>
                  </a:cubicBezTo>
                  <a:cubicBezTo>
                    <a:pt x="404" y="311"/>
                    <a:pt x="402" y="312"/>
                    <a:pt x="400" y="312"/>
                  </a:cubicBezTo>
                  <a:cubicBezTo>
                    <a:pt x="399" y="312"/>
                    <a:pt x="398" y="312"/>
                    <a:pt x="397" y="312"/>
                  </a:cubicBezTo>
                  <a:close/>
                  <a:moveTo>
                    <a:pt x="14" y="291"/>
                  </a:moveTo>
                  <a:cubicBezTo>
                    <a:pt x="13" y="288"/>
                    <a:pt x="14" y="285"/>
                    <a:pt x="17" y="283"/>
                  </a:cubicBezTo>
                  <a:cubicBezTo>
                    <a:pt x="20" y="282"/>
                    <a:pt x="24" y="284"/>
                    <a:pt x="25" y="287"/>
                  </a:cubicBezTo>
                  <a:cubicBezTo>
                    <a:pt x="26" y="290"/>
                    <a:pt x="24" y="293"/>
                    <a:pt x="21" y="294"/>
                  </a:cubicBezTo>
                  <a:cubicBezTo>
                    <a:pt x="21" y="295"/>
                    <a:pt x="20" y="295"/>
                    <a:pt x="19" y="295"/>
                  </a:cubicBezTo>
                  <a:cubicBezTo>
                    <a:pt x="17" y="295"/>
                    <a:pt x="15" y="293"/>
                    <a:pt x="14" y="291"/>
                  </a:cubicBezTo>
                  <a:close/>
                  <a:moveTo>
                    <a:pt x="410" y="282"/>
                  </a:moveTo>
                  <a:cubicBezTo>
                    <a:pt x="407" y="281"/>
                    <a:pt x="405" y="278"/>
                    <a:pt x="406" y="275"/>
                  </a:cubicBezTo>
                  <a:cubicBezTo>
                    <a:pt x="407" y="272"/>
                    <a:pt x="411" y="270"/>
                    <a:pt x="414" y="271"/>
                  </a:cubicBezTo>
                  <a:cubicBezTo>
                    <a:pt x="417" y="272"/>
                    <a:pt x="419" y="275"/>
                    <a:pt x="418" y="279"/>
                  </a:cubicBezTo>
                  <a:cubicBezTo>
                    <a:pt x="417" y="281"/>
                    <a:pt x="414" y="283"/>
                    <a:pt x="412" y="283"/>
                  </a:cubicBezTo>
                  <a:cubicBezTo>
                    <a:pt x="411" y="283"/>
                    <a:pt x="411" y="283"/>
                    <a:pt x="410" y="282"/>
                  </a:cubicBezTo>
                  <a:close/>
                  <a:moveTo>
                    <a:pt x="4" y="259"/>
                  </a:moveTo>
                  <a:cubicBezTo>
                    <a:pt x="4" y="256"/>
                    <a:pt x="6" y="253"/>
                    <a:pt x="9" y="252"/>
                  </a:cubicBezTo>
                  <a:cubicBezTo>
                    <a:pt x="12" y="252"/>
                    <a:pt x="15" y="254"/>
                    <a:pt x="16" y="257"/>
                  </a:cubicBezTo>
                  <a:cubicBezTo>
                    <a:pt x="16" y="260"/>
                    <a:pt x="14" y="263"/>
                    <a:pt x="11" y="264"/>
                  </a:cubicBezTo>
                  <a:cubicBezTo>
                    <a:pt x="11" y="264"/>
                    <a:pt x="10" y="264"/>
                    <a:pt x="10" y="264"/>
                  </a:cubicBezTo>
                  <a:cubicBezTo>
                    <a:pt x="7" y="264"/>
                    <a:pt x="5" y="262"/>
                    <a:pt x="4" y="259"/>
                  </a:cubicBezTo>
                  <a:close/>
                  <a:moveTo>
                    <a:pt x="418" y="251"/>
                  </a:moveTo>
                  <a:cubicBezTo>
                    <a:pt x="415" y="251"/>
                    <a:pt x="413" y="248"/>
                    <a:pt x="414" y="245"/>
                  </a:cubicBezTo>
                  <a:cubicBezTo>
                    <a:pt x="414" y="242"/>
                    <a:pt x="417" y="239"/>
                    <a:pt x="420" y="240"/>
                  </a:cubicBezTo>
                  <a:cubicBezTo>
                    <a:pt x="423" y="240"/>
                    <a:pt x="426" y="243"/>
                    <a:pt x="425" y="246"/>
                  </a:cubicBezTo>
                  <a:cubicBezTo>
                    <a:pt x="425" y="249"/>
                    <a:pt x="422" y="251"/>
                    <a:pt x="419" y="251"/>
                  </a:cubicBezTo>
                  <a:lnTo>
                    <a:pt x="418" y="251"/>
                  </a:lnTo>
                  <a:close/>
                  <a:moveTo>
                    <a:pt x="0" y="227"/>
                  </a:moveTo>
                  <a:cubicBezTo>
                    <a:pt x="0" y="227"/>
                    <a:pt x="0" y="227"/>
                    <a:pt x="0" y="227"/>
                  </a:cubicBezTo>
                  <a:cubicBezTo>
                    <a:pt x="0" y="224"/>
                    <a:pt x="2" y="221"/>
                    <a:pt x="5" y="221"/>
                  </a:cubicBezTo>
                  <a:cubicBezTo>
                    <a:pt x="9" y="220"/>
                    <a:pt x="11" y="223"/>
                    <a:pt x="11" y="226"/>
                  </a:cubicBezTo>
                  <a:cubicBezTo>
                    <a:pt x="11" y="226"/>
                    <a:pt x="11" y="226"/>
                    <a:pt x="11" y="226"/>
                  </a:cubicBezTo>
                  <a:cubicBezTo>
                    <a:pt x="12" y="229"/>
                    <a:pt x="9" y="232"/>
                    <a:pt x="6" y="232"/>
                  </a:cubicBezTo>
                  <a:cubicBezTo>
                    <a:pt x="6" y="232"/>
                    <a:pt x="6" y="232"/>
                    <a:pt x="6" y="232"/>
                  </a:cubicBezTo>
                  <a:cubicBezTo>
                    <a:pt x="3" y="232"/>
                    <a:pt x="0" y="230"/>
                    <a:pt x="0" y="227"/>
                  </a:cubicBezTo>
                  <a:close/>
                  <a:moveTo>
                    <a:pt x="416" y="214"/>
                  </a:moveTo>
                  <a:cubicBezTo>
                    <a:pt x="416" y="210"/>
                    <a:pt x="419" y="208"/>
                    <a:pt x="422" y="208"/>
                  </a:cubicBezTo>
                  <a:cubicBezTo>
                    <a:pt x="425" y="208"/>
                    <a:pt x="428" y="210"/>
                    <a:pt x="428" y="214"/>
                  </a:cubicBezTo>
                  <a:cubicBezTo>
                    <a:pt x="428" y="217"/>
                    <a:pt x="425" y="219"/>
                    <a:pt x="422" y="219"/>
                  </a:cubicBezTo>
                  <a:cubicBezTo>
                    <a:pt x="419" y="219"/>
                    <a:pt x="416" y="217"/>
                    <a:pt x="416" y="214"/>
                  </a:cubicBezTo>
                  <a:close/>
                  <a:moveTo>
                    <a:pt x="6" y="200"/>
                  </a:moveTo>
                  <a:cubicBezTo>
                    <a:pt x="2" y="200"/>
                    <a:pt x="0" y="197"/>
                    <a:pt x="0" y="194"/>
                  </a:cubicBezTo>
                  <a:cubicBezTo>
                    <a:pt x="1" y="191"/>
                    <a:pt x="3" y="188"/>
                    <a:pt x="7" y="189"/>
                  </a:cubicBezTo>
                  <a:cubicBezTo>
                    <a:pt x="10" y="189"/>
                    <a:pt x="12" y="192"/>
                    <a:pt x="12" y="195"/>
                  </a:cubicBezTo>
                  <a:cubicBezTo>
                    <a:pt x="12" y="198"/>
                    <a:pt x="9" y="200"/>
                    <a:pt x="6" y="200"/>
                  </a:cubicBezTo>
                  <a:close/>
                  <a:moveTo>
                    <a:pt x="414" y="189"/>
                  </a:moveTo>
                  <a:cubicBezTo>
                    <a:pt x="414" y="189"/>
                    <a:pt x="414" y="189"/>
                    <a:pt x="414" y="189"/>
                  </a:cubicBezTo>
                  <a:cubicBezTo>
                    <a:pt x="414" y="186"/>
                    <a:pt x="416" y="183"/>
                    <a:pt x="419" y="182"/>
                  </a:cubicBezTo>
                  <a:cubicBezTo>
                    <a:pt x="423" y="182"/>
                    <a:pt x="426" y="184"/>
                    <a:pt x="426" y="187"/>
                  </a:cubicBezTo>
                  <a:cubicBezTo>
                    <a:pt x="426" y="191"/>
                    <a:pt x="424" y="194"/>
                    <a:pt x="421" y="194"/>
                  </a:cubicBezTo>
                  <a:cubicBezTo>
                    <a:pt x="420" y="194"/>
                    <a:pt x="420" y="194"/>
                    <a:pt x="420" y="194"/>
                  </a:cubicBezTo>
                  <a:cubicBezTo>
                    <a:pt x="417" y="194"/>
                    <a:pt x="415" y="192"/>
                    <a:pt x="414" y="189"/>
                  </a:cubicBezTo>
                  <a:close/>
                  <a:moveTo>
                    <a:pt x="10" y="168"/>
                  </a:moveTo>
                  <a:cubicBezTo>
                    <a:pt x="7" y="168"/>
                    <a:pt x="5" y="165"/>
                    <a:pt x="6" y="161"/>
                  </a:cubicBezTo>
                  <a:cubicBezTo>
                    <a:pt x="7" y="158"/>
                    <a:pt x="10" y="156"/>
                    <a:pt x="13" y="157"/>
                  </a:cubicBezTo>
                  <a:cubicBezTo>
                    <a:pt x="16" y="158"/>
                    <a:pt x="18" y="161"/>
                    <a:pt x="17" y="164"/>
                  </a:cubicBezTo>
                  <a:cubicBezTo>
                    <a:pt x="17" y="167"/>
                    <a:pt x="14" y="169"/>
                    <a:pt x="12" y="169"/>
                  </a:cubicBezTo>
                  <a:cubicBezTo>
                    <a:pt x="11" y="169"/>
                    <a:pt x="11" y="169"/>
                    <a:pt x="10" y="168"/>
                  </a:cubicBezTo>
                  <a:close/>
                  <a:moveTo>
                    <a:pt x="408" y="158"/>
                  </a:moveTo>
                  <a:cubicBezTo>
                    <a:pt x="408" y="158"/>
                    <a:pt x="408" y="158"/>
                    <a:pt x="408" y="158"/>
                  </a:cubicBezTo>
                  <a:cubicBezTo>
                    <a:pt x="407" y="155"/>
                    <a:pt x="409" y="152"/>
                    <a:pt x="412" y="151"/>
                  </a:cubicBezTo>
                  <a:cubicBezTo>
                    <a:pt x="415" y="150"/>
                    <a:pt x="419" y="152"/>
                    <a:pt x="419" y="155"/>
                  </a:cubicBezTo>
                  <a:cubicBezTo>
                    <a:pt x="420" y="158"/>
                    <a:pt x="419" y="162"/>
                    <a:pt x="415" y="162"/>
                  </a:cubicBezTo>
                  <a:cubicBezTo>
                    <a:pt x="415" y="163"/>
                    <a:pt x="414" y="163"/>
                    <a:pt x="414" y="163"/>
                  </a:cubicBezTo>
                  <a:cubicBezTo>
                    <a:pt x="411" y="163"/>
                    <a:pt x="409" y="161"/>
                    <a:pt x="408" y="158"/>
                  </a:cubicBezTo>
                  <a:close/>
                  <a:moveTo>
                    <a:pt x="19" y="138"/>
                  </a:moveTo>
                  <a:cubicBezTo>
                    <a:pt x="16" y="137"/>
                    <a:pt x="15" y="133"/>
                    <a:pt x="16" y="130"/>
                  </a:cubicBezTo>
                  <a:cubicBezTo>
                    <a:pt x="18" y="127"/>
                    <a:pt x="21" y="126"/>
                    <a:pt x="24" y="127"/>
                  </a:cubicBezTo>
                  <a:cubicBezTo>
                    <a:pt x="27" y="128"/>
                    <a:pt x="28" y="132"/>
                    <a:pt x="27" y="135"/>
                  </a:cubicBezTo>
                  <a:cubicBezTo>
                    <a:pt x="26" y="137"/>
                    <a:pt x="24" y="138"/>
                    <a:pt x="22" y="138"/>
                  </a:cubicBezTo>
                  <a:cubicBezTo>
                    <a:pt x="21" y="138"/>
                    <a:pt x="20" y="138"/>
                    <a:pt x="19" y="138"/>
                  </a:cubicBezTo>
                  <a:close/>
                  <a:moveTo>
                    <a:pt x="397" y="129"/>
                  </a:moveTo>
                  <a:cubicBezTo>
                    <a:pt x="396" y="126"/>
                    <a:pt x="397" y="123"/>
                    <a:pt x="400" y="121"/>
                  </a:cubicBezTo>
                  <a:cubicBezTo>
                    <a:pt x="403" y="120"/>
                    <a:pt x="407" y="121"/>
                    <a:pt x="408" y="124"/>
                  </a:cubicBezTo>
                  <a:cubicBezTo>
                    <a:pt x="408" y="124"/>
                    <a:pt x="408" y="124"/>
                    <a:pt x="408" y="124"/>
                  </a:cubicBezTo>
                  <a:cubicBezTo>
                    <a:pt x="409" y="127"/>
                    <a:pt x="408" y="131"/>
                    <a:pt x="405" y="132"/>
                  </a:cubicBezTo>
                  <a:cubicBezTo>
                    <a:pt x="404" y="132"/>
                    <a:pt x="404" y="133"/>
                    <a:pt x="403" y="133"/>
                  </a:cubicBezTo>
                  <a:cubicBezTo>
                    <a:pt x="401" y="133"/>
                    <a:pt x="398" y="131"/>
                    <a:pt x="397" y="129"/>
                  </a:cubicBezTo>
                  <a:close/>
                  <a:moveTo>
                    <a:pt x="33" y="109"/>
                  </a:moveTo>
                  <a:cubicBezTo>
                    <a:pt x="31" y="107"/>
                    <a:pt x="30" y="104"/>
                    <a:pt x="32" y="101"/>
                  </a:cubicBezTo>
                  <a:cubicBezTo>
                    <a:pt x="33" y="98"/>
                    <a:pt x="37" y="97"/>
                    <a:pt x="40" y="99"/>
                  </a:cubicBezTo>
                  <a:cubicBezTo>
                    <a:pt x="42" y="101"/>
                    <a:pt x="43" y="104"/>
                    <a:pt x="41" y="107"/>
                  </a:cubicBezTo>
                  <a:cubicBezTo>
                    <a:pt x="40" y="109"/>
                    <a:pt x="38" y="110"/>
                    <a:pt x="36" y="110"/>
                  </a:cubicBezTo>
                  <a:cubicBezTo>
                    <a:pt x="35" y="110"/>
                    <a:pt x="34" y="110"/>
                    <a:pt x="33" y="109"/>
                  </a:cubicBezTo>
                  <a:close/>
                  <a:moveTo>
                    <a:pt x="382" y="102"/>
                  </a:moveTo>
                  <a:cubicBezTo>
                    <a:pt x="381" y="99"/>
                    <a:pt x="381" y="96"/>
                    <a:pt x="384" y="94"/>
                  </a:cubicBezTo>
                  <a:cubicBezTo>
                    <a:pt x="387" y="92"/>
                    <a:pt x="390" y="93"/>
                    <a:pt x="392" y="96"/>
                  </a:cubicBezTo>
                  <a:cubicBezTo>
                    <a:pt x="394" y="98"/>
                    <a:pt x="393" y="102"/>
                    <a:pt x="390" y="104"/>
                  </a:cubicBezTo>
                  <a:cubicBezTo>
                    <a:pt x="389" y="104"/>
                    <a:pt x="388" y="105"/>
                    <a:pt x="387" y="105"/>
                  </a:cubicBezTo>
                  <a:cubicBezTo>
                    <a:pt x="385" y="105"/>
                    <a:pt x="383" y="104"/>
                    <a:pt x="382" y="102"/>
                  </a:cubicBezTo>
                  <a:close/>
                  <a:moveTo>
                    <a:pt x="52" y="83"/>
                  </a:moveTo>
                  <a:cubicBezTo>
                    <a:pt x="49" y="80"/>
                    <a:pt x="49" y="77"/>
                    <a:pt x="51" y="74"/>
                  </a:cubicBezTo>
                  <a:cubicBezTo>
                    <a:pt x="53" y="72"/>
                    <a:pt x="57" y="72"/>
                    <a:pt x="59" y="74"/>
                  </a:cubicBezTo>
                  <a:cubicBezTo>
                    <a:pt x="62" y="76"/>
                    <a:pt x="62" y="79"/>
                    <a:pt x="60" y="82"/>
                  </a:cubicBezTo>
                  <a:cubicBezTo>
                    <a:pt x="59" y="83"/>
                    <a:pt x="57" y="84"/>
                    <a:pt x="55" y="84"/>
                  </a:cubicBezTo>
                  <a:cubicBezTo>
                    <a:pt x="54" y="84"/>
                    <a:pt x="53" y="83"/>
                    <a:pt x="52" y="83"/>
                  </a:cubicBezTo>
                  <a:close/>
                  <a:moveTo>
                    <a:pt x="363" y="77"/>
                  </a:moveTo>
                  <a:cubicBezTo>
                    <a:pt x="363" y="77"/>
                    <a:pt x="363" y="77"/>
                    <a:pt x="363" y="77"/>
                  </a:cubicBezTo>
                  <a:cubicBezTo>
                    <a:pt x="361" y="75"/>
                    <a:pt x="361" y="71"/>
                    <a:pt x="364" y="69"/>
                  </a:cubicBezTo>
                  <a:cubicBezTo>
                    <a:pt x="366" y="67"/>
                    <a:pt x="370" y="67"/>
                    <a:pt x="372" y="70"/>
                  </a:cubicBezTo>
                  <a:cubicBezTo>
                    <a:pt x="374" y="72"/>
                    <a:pt x="374" y="76"/>
                    <a:pt x="371" y="78"/>
                  </a:cubicBezTo>
                  <a:cubicBezTo>
                    <a:pt x="370" y="79"/>
                    <a:pt x="369" y="79"/>
                    <a:pt x="367" y="79"/>
                  </a:cubicBezTo>
                  <a:cubicBezTo>
                    <a:pt x="366" y="79"/>
                    <a:pt x="364" y="79"/>
                    <a:pt x="363" y="77"/>
                  </a:cubicBezTo>
                  <a:close/>
                  <a:moveTo>
                    <a:pt x="74" y="59"/>
                  </a:moveTo>
                  <a:cubicBezTo>
                    <a:pt x="72" y="57"/>
                    <a:pt x="72" y="53"/>
                    <a:pt x="74" y="51"/>
                  </a:cubicBezTo>
                  <a:cubicBezTo>
                    <a:pt x="74" y="51"/>
                    <a:pt x="74" y="51"/>
                    <a:pt x="74" y="51"/>
                  </a:cubicBezTo>
                  <a:cubicBezTo>
                    <a:pt x="77" y="49"/>
                    <a:pt x="80" y="49"/>
                    <a:pt x="83" y="52"/>
                  </a:cubicBezTo>
                  <a:cubicBezTo>
                    <a:pt x="85" y="54"/>
                    <a:pt x="84" y="58"/>
                    <a:pt x="82" y="60"/>
                  </a:cubicBezTo>
                  <a:cubicBezTo>
                    <a:pt x="81" y="61"/>
                    <a:pt x="79" y="61"/>
                    <a:pt x="78" y="61"/>
                  </a:cubicBezTo>
                  <a:cubicBezTo>
                    <a:pt x="76" y="61"/>
                    <a:pt x="75" y="61"/>
                    <a:pt x="74" y="59"/>
                  </a:cubicBezTo>
                  <a:close/>
                  <a:moveTo>
                    <a:pt x="340" y="56"/>
                  </a:moveTo>
                  <a:cubicBezTo>
                    <a:pt x="338" y="54"/>
                    <a:pt x="338" y="50"/>
                    <a:pt x="340" y="48"/>
                  </a:cubicBezTo>
                  <a:cubicBezTo>
                    <a:pt x="342" y="45"/>
                    <a:pt x="345" y="45"/>
                    <a:pt x="348" y="47"/>
                  </a:cubicBezTo>
                  <a:cubicBezTo>
                    <a:pt x="350" y="49"/>
                    <a:pt x="351" y="53"/>
                    <a:pt x="349" y="55"/>
                  </a:cubicBezTo>
                  <a:cubicBezTo>
                    <a:pt x="348" y="57"/>
                    <a:pt x="346" y="57"/>
                    <a:pt x="344" y="57"/>
                  </a:cubicBezTo>
                  <a:cubicBezTo>
                    <a:pt x="343" y="57"/>
                    <a:pt x="342" y="57"/>
                    <a:pt x="340" y="56"/>
                  </a:cubicBezTo>
                  <a:close/>
                  <a:moveTo>
                    <a:pt x="99" y="40"/>
                  </a:moveTo>
                  <a:cubicBezTo>
                    <a:pt x="97" y="37"/>
                    <a:pt x="98" y="33"/>
                    <a:pt x="101" y="32"/>
                  </a:cubicBezTo>
                  <a:cubicBezTo>
                    <a:pt x="104" y="30"/>
                    <a:pt x="107" y="31"/>
                    <a:pt x="109" y="33"/>
                  </a:cubicBezTo>
                  <a:cubicBezTo>
                    <a:pt x="111" y="36"/>
                    <a:pt x="110" y="40"/>
                    <a:pt x="107" y="42"/>
                  </a:cubicBezTo>
                  <a:cubicBezTo>
                    <a:pt x="106" y="42"/>
                    <a:pt x="105" y="42"/>
                    <a:pt x="104" y="42"/>
                  </a:cubicBezTo>
                  <a:cubicBezTo>
                    <a:pt x="102" y="42"/>
                    <a:pt x="100" y="41"/>
                    <a:pt x="99" y="40"/>
                  </a:cubicBezTo>
                  <a:close/>
                  <a:moveTo>
                    <a:pt x="315" y="38"/>
                  </a:moveTo>
                  <a:cubicBezTo>
                    <a:pt x="312" y="37"/>
                    <a:pt x="311" y="33"/>
                    <a:pt x="313" y="30"/>
                  </a:cubicBezTo>
                  <a:cubicBezTo>
                    <a:pt x="314" y="28"/>
                    <a:pt x="318" y="27"/>
                    <a:pt x="321" y="28"/>
                  </a:cubicBezTo>
                  <a:cubicBezTo>
                    <a:pt x="323" y="30"/>
                    <a:pt x="324" y="33"/>
                    <a:pt x="323" y="36"/>
                  </a:cubicBezTo>
                  <a:cubicBezTo>
                    <a:pt x="322" y="38"/>
                    <a:pt x="320" y="39"/>
                    <a:pt x="318" y="39"/>
                  </a:cubicBezTo>
                  <a:cubicBezTo>
                    <a:pt x="317" y="39"/>
                    <a:pt x="316" y="39"/>
                    <a:pt x="315" y="38"/>
                  </a:cubicBezTo>
                  <a:close/>
                  <a:moveTo>
                    <a:pt x="127" y="24"/>
                  </a:moveTo>
                  <a:cubicBezTo>
                    <a:pt x="126" y="21"/>
                    <a:pt x="127" y="18"/>
                    <a:pt x="130" y="16"/>
                  </a:cubicBezTo>
                  <a:cubicBezTo>
                    <a:pt x="133" y="15"/>
                    <a:pt x="136" y="17"/>
                    <a:pt x="138" y="20"/>
                  </a:cubicBezTo>
                  <a:cubicBezTo>
                    <a:pt x="139" y="23"/>
                    <a:pt x="138" y="26"/>
                    <a:pt x="135" y="27"/>
                  </a:cubicBezTo>
                  <a:cubicBezTo>
                    <a:pt x="134" y="28"/>
                    <a:pt x="133" y="28"/>
                    <a:pt x="132" y="28"/>
                  </a:cubicBezTo>
                  <a:cubicBezTo>
                    <a:pt x="130" y="28"/>
                    <a:pt x="128" y="26"/>
                    <a:pt x="127" y="24"/>
                  </a:cubicBezTo>
                  <a:close/>
                  <a:moveTo>
                    <a:pt x="287" y="25"/>
                  </a:moveTo>
                  <a:cubicBezTo>
                    <a:pt x="284" y="24"/>
                    <a:pt x="282" y="20"/>
                    <a:pt x="283" y="17"/>
                  </a:cubicBezTo>
                  <a:cubicBezTo>
                    <a:pt x="285" y="14"/>
                    <a:pt x="288" y="13"/>
                    <a:pt x="291" y="14"/>
                  </a:cubicBezTo>
                  <a:cubicBezTo>
                    <a:pt x="294" y="15"/>
                    <a:pt x="295" y="19"/>
                    <a:pt x="294" y="22"/>
                  </a:cubicBezTo>
                  <a:cubicBezTo>
                    <a:pt x="293" y="24"/>
                    <a:pt x="291" y="25"/>
                    <a:pt x="289" y="25"/>
                  </a:cubicBezTo>
                  <a:cubicBezTo>
                    <a:pt x="288" y="25"/>
                    <a:pt x="287" y="25"/>
                    <a:pt x="287" y="25"/>
                  </a:cubicBezTo>
                  <a:close/>
                  <a:moveTo>
                    <a:pt x="157" y="13"/>
                  </a:moveTo>
                  <a:cubicBezTo>
                    <a:pt x="156" y="10"/>
                    <a:pt x="158" y="7"/>
                    <a:pt x="161" y="6"/>
                  </a:cubicBezTo>
                  <a:cubicBezTo>
                    <a:pt x="164" y="5"/>
                    <a:pt x="168" y="7"/>
                    <a:pt x="168" y="10"/>
                  </a:cubicBezTo>
                  <a:cubicBezTo>
                    <a:pt x="169" y="13"/>
                    <a:pt x="167" y="17"/>
                    <a:pt x="164" y="17"/>
                  </a:cubicBezTo>
                  <a:cubicBezTo>
                    <a:pt x="164" y="17"/>
                    <a:pt x="163" y="17"/>
                    <a:pt x="163" y="17"/>
                  </a:cubicBezTo>
                  <a:cubicBezTo>
                    <a:pt x="160" y="17"/>
                    <a:pt x="158" y="16"/>
                    <a:pt x="157" y="13"/>
                  </a:cubicBezTo>
                  <a:close/>
                  <a:moveTo>
                    <a:pt x="257" y="16"/>
                  </a:moveTo>
                  <a:cubicBezTo>
                    <a:pt x="254" y="15"/>
                    <a:pt x="252" y="12"/>
                    <a:pt x="252" y="9"/>
                  </a:cubicBezTo>
                  <a:cubicBezTo>
                    <a:pt x="253" y="6"/>
                    <a:pt x="256" y="4"/>
                    <a:pt x="259" y="5"/>
                  </a:cubicBezTo>
                  <a:cubicBezTo>
                    <a:pt x="263" y="5"/>
                    <a:pt x="265" y="8"/>
                    <a:pt x="264" y="11"/>
                  </a:cubicBezTo>
                  <a:cubicBezTo>
                    <a:pt x="263" y="14"/>
                    <a:pt x="261" y="16"/>
                    <a:pt x="258" y="16"/>
                  </a:cubicBezTo>
                  <a:cubicBezTo>
                    <a:pt x="258" y="16"/>
                    <a:pt x="257" y="16"/>
                    <a:pt x="257" y="16"/>
                  </a:cubicBezTo>
                  <a:close/>
                  <a:moveTo>
                    <a:pt x="189" y="7"/>
                  </a:moveTo>
                  <a:cubicBezTo>
                    <a:pt x="188" y="4"/>
                    <a:pt x="191" y="1"/>
                    <a:pt x="194" y="0"/>
                  </a:cubicBezTo>
                  <a:cubicBezTo>
                    <a:pt x="197" y="0"/>
                    <a:pt x="200" y="3"/>
                    <a:pt x="200" y="6"/>
                  </a:cubicBezTo>
                  <a:cubicBezTo>
                    <a:pt x="200" y="9"/>
                    <a:pt x="198" y="12"/>
                    <a:pt x="195" y="12"/>
                  </a:cubicBezTo>
                  <a:cubicBezTo>
                    <a:pt x="194" y="12"/>
                    <a:pt x="194" y="12"/>
                    <a:pt x="194" y="12"/>
                  </a:cubicBezTo>
                  <a:cubicBezTo>
                    <a:pt x="191" y="12"/>
                    <a:pt x="189" y="10"/>
                    <a:pt x="189" y="7"/>
                  </a:cubicBezTo>
                  <a:close/>
                  <a:moveTo>
                    <a:pt x="226" y="12"/>
                  </a:moveTo>
                  <a:cubicBezTo>
                    <a:pt x="223" y="11"/>
                    <a:pt x="220" y="9"/>
                    <a:pt x="221" y="5"/>
                  </a:cubicBezTo>
                  <a:cubicBezTo>
                    <a:pt x="221" y="2"/>
                    <a:pt x="224" y="0"/>
                    <a:pt x="227" y="0"/>
                  </a:cubicBezTo>
                  <a:cubicBezTo>
                    <a:pt x="230" y="0"/>
                    <a:pt x="232" y="3"/>
                    <a:pt x="232" y="6"/>
                  </a:cubicBezTo>
                  <a:cubicBezTo>
                    <a:pt x="232" y="9"/>
                    <a:pt x="229" y="12"/>
                    <a:pt x="226" y="1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3" name="Google Shape;1393;p37"/>
            <p:cNvSpPr/>
            <p:nvPr/>
          </p:nvSpPr>
          <p:spPr>
            <a:xfrm>
              <a:off x="5913438" y="4510088"/>
              <a:ext cx="625475" cy="625475"/>
            </a:xfrm>
            <a:custGeom>
              <a:avLst/>
              <a:gdLst/>
              <a:ahLst/>
              <a:cxnLst/>
              <a:rect l="l" t="t" r="r" b="b"/>
              <a:pathLst>
                <a:path w="371" h="371" extrusionOk="0">
                  <a:moveTo>
                    <a:pt x="186" y="371"/>
                  </a:moveTo>
                  <a:cubicBezTo>
                    <a:pt x="83" y="371"/>
                    <a:pt x="0" y="288"/>
                    <a:pt x="0" y="186"/>
                  </a:cubicBezTo>
                  <a:cubicBezTo>
                    <a:pt x="0" y="83"/>
                    <a:pt x="83" y="0"/>
                    <a:pt x="186" y="0"/>
                  </a:cubicBezTo>
                  <a:cubicBezTo>
                    <a:pt x="288" y="0"/>
                    <a:pt x="371" y="83"/>
                    <a:pt x="371" y="186"/>
                  </a:cubicBezTo>
                  <a:cubicBezTo>
                    <a:pt x="371" y="288"/>
                    <a:pt x="288" y="371"/>
                    <a:pt x="186" y="371"/>
                  </a:cubicBezTo>
                  <a:close/>
                  <a:moveTo>
                    <a:pt x="186" y="8"/>
                  </a:moveTo>
                  <a:cubicBezTo>
                    <a:pt x="88" y="8"/>
                    <a:pt x="8" y="88"/>
                    <a:pt x="8" y="186"/>
                  </a:cubicBezTo>
                  <a:cubicBezTo>
                    <a:pt x="8" y="283"/>
                    <a:pt x="88" y="363"/>
                    <a:pt x="186" y="363"/>
                  </a:cubicBezTo>
                  <a:cubicBezTo>
                    <a:pt x="283" y="363"/>
                    <a:pt x="363" y="283"/>
                    <a:pt x="363" y="186"/>
                  </a:cubicBezTo>
                  <a:cubicBezTo>
                    <a:pt x="363" y="88"/>
                    <a:pt x="283" y="8"/>
                    <a:pt x="186" y="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4" name="Google Shape;1394;p37"/>
            <p:cNvSpPr/>
            <p:nvPr/>
          </p:nvSpPr>
          <p:spPr>
            <a:xfrm>
              <a:off x="5978525" y="4573588"/>
              <a:ext cx="496888" cy="498475"/>
            </a:xfrm>
            <a:custGeom>
              <a:avLst/>
              <a:gdLst/>
              <a:ahLst/>
              <a:cxnLst/>
              <a:rect l="l" t="t" r="r" b="b"/>
              <a:pathLst>
                <a:path w="295" h="295" extrusionOk="0">
                  <a:moveTo>
                    <a:pt x="148" y="295"/>
                  </a:moveTo>
                  <a:cubicBezTo>
                    <a:pt x="66" y="295"/>
                    <a:pt x="0" y="229"/>
                    <a:pt x="0" y="148"/>
                  </a:cubicBezTo>
                  <a:cubicBezTo>
                    <a:pt x="0" y="66"/>
                    <a:pt x="66" y="0"/>
                    <a:pt x="148" y="0"/>
                  </a:cubicBezTo>
                  <a:cubicBezTo>
                    <a:pt x="229" y="0"/>
                    <a:pt x="295" y="66"/>
                    <a:pt x="295" y="148"/>
                  </a:cubicBezTo>
                  <a:cubicBezTo>
                    <a:pt x="295" y="229"/>
                    <a:pt x="229" y="295"/>
                    <a:pt x="148" y="295"/>
                  </a:cubicBezTo>
                  <a:close/>
                  <a:moveTo>
                    <a:pt x="148" y="31"/>
                  </a:moveTo>
                  <a:cubicBezTo>
                    <a:pt x="83" y="31"/>
                    <a:pt x="31" y="83"/>
                    <a:pt x="31" y="148"/>
                  </a:cubicBezTo>
                  <a:cubicBezTo>
                    <a:pt x="31" y="212"/>
                    <a:pt x="83" y="264"/>
                    <a:pt x="148" y="264"/>
                  </a:cubicBezTo>
                  <a:cubicBezTo>
                    <a:pt x="212" y="264"/>
                    <a:pt x="264" y="212"/>
                    <a:pt x="264" y="148"/>
                  </a:cubicBezTo>
                  <a:cubicBezTo>
                    <a:pt x="264" y="83"/>
                    <a:pt x="212" y="31"/>
                    <a:pt x="148" y="3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CD605D68-EA2C-4D6B-97E8-9B5D2F27DD32}"/>
              </a:ext>
            </a:extLst>
          </p:cNvPr>
          <p:cNvSpPr txBox="1"/>
          <p:nvPr/>
        </p:nvSpPr>
        <p:spPr>
          <a:xfrm>
            <a:off x="2440959" y="29393"/>
            <a:ext cx="42620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latin typeface="ALS Sector Bold" panose="02000000000000000000" pitchFamily="50" charset="0"/>
              </a:rPr>
              <a:t>Результаты испытаний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DAD633A-6B38-40B6-A574-E4C8319900BC}"/>
              </a:ext>
            </a:extLst>
          </p:cNvPr>
          <p:cNvSpPr txBox="1"/>
          <p:nvPr/>
        </p:nvSpPr>
        <p:spPr>
          <a:xfrm>
            <a:off x="1253451" y="1779100"/>
            <a:ext cx="312356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>
                <a:latin typeface="ALS Sector Stencil" panose="02000000000000000000" pitchFamily="50" charset="0"/>
              </a:rPr>
              <a:t>Грузоподъемность</a:t>
            </a:r>
          </a:p>
          <a:p>
            <a:pPr algn="ctr"/>
            <a:r>
              <a:rPr lang="ru-RU" sz="2400" dirty="0">
                <a:latin typeface="ALS Sector Regular" panose="02000000000000000000" pitchFamily="50" charset="0"/>
                <a:cs typeface="ALS Sector Regular" panose="02000000000000000000" pitchFamily="50" charset="0"/>
              </a:rPr>
              <a:t>Робот способен перевозить до 3 кг груза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3111661-6435-4E62-BC16-03805DB9BD67}"/>
              </a:ext>
            </a:extLst>
          </p:cNvPr>
          <p:cNvSpPr txBox="1"/>
          <p:nvPr/>
        </p:nvSpPr>
        <p:spPr>
          <a:xfrm>
            <a:off x="4572000" y="1756294"/>
            <a:ext cx="344544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>
                <a:latin typeface="ALS Sector Stencil" panose="02000000000000000000" pitchFamily="50" charset="0"/>
              </a:rPr>
              <a:t>Время работы</a:t>
            </a:r>
          </a:p>
          <a:p>
            <a:pPr algn="ctr"/>
            <a:r>
              <a:rPr lang="ru-RU" sz="2400" dirty="0">
                <a:latin typeface="ALS Sector Regular" panose="02000000000000000000" pitchFamily="50" charset="0"/>
                <a:cs typeface="ALS Sector Regular" panose="02000000000000000000" pitchFamily="50" charset="0"/>
              </a:rPr>
              <a:t>Робот способен работать до 30 часов безподзарядки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4BEF63EF-8E0D-49D8-A8AF-7D67E20CD0A8}"/>
              </a:ext>
            </a:extLst>
          </p:cNvPr>
          <p:cNvSpPr txBox="1"/>
          <p:nvPr/>
        </p:nvSpPr>
        <p:spPr>
          <a:xfrm>
            <a:off x="3546087" y="25488"/>
            <a:ext cx="42183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latin typeface="ALS Sector Bold" panose="02000000000000000000" pitchFamily="50" charset="0"/>
              </a:rPr>
              <a:t>Смета</a:t>
            </a: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F74FB7D8-978C-42FF-AB7C-45AFFDCBA8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272" y="576364"/>
            <a:ext cx="4850920" cy="424848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23">
            <a:extLst>
              <a:ext uri="{FF2B5EF4-FFF2-40B4-BE49-F238E27FC236}">
                <a16:creationId xmlns:a16="http://schemas.microsoft.com/office/drawing/2014/main" id="{44898DEC-ED9A-4311-9702-3F25E1381E03}"/>
              </a:ext>
            </a:extLst>
          </p:cNvPr>
          <p:cNvSpPr/>
          <p:nvPr/>
        </p:nvSpPr>
        <p:spPr>
          <a:xfrm>
            <a:off x="361027" y="725817"/>
            <a:ext cx="4268322" cy="369186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ru-RU" sz="1800" b="0" u="none" strike="noStrike" dirty="0">
                <a:solidFill>
                  <a:schemeClr val="dk1"/>
                </a:solidFill>
                <a:effectLst/>
                <a:uFillTx/>
                <a:latin typeface="ALS Sector Regular" panose="02000000000000000000" pitchFamily="50" charset="0"/>
                <a:cs typeface="ALS Sector Regular" panose="02000000000000000000" pitchFamily="50" charset="0"/>
              </a:rPr>
              <a:t>Подведем итоги. Нам удалось создать универсального робота, которого можно использовать для разных задач. Цель достигнута. Робот соответствует требуемым характеристикам, однако у нас есть идеи как его усовершенствовать. Если добавить gsm и gps модули, используя их вместе с электронным компасом, можно будет направлять робота по координатам или азимуту, а так же управлять им из любой точки Земли.</a:t>
            </a:r>
            <a:endParaRPr lang="ru-RU" sz="1800" b="0" u="none" strike="noStrike" dirty="0">
              <a:solidFill>
                <a:srgbClr val="FFFFFF"/>
              </a:solidFill>
              <a:effectLst/>
              <a:uFillTx/>
              <a:latin typeface="ALS Sector Regular" panose="02000000000000000000" pitchFamily="50" charset="0"/>
              <a:cs typeface="ALS Sector Regular" panose="02000000000000000000" pitchFamily="50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06D0F6B-1F57-4AAB-8432-6ECED284AE3C}"/>
              </a:ext>
            </a:extLst>
          </p:cNvPr>
          <p:cNvSpPr txBox="1"/>
          <p:nvPr/>
        </p:nvSpPr>
        <p:spPr>
          <a:xfrm>
            <a:off x="1968987" y="47791"/>
            <a:ext cx="52665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latin typeface="ALS Sector Bold" panose="02000000000000000000" pitchFamily="50" charset="0"/>
              </a:rPr>
              <a:t>Выводы и перспективы проекта</a:t>
            </a:r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F0442ADD-CB2E-448D-B733-4DFCADAA5C7D}"/>
              </a:ext>
            </a:extLst>
          </p:cNvPr>
          <p:cNvPicPr/>
          <p:nvPr/>
        </p:nvPicPr>
        <p:blipFill rotWithShape="1">
          <a:blip r:embed="rId3"/>
          <a:srcRect l="102" t="8179" r="-102" b="20617"/>
          <a:stretch/>
        </p:blipFill>
        <p:spPr>
          <a:xfrm>
            <a:off x="5016818" y="777399"/>
            <a:ext cx="3442177" cy="3444133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8BBBE65-5936-45E2-B602-53F91562760C}"/>
              </a:ext>
            </a:extLst>
          </p:cNvPr>
          <p:cNvSpPr txBox="1"/>
          <p:nvPr/>
        </p:nvSpPr>
        <p:spPr>
          <a:xfrm>
            <a:off x="1968987" y="47791"/>
            <a:ext cx="52665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latin typeface="ALS Sector Bold" panose="02000000000000000000" pitchFamily="50" charset="0"/>
              </a:rPr>
              <a:t>Выводы и перспективы проекта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9DB534B-5C69-4DD3-8E0F-E91971068212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371" y="1804558"/>
            <a:ext cx="3966326" cy="2656597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42B26B0-347B-43F3-948D-F1DA52C9987F}"/>
              </a:ext>
            </a:extLst>
          </p:cNvPr>
          <p:cNvPicPr/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79" t="3253" r="38842" b="11242"/>
          <a:stretch/>
        </p:blipFill>
        <p:spPr bwMode="auto">
          <a:xfrm>
            <a:off x="4793431" y="1844036"/>
            <a:ext cx="3657796" cy="2577639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55C8B3A-2501-40F6-8615-99CCBE16C7BA}"/>
              </a:ext>
            </a:extLst>
          </p:cNvPr>
          <p:cNvSpPr txBox="1"/>
          <p:nvPr/>
        </p:nvSpPr>
        <p:spPr>
          <a:xfrm>
            <a:off x="1456031" y="729972"/>
            <a:ext cx="623193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800" dirty="0">
                <a:latin typeface="ALS Sector Regular" panose="02000000000000000000" pitchFamily="50" charset="0"/>
                <a:cs typeface="ALS Sector Regular" panose="02000000000000000000" pitchFamily="50" charset="0"/>
              </a:rPr>
              <a:t>В будущем мы планируем реализовать тип подвески </a:t>
            </a:r>
            <a:r>
              <a:rPr lang="en-US" sz="1800" dirty="0">
                <a:latin typeface="ALS Sector Regular" panose="02000000000000000000" pitchFamily="50" charset="0"/>
                <a:cs typeface="ALS Sector Regular" panose="02000000000000000000" pitchFamily="50" charset="0"/>
              </a:rPr>
              <a:t>rocker-bogie</a:t>
            </a:r>
            <a:r>
              <a:rPr lang="ru-RU" sz="1800" dirty="0">
                <a:latin typeface="ALS Sector Regular" panose="02000000000000000000" pitchFamily="50" charset="0"/>
                <a:cs typeface="ALS Sector Regular" panose="02000000000000000000" pitchFamily="50" charset="0"/>
              </a:rPr>
              <a:t>. Он позволит роботу преодалевать препядствия в 1,5 раза выше, чем сам робот.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DFB47A6-1AFC-4FC3-9B39-FC467528BFD8}"/>
              </a:ext>
            </a:extLst>
          </p:cNvPr>
          <p:cNvSpPr txBox="1"/>
          <p:nvPr/>
        </p:nvSpPr>
        <p:spPr>
          <a:xfrm>
            <a:off x="1378325" y="1727948"/>
            <a:ext cx="794836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400" dirty="0">
                <a:latin typeface="ALS Sector Bold" panose="02000000000000000000" pitchFamily="50" charset="0"/>
              </a:rPr>
              <a:t>Спасибо за внимание!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FAD3B53-4543-4C46-B1BC-F697C00D0CEC}"/>
              </a:ext>
            </a:extLst>
          </p:cNvPr>
          <p:cNvSpPr txBox="1"/>
          <p:nvPr/>
        </p:nvSpPr>
        <p:spPr>
          <a:xfrm>
            <a:off x="790144" y="997238"/>
            <a:ext cx="7920552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b="1" dirty="0">
                <a:solidFill>
                  <a:srgbClr val="0070C0"/>
                </a:solidFill>
                <a:latin typeface="Times New Roman"/>
                <a:cs typeface="Times New Roman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1) https://microkontroller.ru/arduino-projects/upravlenie-shagovym-dvigatelem-s-pomoshhyu-arduino-i-potencziometra/</a:t>
            </a:r>
            <a:endParaRPr lang="ru-RU" sz="1200" b="1" dirty="0">
              <a:solidFill>
                <a:srgbClr val="0070C0"/>
              </a:solidFill>
              <a:latin typeface="Times New Roman"/>
              <a:cs typeface="Times New Roman"/>
            </a:endParaRPr>
          </a:p>
          <a:p>
            <a:endParaRPr lang="ru-RU" sz="1200" dirty="0">
              <a:solidFill>
                <a:srgbClr val="0070C0"/>
              </a:solidFill>
              <a:ea typeface="Calibri" panose="020F0502020204030204"/>
              <a:cs typeface="Calibri" panose="020F0502020204030204"/>
            </a:endParaRPr>
          </a:p>
          <a:p>
            <a:r>
              <a:rPr lang="ru-RU" sz="1200" b="1" dirty="0">
                <a:solidFill>
                  <a:srgbClr val="0070C0"/>
                </a:solidFill>
                <a:latin typeface="Times New Roman"/>
                <a:cs typeface="Times New Roman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2) https://code-qr.ru/</a:t>
            </a:r>
            <a:endParaRPr lang="ru-RU" sz="1200" b="1" dirty="0">
              <a:solidFill>
                <a:srgbClr val="0070C0"/>
              </a:solidFill>
              <a:latin typeface="Times New Roman"/>
              <a:cs typeface="Times New Roman"/>
            </a:endParaRPr>
          </a:p>
          <a:p>
            <a:endParaRPr lang="ru-RU" sz="1200" dirty="0">
              <a:solidFill>
                <a:srgbClr val="0070C0"/>
              </a:solidFill>
              <a:ea typeface="Calibri"/>
              <a:cs typeface="Calibri"/>
            </a:endParaRPr>
          </a:p>
          <a:p>
            <a:r>
              <a:rPr lang="ru-RU" sz="1200" b="1" dirty="0">
                <a:solidFill>
                  <a:srgbClr val="0070C0"/>
                </a:solidFill>
                <a:latin typeface="Times New Roman"/>
                <a:cs typeface="Times New Roman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3) https://png-arduino-framework.readthedocs.io/ultrasonic.html</a:t>
            </a:r>
            <a:endParaRPr lang="ru-RU" sz="1200" b="1" dirty="0">
              <a:solidFill>
                <a:srgbClr val="0070C0"/>
              </a:solidFill>
              <a:latin typeface="Times New Roman"/>
              <a:cs typeface="Times New Roman"/>
            </a:endParaRPr>
          </a:p>
          <a:p>
            <a:endParaRPr lang="ru-RU" sz="1200" dirty="0">
              <a:solidFill>
                <a:srgbClr val="0070C0"/>
              </a:solidFill>
              <a:ea typeface="Calibri"/>
              <a:cs typeface="Calibri"/>
            </a:endParaRPr>
          </a:p>
          <a:p>
            <a:r>
              <a:rPr lang="ru-RU" sz="1200" b="1" dirty="0">
                <a:solidFill>
                  <a:srgbClr val="0070C0"/>
                </a:solidFill>
                <a:latin typeface="Times New Roman"/>
                <a:cs typeface="Times New Roman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4) https://xn--18-6kcdusowgbt1a4b.xn--p1ai/%D1%88%D0%B0%D0%B3%D0%BE%D0%B2%D1%8B%D0%B9-D0%B4%D0%B2%D0%B8%D0%B3%D0%B0%D1%82%D0%B5%D0%BB%D1%8C-%D0%B0%D1%80%D0%B4%D1%83%D0%B8%D0%BD%D0%BE/?ysclid=mi7st9prku115004086</a:t>
            </a:r>
            <a:endParaRPr lang="ru-RU" sz="1200" b="1" dirty="0">
              <a:solidFill>
                <a:srgbClr val="0070C0"/>
              </a:solidFill>
              <a:latin typeface="Times New Roman"/>
              <a:cs typeface="Times New Roman"/>
            </a:endParaRPr>
          </a:p>
          <a:p>
            <a:endParaRPr lang="ru-RU" sz="1200" dirty="0">
              <a:solidFill>
                <a:srgbClr val="0070C0"/>
              </a:solidFill>
              <a:ea typeface="Calibri"/>
              <a:cs typeface="Calibri"/>
            </a:endParaRPr>
          </a:p>
          <a:p>
            <a:r>
              <a:rPr lang="ru-RU" sz="1200" b="1" dirty="0">
                <a:solidFill>
                  <a:srgbClr val="0070C0"/>
                </a:solidFill>
                <a:latin typeface="Times New Roman"/>
                <a:cs typeface="Times New Roman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5) https://www.arduinolibraries.info/libraries/qmc5883-l-compass</a:t>
            </a:r>
            <a:endParaRPr lang="ru-RU" sz="1200" b="1" dirty="0">
              <a:solidFill>
                <a:srgbClr val="0070C0"/>
              </a:solidFill>
              <a:latin typeface="Times New Roman"/>
              <a:cs typeface="Times New Roman"/>
            </a:endParaRPr>
          </a:p>
          <a:p>
            <a:endParaRPr lang="ru-RU" sz="1200" dirty="0">
              <a:solidFill>
                <a:srgbClr val="0070C0"/>
              </a:solidFill>
              <a:ea typeface="Calibri"/>
              <a:cs typeface="Calibri"/>
            </a:endParaRPr>
          </a:p>
          <a:p>
            <a:r>
              <a:rPr lang="ru-RU" sz="1200" b="1" dirty="0">
                <a:solidFill>
                  <a:srgbClr val="0070C0"/>
                </a:solidFill>
                <a:latin typeface="Times New Roman"/>
                <a:cs typeface="Times New Roman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6) https://eleobo.com/make-a-wifi-controlled-robot-with-speed-control/</a:t>
            </a:r>
            <a:endParaRPr lang="ru-RU" sz="1200" b="1" dirty="0">
              <a:solidFill>
                <a:srgbClr val="0070C0"/>
              </a:solidFill>
              <a:latin typeface="Times New Roman"/>
              <a:cs typeface="Times New Roman"/>
            </a:endParaRPr>
          </a:p>
          <a:p>
            <a:endParaRPr lang="ru-RU" sz="1200" dirty="0">
              <a:solidFill>
                <a:srgbClr val="0070C0"/>
              </a:solidFill>
              <a:ea typeface="Calibri"/>
              <a:cs typeface="Calibri"/>
            </a:endParaRPr>
          </a:p>
          <a:p>
            <a:r>
              <a:rPr lang="ru-RU" sz="1200" b="1" dirty="0">
                <a:solidFill>
                  <a:srgbClr val="0070C0"/>
                </a:solidFill>
                <a:latin typeface="Times New Roman"/>
                <a:cs typeface="Times New Roman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7) https://fritzing.org/</a:t>
            </a:r>
            <a:endParaRPr lang="ru-RU" sz="1200" b="1" dirty="0">
              <a:solidFill>
                <a:srgbClr val="0070C0"/>
              </a:solidFill>
              <a:latin typeface="Times New Roman"/>
              <a:cs typeface="Times New Roman"/>
            </a:endParaRPr>
          </a:p>
          <a:p>
            <a:endParaRPr lang="ru-RU" sz="1200" dirty="0">
              <a:solidFill>
                <a:srgbClr val="0070C0"/>
              </a:solidFill>
              <a:ea typeface="Calibri"/>
              <a:cs typeface="Calibri"/>
            </a:endParaRPr>
          </a:p>
          <a:p>
            <a:r>
              <a:rPr lang="ru-RU" sz="1200" b="1" dirty="0">
                <a:solidFill>
                  <a:srgbClr val="0070C0"/>
                </a:solidFill>
                <a:latin typeface="Times New Roman"/>
                <a:cs typeface="Times New Roman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8) https://mischianti.org/gy-273-qmc5883l-clone-hmc5883l-magnetometer-for-arduino-esp8266-and-esp32/?ysclid=mi7p98jr42507457428</a:t>
            </a:r>
            <a:endParaRPr lang="ru-RU" sz="1200" dirty="0">
              <a:solidFill>
                <a:srgbClr val="0070C0"/>
              </a:solidFill>
              <a:ea typeface="Calibri"/>
              <a:cs typeface="Calibri"/>
            </a:endParaRPr>
          </a:p>
          <a:p>
            <a:endParaRPr lang="ru-RU" sz="1200" dirty="0">
              <a:solidFill>
                <a:srgbClr val="0070C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EBBA01-0C93-4BBA-A2DB-40A5792D225D}"/>
              </a:ext>
            </a:extLst>
          </p:cNvPr>
          <p:cNvSpPr txBox="1"/>
          <p:nvPr/>
        </p:nvSpPr>
        <p:spPr>
          <a:xfrm>
            <a:off x="2730456" y="213466"/>
            <a:ext cx="40399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latin typeface="ALS Sector Bold" panose="02000000000000000000" pitchFamily="50" charset="0"/>
              </a:rPr>
              <a:t>Список литературы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nnovation in Electric Motors Project Proposal by Slidesgo">
  <a:themeElements>
    <a:clrScheme name="Simple Light">
      <a:dk1>
        <a:srgbClr val="2B3F58"/>
      </a:dk1>
      <a:lt1>
        <a:srgbClr val="F2F2F2"/>
      </a:lt1>
      <a:dk2>
        <a:srgbClr val="324E73"/>
      </a:dk2>
      <a:lt2>
        <a:srgbClr val="746C69"/>
      </a:lt2>
      <a:accent1>
        <a:srgbClr val="A6A6A6"/>
      </a:accent1>
      <a:accent2>
        <a:srgbClr val="86DBEE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2B3F5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1360</TotalTime>
  <Words>539</Words>
  <Application>Microsoft Office PowerPoint</Application>
  <PresentationFormat>On-screen Show (16:9)</PresentationFormat>
  <Paragraphs>70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9" baseType="lpstr">
      <vt:lpstr>Anaheim</vt:lpstr>
      <vt:lpstr>Calibri</vt:lpstr>
      <vt:lpstr>Impact</vt:lpstr>
      <vt:lpstr>Arial</vt:lpstr>
      <vt:lpstr>Raleway</vt:lpstr>
      <vt:lpstr>ALS Sector Bold</vt:lpstr>
      <vt:lpstr>Times New Roman</vt:lpstr>
      <vt:lpstr>Nunito Light</vt:lpstr>
      <vt:lpstr>ALS Sector Regular</vt:lpstr>
      <vt:lpstr>ALS Sector Stencil</vt:lpstr>
      <vt:lpstr>Actor</vt:lpstr>
      <vt:lpstr>Wingdings</vt:lpstr>
      <vt:lpstr>PT Sans</vt:lpstr>
      <vt:lpstr>Innovation in Electric Motors Project Proposal by Slidesgo</vt:lpstr>
      <vt:lpstr>Универсальный колесный робот на базе ESP32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Универсальный колесный робот на базе ESP32</dc:title>
  <dc:creator>vova</dc:creator>
  <cp:lastModifiedBy>viktor-p-7@yandex.ru</cp:lastModifiedBy>
  <cp:revision>19</cp:revision>
  <dcterms:modified xsi:type="dcterms:W3CDTF">2026-02-10T16:27:37Z</dcterms:modified>
</cp:coreProperties>
</file>